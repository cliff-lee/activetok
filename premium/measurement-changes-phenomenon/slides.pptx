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d9f56630fb4646" /><Relationship Type="http://schemas.openxmlformats.org/officeDocument/2006/relationships/extended-properties" Target="/docProps/app.xml" Id="Rbeb2882564a2407d" /><Relationship Type="http://schemas.openxmlformats.org/officeDocument/2006/relationships/officeDocument" Target="/ppt/presentation.xml" Id="R9bccdfa9b17649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871e3a75d48cc"/>
  </p:sldMasterIdLst>
  <p:notesMasterIdLst>
    <p:notesMasterId xmlns:r="http://schemas.openxmlformats.org/officeDocument/2006/relationships" r:id="Rf5c9e5764f2444b1"/>
  </p:notesMasterIdLst>
  <p:sldIdLst>
    <p:sldId xmlns:r="http://schemas.openxmlformats.org/officeDocument/2006/relationships" id="256" r:id="R2d5a1cee0af54b4a"/>
    <p:sldId xmlns:r="http://schemas.openxmlformats.org/officeDocument/2006/relationships" id="257" r:id="R40bcadfdc25c450e"/>
    <p:sldId xmlns:r="http://schemas.openxmlformats.org/officeDocument/2006/relationships" id="258" r:id="Re40c3a8a1d664b28"/>
    <p:sldId xmlns:r="http://schemas.openxmlformats.org/officeDocument/2006/relationships" id="259" r:id="R8cef24e15d964c6c"/>
    <p:sldId xmlns:r="http://schemas.openxmlformats.org/officeDocument/2006/relationships" id="260" r:id="R45bb8dbd86a44967"/>
    <p:sldId xmlns:r="http://schemas.openxmlformats.org/officeDocument/2006/relationships" id="261" r:id="R1ab7b01edb444b4d"/>
    <p:sldId xmlns:r="http://schemas.openxmlformats.org/officeDocument/2006/relationships" id="262" r:id="R772ed828d79d4e89"/>
    <p:sldId xmlns:r="http://schemas.openxmlformats.org/officeDocument/2006/relationships" id="263" r:id="R3491f080e05143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16566f6f5479f" /><Relationship Type="http://schemas.openxmlformats.org/officeDocument/2006/relationships/slideMaster" Target="/ppt/slideMasters/slideMaster1.xml" Id="Rc5b871e3a75d48cc" /><Relationship Type="http://schemas.openxmlformats.org/officeDocument/2006/relationships/notesMaster" Target="/ppt/notesMasters/notesMaster1.xml" Id="Rf5c9e5764f2444b1" /><Relationship Type="http://schemas.openxmlformats.org/officeDocument/2006/relationships/presProps" Target="/ppt/presProps.xml" Id="R1a99198654974829" /><Relationship Type="http://schemas.openxmlformats.org/officeDocument/2006/relationships/tableStyles" Target="/ppt/tableStyles.xml" Id="R12a88310f0044e57" /><Relationship Type="http://schemas.openxmlformats.org/officeDocument/2006/relationships/slide" Target="/ppt/slides/slide1.xml" Id="R2d5a1cee0af54b4a" /><Relationship Type="http://schemas.openxmlformats.org/officeDocument/2006/relationships/slide" Target="/ppt/slides/slide2.xml" Id="R40bcadfdc25c450e" /><Relationship Type="http://schemas.openxmlformats.org/officeDocument/2006/relationships/slide" Target="/ppt/slides/slide3.xml" Id="Re40c3a8a1d664b28" /><Relationship Type="http://schemas.openxmlformats.org/officeDocument/2006/relationships/slide" Target="/ppt/slides/slide4.xml" Id="R8cef24e15d964c6c" /><Relationship Type="http://schemas.openxmlformats.org/officeDocument/2006/relationships/slide" Target="/ppt/slides/slide5.xml" Id="R45bb8dbd86a44967" /><Relationship Type="http://schemas.openxmlformats.org/officeDocument/2006/relationships/slide" Target="/ppt/slides/slide6.xml" Id="R1ab7b01edb444b4d" /><Relationship Type="http://schemas.openxmlformats.org/officeDocument/2006/relationships/slide" Target="/ppt/slides/slide7.xml" Id="R772ed828d79d4e89" /><Relationship Type="http://schemas.openxmlformats.org/officeDocument/2006/relationships/slide" Target="/ppt/slides/slide8.xml" Id="R3491f080e051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31c1f231040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396de27184958" /><Relationship Type="http://schemas.openxmlformats.org/officeDocument/2006/relationships/notesMaster" Target="/ppt/notesMasters/notesMaster1.xml" Id="R3da35f32058e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c43c27be44b4e" /><Relationship Type="http://schemas.openxmlformats.org/officeDocument/2006/relationships/notesMaster" Target="/ppt/notesMasters/notesMaster1.xml" Id="Rb6154647ba8b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6a5002cf394746" /><Relationship Type="http://schemas.openxmlformats.org/officeDocument/2006/relationships/notesMaster" Target="/ppt/notesMasters/notesMaster1.xml" Id="R99516557a9954f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cd85dd47542df" /><Relationship Type="http://schemas.openxmlformats.org/officeDocument/2006/relationships/notesMaster" Target="/ppt/notesMasters/notesMaster1.xml" Id="Rfdf05db55d1346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998e69ba11460f" /><Relationship Type="http://schemas.openxmlformats.org/officeDocument/2006/relationships/notesMaster" Target="/ppt/notesMasters/notesMaster1.xml" Id="R6d6d99841809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cd3366b83434b" /><Relationship Type="http://schemas.openxmlformats.org/officeDocument/2006/relationships/notesMaster" Target="/ppt/notesMasters/notesMaster1.xml" Id="R4f9c27f0ae5d4a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49bd3b8ad40f4" /><Relationship Type="http://schemas.openxmlformats.org/officeDocument/2006/relationships/notesMaster" Target="/ppt/notesMasters/notesMaster1.xml" Id="Rb400de59c9ae46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6cd2f220dc4c29" /><Relationship Type="http://schemas.openxmlformats.org/officeDocument/2006/relationships/notesMaster" Target="/ppt/notesMasters/notesMaster1.xml" Id="R6e9e482ed777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753bd50fc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04e199bc1405c" /><Relationship Type="http://schemas.openxmlformats.org/officeDocument/2006/relationships/slideLayout" Target="/ppt/slideLayouts/slideLayout1.xml" Id="R18febd2e7f9f40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ebd2e7f9f40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10367bb042c8" /><Relationship Type="http://schemas.openxmlformats.org/officeDocument/2006/relationships/image" Target="/ppt/media/image.png" Id="R6a632409cd6c4b5e" /><Relationship Type="http://schemas.openxmlformats.org/officeDocument/2006/relationships/image" Target="/ppt/media/image.svg" Id="R869b80d1a1cd4a4b" /><Relationship Type="http://schemas.openxmlformats.org/officeDocument/2006/relationships/notesSlide" Target="/ppt/notesSlides/notesSlide1.xml" Id="Rd2653cadf9e147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aa52ee71a4bc7" /><Relationship Type="http://schemas.openxmlformats.org/officeDocument/2006/relationships/notesSlide" Target="/ppt/notesSlides/notesSlide2.xml" Id="R8df41bf656f045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73654c1c7412d" /><Relationship Type="http://schemas.openxmlformats.org/officeDocument/2006/relationships/image" Target="/ppt/media/image2.png" Id="Rc769cea071b44924" /><Relationship Type="http://schemas.openxmlformats.org/officeDocument/2006/relationships/image" Target="/ppt/media/image2.svg" Id="R4775fba3cfb144ac" /><Relationship Type="http://schemas.openxmlformats.org/officeDocument/2006/relationships/notesSlide" Target="/ppt/notesSlides/notesSlide3.xml" Id="R66d824a35471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b337f55424134" /><Relationship Type="http://schemas.openxmlformats.org/officeDocument/2006/relationships/notesSlide" Target="/ppt/notesSlides/notesSlide4.xml" Id="R295fb050898a43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808d781d4e3a" /><Relationship Type="http://schemas.openxmlformats.org/officeDocument/2006/relationships/notesSlide" Target="/ppt/notesSlides/notesSlide5.xml" Id="Re757edc2a1a441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258427f904d31" /><Relationship Type="http://schemas.openxmlformats.org/officeDocument/2006/relationships/notesSlide" Target="/ppt/notesSlides/notesSlide6.xml" Id="R7aa732f0715046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9a3fd1c5049a6" /><Relationship Type="http://schemas.openxmlformats.org/officeDocument/2006/relationships/image" Target="/ppt/media/image3.png" Id="Rbb74dfcdfea64087" /><Relationship Type="http://schemas.openxmlformats.org/officeDocument/2006/relationships/image" Target="/ppt/media/image3.svg" Id="R6e94587929e74a02" /><Relationship Type="http://schemas.openxmlformats.org/officeDocument/2006/relationships/notesSlide" Target="/ppt/notesSlides/notesSlide7.xml" Id="R75d167a31cf14a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d86f208f48f3" /><Relationship Type="http://schemas.openxmlformats.org/officeDocument/2006/relationships/notesSlide" Target="/ppt/notesSlides/notesSlide8.xml" Id="R82b544411eb14d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A1C73-C11E-4A6E-BBBA-DF38373B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5DC26-F5DC-47A3-B68F-77A63C3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67DE1-DD0D-4D63-959E-0313AC30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F0D6A-5DD7-4F34-820B-365FDC08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E6A4A-9749-4C0C-A333-3BCCC27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A830C-65EF-4CF3-AF69-FA8108F5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D4BF-D661-43E8-95B8-C3EACBA2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Measurement Changes Phenomenon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702C4-94D1-4586-B505-30632B4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32409cd6c4b5e">
            <a:extLst>
              <a:ext uri="{96DAC541-7B7A-43D3-8B79-37D633B846F1}">
                <asvg:svgBlip xmlns:asvg="http://schemas.microsoft.com/office/drawing/2016/SVG/main" r:embed="R869b80d1a1cd4a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12DA-9DBE-4E11-BE8D-69DB516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8DBF4-1566-4B74-BA19-63C3B99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562F7-7348-409B-8E43-FB7AA6F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36317-A79E-46FE-9888-E7022279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Measurement does not merely capture phenomena; it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operationalizes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4D0DF-BF8B-489E-B73F-E7B8D50B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D60A6-A44F-4717-986A-82C154F0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2FF34-09D7-495B-93CD-49F3FE5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F59CB-D1CA-4497-8EA4-242BF3B6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889240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D04D4-D738-4A33-AD63-A381F48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C17DD-85F2-4BBC-81DB-DC6F197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A76C5-E7A9-43B0-BC02-D39F85B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4912C-9B57-4BC6-AEC2-2B9F05F8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7335E-2F20-4FC6-9F9A-16B130B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F6D18-D5E9-4996-B7B9-5E5EB0B5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DF2E5-439D-4AED-AFCE-EACE6DA4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FA06B-1EC7-4CA4-9B96-D58FE884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C10FC-166E-4EE0-9AB9-87C636B8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7D7CA-8EB6-4E8C-A050-CA0B54A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3E969-3E13-4626-B860-3A08252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09C12-1AC4-470F-A440-2FEFC22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examine how operational definitions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instruments shape scientific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does not merely capture phenomena; it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operationalizes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207FF-7C75-4FDB-80AE-0964516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39CB7-ACC3-415D-9B6E-F242B2D4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1CE7D-FA5D-45B5-9EE3-392A111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1611-96B8-47FE-A0DA-8D4A0F9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classroom phenomenon to measure, such as noise,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reaction time, attention, or plant growth.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Different measuring tools or scoring rules.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design card: concept, operational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definition, tool, weakness.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Comparison table for results from different measures.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39F34-2837-476F-9902-867717DF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716718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1A46A-5F6E-4728-9D87-C1F97DB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48D10-54A8-43F8-BD4F-600F40C1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ECF66-5644-4910-9E08-DF9D55D4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2770B-DED6-4B9B-962A-52F6F0E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550C0-1FC7-404E-9CCB-39092782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02898-48A8-4637-A239-796A5149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E9290-CEB0-4F5B-8987-A5118E0B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6519-1899-453C-8632-D7539C44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9cea071b44924">
            <a:extLst>
              <a:ext uri="{96DAC541-7B7A-43D3-8B79-37D633B846F1}">
                <asvg:svgBlip xmlns:asvg="http://schemas.microsoft.com/office/drawing/2016/SVG/main" r:embed="R4775fba3cfb144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2425-49EF-4317-81CA-326A69C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ACAD2-BC4C-4D9B-97E2-872EA4B6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A0E92-08D7-4F3D-B568-068DF10F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47F09-D0B9-4312-8E28-856B2B4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Changes Phenomenon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Measure classroom attention by eyes on...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Measurement Changes Phenomenon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Measure noise by peak loudness, average...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C0B6D-9263-451D-97BD-E4FF0A2D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57F0F-FE35-4A1B-929C-3528D0C8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6B412-03C1-45F3-A29D-D61B1FE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6E6CF-5DE7-4BA9-9193-315B618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Measurement Changes Phenomenon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A,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Measurement Changes Phenomenon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275272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54E0E-6EAC-49F7-A867-40C01FE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FE9D5-626B-4114-91F8-2AB6B59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0C7A3-CA4E-4C84-94AF-FC9E9261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51B0C-114F-44AE-B0AF-087205C4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B6BE-440E-46C4-83E0-96586E8E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4DD93-DF27-4E1F-A0A0-7D0BEA6D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90C6-2231-4426-9962-4D298CA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6B7F0-A15A-41F3-A42A-DE08DA0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23DD-509C-4996-B348-81FAE41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C8259-0533-47A7-997D-56BABE5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F6CC9-5927-45AB-817B-5A869314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F361E-8E8D-4890-ABC0-62D6A14D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Choose one phenomenon and ask groups how it could be measured.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Assign different tools or operational definitions to different groups.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collect quick data using their assigned method.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results and explain why the same phenomenon produced different data.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relationship between measurement, concepts, and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2BE34-C2D2-4F67-9F9D-6870350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811337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5149B-1642-47A4-8D6E-9763F6D2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DDB29-B38E-4DF0-B9FD-D1158C5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9FB34-0A44-494D-A32E-056B1CA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F8A86-21A6-4721-A49F-17E0DC3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05ECE-0BDF-42D6-8E88-780171D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A2EB0-501F-45FC-8991-5A34FEB4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EDC1E-44E8-4DD2-BCFB-3EBAE55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42247-A02D-4364-A0F2-D4FB5CB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20156-5ADD-494E-92DD-214C4FB8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39A40-AE0B-459C-BB38-FADF022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45279-3704-4ECB-8493-A399CB6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C0954-DD78-496B-99B5-2F78E87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7EB2-4184-4B95-BCF1-1690A21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0B35B-0A88-4C65-8D3E-5D8B2CC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59879-B6F1-4EFB-8EF2-2424BBAB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7C18B-3D4D-4C3F-A10E-730AF27D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BADEA-EA68-414E-833B-36CE2E0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29E1D-A949-455E-938D-F7E18082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9FE1E-CE0D-432D-BEED-CF56A72C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21AF1-ECC4-4784-9768-DA8D519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EE24C-F0C1-422C-B09F-C1EB5598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320F5-6D01-4011-BB27-3B88D2AB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B00D2-B7E3-4F70-AAD8-3246C25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B444C-8011-4E1D-9884-14AF71C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5D819-E554-41AD-9CFC-6F0A0348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1BBF7-846C-4304-9B44-BA094F0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B88C1-D8C9-4BA0-AAE4-EEDD94B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6DF46-2C1D-4C38-89F2-922771B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719388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1D1B9-61AC-4477-8B0B-816F9A3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6290-8676-414D-A132-9F72BA4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6FDF0-2B69-4EFE-9100-7440C12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FD960-F256-405E-87FE-D6A21EF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D34B0-D1EE-413B-82A1-C80108C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4EB40-0A23-4B75-836C-6EEB8DBD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91044-D6D4-4D33-9906-5D902C9A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B038-1463-4FBF-8DF0-D538507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10278-B6F9-4B84-A506-1C24288B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D6B2B-1AA5-4731-A896-49E5620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3D150-1FED-452E-84EA-426E0053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921BE-05A7-4DD8-81DF-60273EE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measurement reveal a phenomenon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or partly define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 different measures count as evidence for the same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instruments extend and constrain scientific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CFB24-EB72-4441-9753-395F491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93DDD-8F0D-48AF-B3E9-31BF103D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7EA80-3894-470E-91BF-8F11DC5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943EC-AC1B-4ECF-80C8-AF455EE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measurement reveal or define what is being studied?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instruments shape scientific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one measure more valid than another?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75F88-8013-438E-9DC5-CFC92D2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044255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39B57-1142-47D1-A5CE-83C0E895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185A0-5B13-46AA-B22B-05ACCF5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6BDA-1699-428A-A2F8-BF095CA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ECEBF-CB6F-49ED-AA35-8AF2D34E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507D-D105-4FFD-9234-84744BE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DB1C4-5D89-4AEC-9B54-3BFA142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10413-4BDB-44BB-BD15-D6D556B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61069-95F1-4C9A-A113-4EF8175F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74EDF-0C13-4755-A6E8-8B4EF63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03770-9E5C-429A-9E1A-6C228B21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1EF37-B394-4184-B945-E4175F8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8A624-01CC-4E5F-9AC0-47CDB35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Our attention measure rewarded quiet students even if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were not understanding.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Different tools produced different data because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defined the target differently.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F14FC-6C29-44FA-9F91-CD918A8F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002A5-B489-4D33-8909-B61C27F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4A7D7-2948-45D9-9FE0-AA2EF64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78564-BA67-4AD0-BB1B-9F98491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improve one weak measure and explain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trade-off.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intelligence tests, wellbeing surveys,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environmental measurements.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4dfcdfea64087">
            <a:extLst>
              <a:ext uri="{96DAC541-7B7A-43D3-8B79-37D633B846F1}">
                <asvg:svgBlip xmlns:asvg="http://schemas.microsoft.com/office/drawing/2016/SVG/main" r:embed="R6e94587929e74a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292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32D71-1D3A-4A28-94A4-F0291A32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104F6-4F1E-408A-8EA0-C0D4913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C65AA-D6B4-493B-97AA-1DD6A17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6DF48-FED7-48A6-B8AA-50CA0273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AD9F4-8443-4669-96B1-289495A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CDE7F-3EB3-4679-B5ED-F814F33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1A53-7759-4EC9-AC52-1AFA601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7BAFB-E341-4F06-B4F3-B3798005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4A92E-33E2-468B-A821-ADE551E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9909D-D6A2-4279-9432-7DD9DF4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CB396-52E9-4F1F-8437-2E1B4D44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CAAB8-3B0D-4E9C-B02D-627A48D4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measurement sheets for the same phenomenon with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different operational definitions.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991B7-A332-4712-9B7D-DDA9213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23D1C-A366-4C1D-B329-D151E8FC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9E22C-12D8-4839-B44C-E20D80A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E80D2-CFB4-442C-BFB0-CCE05BE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B7AAA-9130-4317-A0AE-F5453EA0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9A6FE-8E1E-4CE0-91FB-FBC20411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556F0-D3E0-4C2D-9C62-E6D378B2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254BD-2EC4-407D-87DE-B1FD8A7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89BF0-04B8-4192-A127-69AE6E69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05591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2026-06-20T10:31:38.7810000Z</dcterms:created>
  <dcterms:modified xsi:type="dcterms:W3CDTF">2026-06-20T10:31:38.7810000Z</dcterms:modified>
</coreProperties>
</file>