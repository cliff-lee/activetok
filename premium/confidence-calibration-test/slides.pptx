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a866b0dd334674" /><Relationship Type="http://schemas.openxmlformats.org/officeDocument/2006/relationships/extended-properties" Target="/docProps/app.xml" Id="Rfb84be6a15c64f7e" /><Relationship Type="http://schemas.openxmlformats.org/officeDocument/2006/relationships/officeDocument" Target="/ppt/presentation.xml" Id="R87374caa0f3a4e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9667d05f2f43aa"/>
  </p:sldMasterIdLst>
  <p:notesMasterIdLst>
    <p:notesMasterId xmlns:r="http://schemas.openxmlformats.org/officeDocument/2006/relationships" r:id="Raec874ece9d14ff3"/>
  </p:notesMasterIdLst>
  <p:sldIdLst>
    <p:sldId xmlns:r="http://schemas.openxmlformats.org/officeDocument/2006/relationships" id="256" r:id="R3315fb49c43443bb"/>
    <p:sldId xmlns:r="http://schemas.openxmlformats.org/officeDocument/2006/relationships" id="257" r:id="R1e69a200c0a24e90"/>
    <p:sldId xmlns:r="http://schemas.openxmlformats.org/officeDocument/2006/relationships" id="258" r:id="Rb33ab66427ce436e"/>
    <p:sldId xmlns:r="http://schemas.openxmlformats.org/officeDocument/2006/relationships" id="259" r:id="Ref9cb08c621a4919"/>
    <p:sldId xmlns:r="http://schemas.openxmlformats.org/officeDocument/2006/relationships" id="260" r:id="R0dbba51247784243"/>
    <p:sldId xmlns:r="http://schemas.openxmlformats.org/officeDocument/2006/relationships" id="261" r:id="R7e6e49fbce554ad4"/>
    <p:sldId xmlns:r="http://schemas.openxmlformats.org/officeDocument/2006/relationships" id="262" r:id="Rd882f75cc55c4dd0"/>
    <p:sldId xmlns:r="http://schemas.openxmlformats.org/officeDocument/2006/relationships" id="263" r:id="Rd92aa6367b5f43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4c8d8ca8f4fd1" /><Relationship Type="http://schemas.openxmlformats.org/officeDocument/2006/relationships/slideMaster" Target="/ppt/slideMasters/slideMaster1.xml" Id="Rcb9667d05f2f43aa" /><Relationship Type="http://schemas.openxmlformats.org/officeDocument/2006/relationships/notesMaster" Target="/ppt/notesMasters/notesMaster1.xml" Id="Raec874ece9d14ff3" /><Relationship Type="http://schemas.openxmlformats.org/officeDocument/2006/relationships/presProps" Target="/ppt/presProps.xml" Id="R64f9d6d1f94f4f12" /><Relationship Type="http://schemas.openxmlformats.org/officeDocument/2006/relationships/tableStyles" Target="/ppt/tableStyles.xml" Id="Ra97b662dfd30412b" /><Relationship Type="http://schemas.openxmlformats.org/officeDocument/2006/relationships/slide" Target="/ppt/slides/slide1.xml" Id="R3315fb49c43443bb" /><Relationship Type="http://schemas.openxmlformats.org/officeDocument/2006/relationships/slide" Target="/ppt/slides/slide2.xml" Id="R1e69a200c0a24e90" /><Relationship Type="http://schemas.openxmlformats.org/officeDocument/2006/relationships/slide" Target="/ppt/slides/slide3.xml" Id="Rb33ab66427ce436e" /><Relationship Type="http://schemas.openxmlformats.org/officeDocument/2006/relationships/slide" Target="/ppt/slides/slide4.xml" Id="Ref9cb08c621a4919" /><Relationship Type="http://schemas.openxmlformats.org/officeDocument/2006/relationships/slide" Target="/ppt/slides/slide5.xml" Id="R0dbba51247784243" /><Relationship Type="http://schemas.openxmlformats.org/officeDocument/2006/relationships/slide" Target="/ppt/slides/slide6.xml" Id="R7e6e49fbce554ad4" /><Relationship Type="http://schemas.openxmlformats.org/officeDocument/2006/relationships/slide" Target="/ppt/slides/slide7.xml" Id="Rd882f75cc55c4dd0" /><Relationship Type="http://schemas.openxmlformats.org/officeDocument/2006/relationships/slide" Target="/ppt/slides/slide8.xml" Id="Rd92aa6367b5f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76fa34f270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22d4ef2c541fe" /><Relationship Type="http://schemas.openxmlformats.org/officeDocument/2006/relationships/notesMaster" Target="/ppt/notesMasters/notesMaster1.xml" Id="R8692c7dbdef0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9750afcab4e1f" /><Relationship Type="http://schemas.openxmlformats.org/officeDocument/2006/relationships/notesMaster" Target="/ppt/notesMasters/notesMaster1.xml" Id="Reefae36cc9664e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fc2135b137414d" /><Relationship Type="http://schemas.openxmlformats.org/officeDocument/2006/relationships/notesMaster" Target="/ppt/notesMasters/notesMaster1.xml" Id="R5b5ce11865c049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b2fd2fc2d4ae7" /><Relationship Type="http://schemas.openxmlformats.org/officeDocument/2006/relationships/notesMaster" Target="/ppt/notesMasters/notesMaster1.xml" Id="R03414200c5f74b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6ec520870418c" /><Relationship Type="http://schemas.openxmlformats.org/officeDocument/2006/relationships/notesMaster" Target="/ppt/notesMasters/notesMaster1.xml" Id="R11b5b6364d2d43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e15dd0cf6b4f8b" /><Relationship Type="http://schemas.openxmlformats.org/officeDocument/2006/relationships/notesMaster" Target="/ppt/notesMasters/notesMaster1.xml" Id="R14860c0c7ee54f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8d247b2be34c34" /><Relationship Type="http://schemas.openxmlformats.org/officeDocument/2006/relationships/notesMaster" Target="/ppt/notesMasters/notesMaster1.xml" Id="Rb9beacce5a1444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f779d3439d43e8" /><Relationship Type="http://schemas.openxmlformats.org/officeDocument/2006/relationships/notesMaster" Target="/ppt/notesMasters/notesMaster1.xml" Id="R14f91f77c419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229899625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b8bf5e601546eb" /><Relationship Type="http://schemas.openxmlformats.org/officeDocument/2006/relationships/slideLayout" Target="/ppt/slideLayouts/slideLayout1.xml" Id="R93290291a6ea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90291a6ea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ee65afd26482c" /><Relationship Type="http://schemas.openxmlformats.org/officeDocument/2006/relationships/image" Target="/ppt/media/image.png" Id="R35861da3845a4f3e" /><Relationship Type="http://schemas.openxmlformats.org/officeDocument/2006/relationships/image" Target="/ppt/media/image.svg" Id="Rf498d6f4639d40af" /><Relationship Type="http://schemas.openxmlformats.org/officeDocument/2006/relationships/notesSlide" Target="/ppt/notesSlides/notesSlide1.xml" Id="R8015dd6b500641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16ab4a0da49ee" /><Relationship Type="http://schemas.openxmlformats.org/officeDocument/2006/relationships/notesSlide" Target="/ppt/notesSlides/notesSlide2.xml" Id="R9f4e239374a440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5fe29cc024ade" /><Relationship Type="http://schemas.openxmlformats.org/officeDocument/2006/relationships/image" Target="/ppt/media/image2.png" Id="Re3069d4de96447e4" /><Relationship Type="http://schemas.openxmlformats.org/officeDocument/2006/relationships/image" Target="/ppt/media/image2.svg" Id="R2590dac4dbd24a54" /><Relationship Type="http://schemas.openxmlformats.org/officeDocument/2006/relationships/notesSlide" Target="/ppt/notesSlides/notesSlide3.xml" Id="R3dbf455f813d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55443a73b477d" /><Relationship Type="http://schemas.openxmlformats.org/officeDocument/2006/relationships/notesSlide" Target="/ppt/notesSlides/notesSlide4.xml" Id="Rbd20de9cd8c645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b9ab8f754856" /><Relationship Type="http://schemas.openxmlformats.org/officeDocument/2006/relationships/notesSlide" Target="/ppt/notesSlides/notesSlide5.xml" Id="R9d437d1d8db745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264be87804e84" /><Relationship Type="http://schemas.openxmlformats.org/officeDocument/2006/relationships/notesSlide" Target="/ppt/notesSlides/notesSlide6.xml" Id="R7827bae1968c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48968cc9944ba" /><Relationship Type="http://schemas.openxmlformats.org/officeDocument/2006/relationships/image" Target="/ppt/media/image3.png" Id="R6867e46b92154c36" /><Relationship Type="http://schemas.openxmlformats.org/officeDocument/2006/relationships/image" Target="/ppt/media/image3.svg" Id="R4d7c280bc70a41c5" /><Relationship Type="http://schemas.openxmlformats.org/officeDocument/2006/relationships/notesSlide" Target="/ppt/notesSlides/notesSlide7.xml" Id="Rda80c31d3d3a4e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c51cc1248416d" /><Relationship Type="http://schemas.openxmlformats.org/officeDocument/2006/relationships/notesSlide" Target="/ppt/notesSlides/notesSlide8.xml" Id="Rea95c2d6dc0448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6B5CDB-3773-47AA-B4A6-83ADCB9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25D5B-65C9-471A-A409-FDD2B47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026AF-64C1-488A-90C5-D97AA57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64954-609A-4332-AF79-83C2356A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5C5F7-225D-4083-9B37-350D49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B987F-1821-4D6B-874B-AC32776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725D5-B822-4D2F-87FC-5CC31A13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Confidence Calibration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0BB9B-3FA3-4B1B-A129-25A64A4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61da3845a4f3e">
            <a:extLst>
              <a:ext uri="{96DAC541-7B7A-43D3-8B79-37D633B846F1}">
                <asvg:svgBlip xmlns:asvg="http://schemas.microsoft.com/office/drawing/2016/SVG/main" r:embed="Rf498d6f4639d40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24E18-5BB9-45FC-84B7-02136CB0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F2C31-2436-4D60-8461-BC49978A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F32F0-AB9C-4706-B008-12B03265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E525A-F093-48C5-A87D-4BB69382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Certainty and accuracy are not the same.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967E5-5A32-4B4B-8F44-E7AC1FA5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90FB-E75F-48B3-A37F-17B394DD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474F6-51F4-4339-ABEC-C54BAFF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4FBD0-1159-4774-A802-77A8F028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20-25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527938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B979A-6F9C-49EE-BBCB-97FD5E8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4D841-CA8E-4AC2-A999-8595DDE9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8F611-A798-4BAB-9E06-5EAC5428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4E401-BA70-4E2E-8AF8-C842F168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817B6-D4E3-425E-A6B0-33C227F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BEF95-3F5F-4A74-BDFA-DEB76119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4C680-20F2-4DDC-BF5B-CF1027EA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0BC87-1C1A-4D74-A514-9781371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18CCA-AB38-4ADE-ABE4-12B188C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581B0-849A-47BE-BC1E-CD7E4F5A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F4370-369D-4477-B235-93B9F272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6307D-E722-42A4-8D85-40F4E1D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how confident they feel with how accurate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they actually are.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and accuracy are not the same.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E3513-4E1C-496E-9950-70C3EB0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AA7B-F3ED-4724-8257-9753895A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BBFAA-44CB-475B-82CC-AC9648B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70732-8282-40D8-99B3-4994EB1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set of 12-15 factual questions, answer sheet,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calculator or spreadsheet.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90949-6D7D-4407-A465-ABE9E4B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3528040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6650E-004A-494D-8B0A-099A9083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F4ED7-24A2-449C-A6D9-41909FD0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EC216-B363-483E-83DD-C791A18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731A5-A165-44EB-941B-8C6AEBCF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749F3-2248-43A7-A9AD-776C9C19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CCB24-C77A-494F-BADD-54EF8C1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5C06F-E0F4-4FB3-B2D1-29FF320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0C447-54EF-48F8-8B09-9F64152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69d4de96447e4">
            <a:extLst>
              <a:ext uri="{96DAC541-7B7A-43D3-8B79-37D633B846F1}">
                <asvg:svgBlip xmlns:asvg="http://schemas.microsoft.com/office/drawing/2016/SVG/main" r:embed="R2590dac4dbd24a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DAB69-B53D-4367-BD0E-FCC0AD78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1F156-A621-4AB8-AA36-DAF8F36E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D541E-CCEE-4AFD-9B0E-15452E3E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C5E9B-4D1E-4B37-8505-C10F652B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 Prompt: Answer each question privately. After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marking, calculate accuracy within each confidence band.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Question 1: Which planet is closest to the Sun?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11151-07BA-4234-B36F-E598FAF8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CC046-F3FC-4BB8-A103-683359DC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BF86B-1A1D-4213-8887-FA7B0226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AEB4B-0825-4115-BC2F-32BA97AE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planet is closest to the Sun?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capital city of Canada?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is heavier: a kilogram of feathers or a kilogram of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steel?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5718089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681EA-BBE0-4A1C-87B7-0EA2FC8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1FD3D-6B6E-49EC-9246-F8827BE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3391D-19BF-40E5-AEE8-AAFC4E2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3451B-0B3A-4100-80E8-DCDD4718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00C56-491E-441F-85CF-F134D953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D9971-0865-46D1-A26E-A5781AF9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7018D-93EE-45FF-A3FB-9EA5C1E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784B2-C29A-462A-BE4B-4909E5AF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9B973-6C70-4D66-8245-07F487F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DD6F3-8E1E-4A1B-8F3F-CA8F798D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7ECBD-2C74-489F-A66B-1000C55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6C1CC-6C05-4D69-80DD-579269B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general knowledge questions. For each answer they also write a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confidence level: 50%, 60%, 70%, 80%, 90% or 100%.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Mark the answers.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For each confidence band, calculate actual percentage correct.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Ask students whether they were overconfident, underconfident or well calibrated.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D7B80-F171-4302-B90B-306C69D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Complete the quiz, mark confidence for every answer, then compare confidence bands with 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2372405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16DE51-8C20-418E-B22B-1F8C595B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1D95F-E94C-4822-92A3-8C0451CB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72038-AB00-4069-95BE-7852DEA6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B2F3D-AEFA-4D43-AEC6-D1EA89F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271EB-F296-45B5-8CB8-6A2D6FBA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0DA9-E359-4486-99C4-8824DDB9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0AC55-42B7-4BE3-91C2-9A479FED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137F0-300E-4E44-A9CC-CF1E955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072EA-89E0-4DAC-A439-F220E0B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308D3-D43B-4407-BA71-B66ABD4E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7610D-F1DF-4495-B227-127722D6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8BD29-08CD-467D-A32E-20B4200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993D5-C55F-45B4-BEF4-6C933081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63F5E-58F9-40F5-8838-25AD9BC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CEF76-76B4-44E3-BB95-4024C111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46BB6-E996-4194-9BA9-5F4D1E8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9B445-64BA-43F8-B758-8BD0A33D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B46D1-6EE8-4E03-B88C-3CACD867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03D25-4D33-4653-8787-30958D25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2A347-9E54-4FF5-B5BB-F07B441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74274-B836-4DC5-9EEA-8FFC1E7E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708F2-04D4-432D-B7D6-4FB98D1D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26EF5-8191-4401-8E31-A5BBE3B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D72E3-2EBE-4B7A-9AB1-1E1790C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53D37-B45C-469A-88A8-7D24130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6C8E2-20E5-4B13-8BA4-B491160B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50BE8-6368-4562-801C-73F30EB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20827-ED0C-4656-B18E-9C4DD1F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903768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F0098-954E-48BA-A684-8DA70FD1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03107-ECE5-4930-9B97-E4EA657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A7428-C0E2-41DE-98D9-A1EFFC7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4A19F-8F48-4F1C-AFCE-69B1E75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F0A53-A175-4134-BFBC-A1846985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2782-F2E5-474A-A780-CDC15229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A27EF-0D99-4F04-A866-E2F085E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DE802-A7A8-4893-9D06-F61782C5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A73CD-5C13-4E02-90AD-A4B27DB9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7641A-E0ED-415D-A73F-2F261BBC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18138-28BC-4301-86B0-C7EBC62E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446D3-D76C-45BB-8FBF-2FF87648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Is certainty a reliable indicator of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confidence, belief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justification?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might experts sometimes be better calibrated than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beginners?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82BF9-B503-4701-B29C-1D73A65B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A0354-E9D0-4DD2-A21D-4A64B238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62773-22E2-4DA6-983A-88EC81A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EF0CD-5A22-499E-B550-B5F048B2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certainty a reliable indicator of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confidence, belief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justification?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might experts sometimes be better calibrated than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beginners?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27184-E381-42F0-AC06-2A852D7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3536300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1BB612-4583-477C-8774-2E99763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4143F-22B3-4409-AA51-B2B7F23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410F1-E737-4555-BAE0-B9D9FDE9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906E5-BF7D-4DE2-A0A5-1837ED7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A9E71-A221-44A3-A1A7-2D3D62D4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52BED-E366-4403-892A-E7DE0B6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88766-D411-4999-86D7-B02C03D5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FC993-9A95-4F30-BC8F-9B1DA06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97343-9DFF-40FE-9125-7BF40CF3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B647-3221-454E-B47E-7026DD81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E0E2-8FBD-4893-9DE0-ABB9F970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47108-C2E1-49A5-B04F-44AB1D9A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Confidence Calibration Test: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8A563-CE3B-47B9-8D52-57A1F8D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F3A97-4D0E-4397-BDFA-AFAF32F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425E2-205B-4490-B746-5F136D44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4FEC1-B3AC-43E7-815C-2F46356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7e46b92154c36">
            <a:extLst>
              <a:ext uri="{96DAC541-7B7A-43D3-8B79-37D633B846F1}">
                <asvg:svgBlip xmlns:asvg="http://schemas.microsoft.com/office/drawing/2016/SVG/main" r:embed="R4d7c280bc70a41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77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76966-B919-4EC7-9F27-E651743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21C44-433A-4EA1-8987-481166D1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A45F4-6818-4CF4-AEA1-43FA4857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18B11-BD20-40D7-89EB-7D9B93C1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C6855-26BF-43CB-8798-41921F2B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BE5B6-48D7-43CC-AEC2-F39CF5FE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5564C-19A3-40C9-AA0E-91AA777B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99509-FF9C-41F9-92C0-FA052281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E97FA-3649-422E-B8F1-751EB2D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7EE93-665F-4416-A01A-E2D382B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1F2E8-33A5-41AC-922D-AD69F8E0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1B744-A7CD-44C9-BE3D-0485EAA6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completed calibration chart showing confidence against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accuracy.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443C6-6DAF-47DD-8B31-A9B317C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004E0-6A19-4A03-BDE9-5B65C0AA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12B21-00D4-4881-9D0F-7A048B84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4EC69-B17D-40DD-B8D9-8F61927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0A855-49E5-41C5-9D4C-BC3CAD9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951F6-B307-4FCF-810B-38DF297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DFAD9-DFA4-4823-8AA7-AC13807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49E98-7502-4676-9B50-226A8879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Blind Spot Autobiography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EDE8B-F4B6-4759-9FE3-BFA2A253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0615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2026-06-20T10:31:33.4760000Z</dcterms:created>
  <dcterms:modified xsi:type="dcterms:W3CDTF">2026-06-20T10:31:33.4760000Z</dcterms:modified>
</coreProperties>
</file>