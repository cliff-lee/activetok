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73459349b4de5" /><Relationship Type="http://schemas.openxmlformats.org/officeDocument/2006/relationships/extended-properties" Target="/docProps/app.xml" Id="R160cc9dd74374102" /><Relationship Type="http://schemas.openxmlformats.org/officeDocument/2006/relationships/officeDocument" Target="/ppt/presentation.xml" Id="R1573479c48d94a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e3ae4206674382"/>
  </p:sldMasterIdLst>
  <p:notesMasterIdLst>
    <p:notesMasterId xmlns:r="http://schemas.openxmlformats.org/officeDocument/2006/relationships" r:id="R0d8bef4f9046452f"/>
  </p:notesMasterIdLst>
  <p:sldIdLst>
    <p:sldId xmlns:r="http://schemas.openxmlformats.org/officeDocument/2006/relationships" id="256" r:id="Rb87b81561f554f62"/>
    <p:sldId xmlns:r="http://schemas.openxmlformats.org/officeDocument/2006/relationships" id="257" r:id="Rf274e7cec4434bfd"/>
    <p:sldId xmlns:r="http://schemas.openxmlformats.org/officeDocument/2006/relationships" id="258" r:id="Ra198fbf539174916"/>
    <p:sldId xmlns:r="http://schemas.openxmlformats.org/officeDocument/2006/relationships" id="259" r:id="Rbc914c83639f49ce"/>
    <p:sldId xmlns:r="http://schemas.openxmlformats.org/officeDocument/2006/relationships" id="260" r:id="Rccf1001b3e5a47d7"/>
    <p:sldId xmlns:r="http://schemas.openxmlformats.org/officeDocument/2006/relationships" id="261" r:id="Rd0b0ffce760040cf"/>
    <p:sldId xmlns:r="http://schemas.openxmlformats.org/officeDocument/2006/relationships" id="262" r:id="Rfe5971fb8eac4cf2"/>
    <p:sldId xmlns:r="http://schemas.openxmlformats.org/officeDocument/2006/relationships" id="263" r:id="Rf66276ffbc4840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4089e3dca640d1" /><Relationship Type="http://schemas.openxmlformats.org/officeDocument/2006/relationships/slideMaster" Target="/ppt/slideMasters/slideMaster1.xml" Id="Rfee3ae4206674382" /><Relationship Type="http://schemas.openxmlformats.org/officeDocument/2006/relationships/notesMaster" Target="/ppt/notesMasters/notesMaster1.xml" Id="R0d8bef4f9046452f" /><Relationship Type="http://schemas.openxmlformats.org/officeDocument/2006/relationships/presProps" Target="/ppt/presProps.xml" Id="R5f186fa970e74967" /><Relationship Type="http://schemas.openxmlformats.org/officeDocument/2006/relationships/tableStyles" Target="/ppt/tableStyles.xml" Id="R332fef0813524a5b" /><Relationship Type="http://schemas.openxmlformats.org/officeDocument/2006/relationships/slide" Target="/ppt/slides/slide1.xml" Id="Rb87b81561f554f62" /><Relationship Type="http://schemas.openxmlformats.org/officeDocument/2006/relationships/slide" Target="/ppt/slides/slide2.xml" Id="Rf274e7cec4434bfd" /><Relationship Type="http://schemas.openxmlformats.org/officeDocument/2006/relationships/slide" Target="/ppt/slides/slide3.xml" Id="Ra198fbf539174916" /><Relationship Type="http://schemas.openxmlformats.org/officeDocument/2006/relationships/slide" Target="/ppt/slides/slide4.xml" Id="Rbc914c83639f49ce" /><Relationship Type="http://schemas.openxmlformats.org/officeDocument/2006/relationships/slide" Target="/ppt/slides/slide5.xml" Id="Rccf1001b3e5a47d7" /><Relationship Type="http://schemas.openxmlformats.org/officeDocument/2006/relationships/slide" Target="/ppt/slides/slide6.xml" Id="Rd0b0ffce760040cf" /><Relationship Type="http://schemas.openxmlformats.org/officeDocument/2006/relationships/slide" Target="/ppt/slides/slide7.xml" Id="Rfe5971fb8eac4cf2" /><Relationship Type="http://schemas.openxmlformats.org/officeDocument/2006/relationships/slide" Target="/ppt/slides/slide8.xml" Id="Rf66276ffbc48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6fb546cde4a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3b4cc13aeb40e5" /><Relationship Type="http://schemas.openxmlformats.org/officeDocument/2006/relationships/notesMaster" Target="/ppt/notesMasters/notesMaster1.xml" Id="R40987c782de74b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1eb3956d4b44be" /><Relationship Type="http://schemas.openxmlformats.org/officeDocument/2006/relationships/notesMaster" Target="/ppt/notesMasters/notesMaster1.xml" Id="R92f3ffe0ba6a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1e7cbe1f894a0f" /><Relationship Type="http://schemas.openxmlformats.org/officeDocument/2006/relationships/notesMaster" Target="/ppt/notesMasters/notesMaster1.xml" Id="Rd454a2773bc144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b2053473b74043" /><Relationship Type="http://schemas.openxmlformats.org/officeDocument/2006/relationships/notesMaster" Target="/ppt/notesMasters/notesMaster1.xml" Id="R8379ba442b5b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be197e820e46d7" /><Relationship Type="http://schemas.openxmlformats.org/officeDocument/2006/relationships/notesMaster" Target="/ppt/notesMasters/notesMaster1.xml" Id="Rbed533df6d7e47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642e97134f479e" /><Relationship Type="http://schemas.openxmlformats.org/officeDocument/2006/relationships/notesMaster" Target="/ppt/notesMasters/notesMaster1.xml" Id="R8b11a199d65443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e4383c9b0f44f2" /><Relationship Type="http://schemas.openxmlformats.org/officeDocument/2006/relationships/notesMaster" Target="/ppt/notesMasters/notesMaster1.xml" Id="R1b41ede85b4a44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ffd01663ca467b" /><Relationship Type="http://schemas.openxmlformats.org/officeDocument/2006/relationships/notesMaster" Target="/ppt/notesMasters/notesMaster1.xml" Id="R4d0a559ee6024b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69c71aaa44b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c75eb083b44e5" /><Relationship Type="http://schemas.openxmlformats.org/officeDocument/2006/relationships/slideLayout" Target="/ppt/slideLayouts/slideLayout1.xml" Id="Raa9c6f21b6e443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9c6f21b6e443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71c33ef8d4068" /><Relationship Type="http://schemas.openxmlformats.org/officeDocument/2006/relationships/image" Target="/ppt/media/image.png" Id="R9fe75a111b6f497e" /><Relationship Type="http://schemas.openxmlformats.org/officeDocument/2006/relationships/image" Target="/ppt/media/image.svg" Id="Rf96be86fc9cb4686" /><Relationship Type="http://schemas.openxmlformats.org/officeDocument/2006/relationships/notesSlide" Target="/ppt/notesSlides/notesSlide1.xml" Id="R553de69718ea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7ceccd67f4a9f" /><Relationship Type="http://schemas.openxmlformats.org/officeDocument/2006/relationships/notesSlide" Target="/ppt/notesSlides/notesSlide2.xml" Id="R8d64f9959711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d01c8cc0b4138" /><Relationship Type="http://schemas.openxmlformats.org/officeDocument/2006/relationships/image" Target="/ppt/media/image2.png" Id="Rf0878a3f6ca9499f" /><Relationship Type="http://schemas.openxmlformats.org/officeDocument/2006/relationships/image" Target="/ppt/media/image2.svg" Id="Ra5459ea16f8c44df" /><Relationship Type="http://schemas.openxmlformats.org/officeDocument/2006/relationships/notesSlide" Target="/ppt/notesSlides/notesSlide3.xml" Id="R7fd523d5896240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367ab98864d24" /><Relationship Type="http://schemas.openxmlformats.org/officeDocument/2006/relationships/notesSlide" Target="/ppt/notesSlides/notesSlide4.xml" Id="R8950da4c5cfb43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9a23ae34f45a1" /><Relationship Type="http://schemas.openxmlformats.org/officeDocument/2006/relationships/notesSlide" Target="/ppt/notesSlides/notesSlide5.xml" Id="R61c119a050984f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37135a3714ff3" /><Relationship Type="http://schemas.openxmlformats.org/officeDocument/2006/relationships/notesSlide" Target="/ppt/notesSlides/notesSlide6.xml" Id="R3714e6b04f0f4e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689f6450e46fc" /><Relationship Type="http://schemas.openxmlformats.org/officeDocument/2006/relationships/image" Target="/ppt/media/image3.png" Id="Rb96fed14ee7d456a" /><Relationship Type="http://schemas.openxmlformats.org/officeDocument/2006/relationships/image" Target="/ppt/media/image3.svg" Id="R145297490f514ee0" /><Relationship Type="http://schemas.openxmlformats.org/officeDocument/2006/relationships/notesSlide" Target="/ppt/notesSlides/notesSlide7.xml" Id="Rd240a0badf2442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af65016c34d64" /><Relationship Type="http://schemas.openxmlformats.org/officeDocument/2006/relationships/notesSlide" Target="/ppt/notesSlides/notesSlide8.xml" Id="R1595dd2d0f1947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F5A724-927F-46A9-9516-F41D462C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F32FB-9582-4CA9-874A-540B7D01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CC4AC-AB90-45C8-8AD6-AFC0EAE7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210FB-F5E7-4674-839A-0BE33DE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3F626-8DA1-44F1-8CF5-5C802A54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EE4D6-A4F8-46A2-9F09-06653F36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777B1-FE61-487B-A272-1FE42910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Ultimatum Game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D6427-2251-4D68-AF7F-0E10E3F3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5a111b6f497e">
            <a:extLst>
              <a:ext uri="{96DAC541-7B7A-43D3-8B79-37D633B846F1}">
                <asvg:svgBlip xmlns:asvg="http://schemas.microsoft.com/office/drawing/2016/SVG/main" r:embed="Rf96be86fc9cb46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BE337-8D22-4A6C-9249-39B4D4A5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E83BF-6010-4852-8553-9DA3092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64129-C16F-4BCC-B448-7993594D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F17E2-0051-4ECB-87EA-6E60895E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Humans do not always maximise narrow utility.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EF977-921F-44C7-8CB8-67F3018F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D6CB5-20F9-45CE-B2D3-07DECC79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E8D9D-B1FA-44F9-AA29-C2BA7E19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8BD1B-C45F-4296-8D4B-910B5BBE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8280087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DEB502-AD20-4CF0-8083-74226BFA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7AA1A-0FC1-4AE9-B7C9-206F35C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6E808-5C1A-4837-90E6-B5D297F0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6DC59-8811-4630-8FA4-09ABC9A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98C1D-6332-4612-A90D-A6CD5033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6DD5D-1670-4AA9-8962-58A04133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EFAB0-A8C2-459C-8B96-DE5C7F0C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42701-7839-4FE3-AF26-667FAA35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BD3B-3DD6-48ED-A34B-11E4B82C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C9C81-D19E-424C-88A7-6E710BD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2ADE1-E015-4339-A6A6-327A264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C6B3D-FB72-4A0B-A7CB-94D1556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test whether human decisions always match narrow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economic rationality.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Humans do not always maximise narrow utility.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44710-21AC-4ECF-A82E-AFAF37B6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54550-B45D-42C5-BED0-86235AC8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1BCB6-D595-4271-9931-C0F82CE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B7A4F-5572-4EBB-9D8C-6AEA7DB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Tokens, slips of paper, or a digital form.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11301-9CB0-41B4-AC43-923C025E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765165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F3589-4A33-4ABC-9B29-A90E53F5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3A775-C537-476B-A132-C1ACAA3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54025-EAF6-4004-BC79-DAA77FE0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949A2-4C53-495F-BE55-3E00910C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27E80-97C5-4075-8D36-AF8644F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4BD41-C704-4349-8409-C3B7CCA6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65564-A583-4FFD-9A5F-FE903DC1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231CB-74DA-4F82-A367-AD1A3B9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78a3f6ca9499f">
            <a:extLst>
              <a:ext uri="{96DAC541-7B7A-43D3-8B79-37D633B846F1}">
                <asvg:svgBlip xmlns:asvg="http://schemas.microsoft.com/office/drawing/2016/SVG/main" r:embed="Ra5459ea16f8c44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DABD2-EFA7-43DA-824A-8EEFF33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2F2AE-9CD9-4469-AA11-1A18E751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DE323-880C-4038-BAC3-FAB09B7E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F9557-E156-465E-9406-D9C9099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Ultimatum Game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Students split ten tokens and record accept/reject...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Ultimatum Game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Offer cards showing fair, unfair, strategic, and emotional...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BCB62-1FB5-4990-B732-10F42ACF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C42E4-F183-47FA-A600-0F4B8C6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8207E-97B8-4327-962F-A69E9147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CC3C6-666F-436A-8A11-D0809C9C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Ultimatum Game Stimulus A, what is your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Ultimatum Game Stimulus A did you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8043197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77B21E-05FC-4E50-809F-89C4ABB1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A6C13-57FF-4217-A873-B845F99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6F13F-3CCB-48E3-AF4F-7076EA5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2F6A0-9513-4D28-9A22-BC5A441A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BA99B-EFF6-4443-98FE-F6030676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AC9B9-FAD0-4BEC-87BC-A896991D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9B9B6-5682-48F2-9629-168D1C29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61290-4342-4A76-BAD3-25F0D2FF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9439-4FD0-4592-9F38-360B24DF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24CB9-94B9-4D03-A213-C26CDB88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15DDA-6EBC-4460-A1ED-B85029CA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84C63-4E53-4FAB-994A-42EFC61B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Pair students. Player A divides 10 tokens between A and B.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Player B accepts or rejects. If rejected, both get nothing.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Collect anonymous results.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why people reject unfair offers.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3FFE0-C84E-4F89-A6C7-5E74836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6600971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149DE-F301-4713-ACFB-CFD4301A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381CA-6A49-4EB5-90A7-9EC4FDC2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C2D30-F4D2-4550-8149-CEF22E9D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1300C-1CFE-43FA-8F2B-369A6FCC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A13EB-43DE-4D7A-A243-6253BFC9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1CB98-B83B-48A8-80F3-29ADDA1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F7171-0E49-4251-BD51-34202A6D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7F9B0-CECA-44AB-945D-C50F13B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F2F2-B539-4F35-B063-44C4382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C4218-E4CC-4DBF-B2F7-4EDA9E45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836A1-4D83-4CDE-87EC-A3F398A3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AA712-EEC8-4277-A61E-753C231F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232AF-03E0-43D5-A3C1-9711624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96696-0B4B-41BE-B235-D90CFFC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6615E-EAD2-4E82-B371-EE6BF2D0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0D38C-A4A9-45DA-80AD-88CDE5E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C2292-2B7F-4E7F-9CBC-FC70F570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48D5C-45E0-4B90-8232-828DCE3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57713-6D09-4DAE-BE45-504C6FCC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DA7A6-4B15-442D-B007-0B49CB00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0EA46-9095-432A-87CB-FF4B1BE8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0B9AD-FA3B-4135-893A-735A5380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1E873-4449-4FCE-9F42-39C0E644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0A939-2873-4376-9428-7F021D5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7C24A-C287-482B-B795-77F2FBC2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1A582C-89DC-4B1E-860C-19AF302B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1EF74-E3C7-4E5B-AB2D-A5AE9A57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5509B-30D1-4C1D-9C18-582E695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6224411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C9EA4-30CA-4F3A-AA60-CA26787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8555D-A19E-4A23-B7D0-B54CD38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FE6FC-7B67-4E1E-B47F-2CEA4B6D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0F0BE-6AC8-4851-8DC9-96DF9495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AC9E3-D5F2-4E27-B8D4-2D4EA571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DD572-4276-4862-A7F9-620BD2E3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29D0F-096D-4AF0-B78D-2163B85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A7F88-E9F6-491F-8BD3-E4BEA219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5162B-7A30-46A9-A5B7-F1D1213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370EA-9D3E-4523-99BF-0AB0A8F6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BDB6A-9FF1-49B5-A41D-2C7D9E5E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A0B56-B7BE-4BF8-965F-C280B03A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human behaviour be predicted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scientifically?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humans rational knowers?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fairness, emotion and culture affect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decision-making?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7723B-F066-4BF0-9402-CADCF741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AE270-5E3D-4165-A18B-1F06A350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8102F-1A54-4405-9A75-9C945A9A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D0E73-355D-456A-8B58-A9227915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human behaviour be predicted scientifically?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humans rational knowers?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fairness, emotion and culture affect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decision-making?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66A92-5924-4A46-B1F1-FB4F405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358236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FA643D-F0FC-4071-9AF1-20608E62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27C81-DC2D-4A60-8AF8-91A03B9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821E4-63B3-42D9-AE69-3162542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134FD-277A-4F82-8DC3-81381918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F4718-91A7-4C33-AA71-55B6936C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5457B-3D4F-4BA5-A045-ABAEB6E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BE502-140D-4888-AB83-B907112C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58A09-9FDE-4908-A3CB-55D565EB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37C96-1E76-45FD-B2DD-CC4A08B9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79DDB-0E58-4EC7-88FB-84359BDB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424BE-0C9B-49AD-9542-6815D3C5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179A7-3F32-4476-B0F7-9FF5E26A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Ultimatum Game: "My first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felt obvious, but my evidence was thinner than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D7C79-EE43-468C-9F0F-C529728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C2C9E-1364-4B1B-AC3B-DAF2CBD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5AFD3-BE3D-4595-B118-C42BA21C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D1657-A6B9-44E9-8122-FE16385A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fed14ee7d456a">
            <a:extLst>
              <a:ext uri="{96DAC541-7B7A-43D3-8B79-37D633B846F1}">
                <asvg:svgBlip xmlns:asvg="http://schemas.microsoft.com/office/drawing/2016/SVG/main" r:embed="R145297490f514e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082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047C4-1890-42A9-AD03-38690602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F6EF8-4F28-4C2F-A45E-B6C527A0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B95C-EB1B-431C-881D-50EEA12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E830C-15DA-483A-8E21-A3ED9841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B0DB-7F88-44A4-9938-CA07F9F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94A02-2ED0-4233-A61D-53664EFC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129F0-F0B1-4EF7-83FA-31C3E23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1B57C-2520-45F0-A898-D8602F5B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4BF30-1088-44B5-A11D-386203B4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1A94F-E9F1-4B73-B58F-09BF8B72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F9288-5A4A-44C7-9BA0-075D5C9D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22C01-88D3-41ED-9E01-E3565219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class distribution of accepted and rejected offers.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C3294-819F-46B3-A7CF-F3781CA2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D2BBB-3A67-4AA8-97E2-7BD52FA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250F9-F554-4D0E-83FB-17B6479E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97CE3-EC1A-4A50-873B-91B92073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3FAC7-B01C-42EA-B9B9-B2BFC7B1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D4446-2698-47AB-8726-D11DCB17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B27B8-E704-4144-A1AB-C5DCFD0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28F0E-F7DF-43D3-BA2B-AC4A6092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Replication Debate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4B6D7-A0D6-4588-AC54-77D8357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420851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2026-06-20T10:31:36.3800000Z</dcterms:created>
  <dcterms:modified xsi:type="dcterms:W3CDTF">2026-06-20T10:31:36.3800000Z</dcterms:modified>
</coreProperties>
</file>