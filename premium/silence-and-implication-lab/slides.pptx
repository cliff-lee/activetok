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58d20801764d7e" /><Relationship Type="http://schemas.openxmlformats.org/officeDocument/2006/relationships/extended-properties" Target="/docProps/app.xml" Id="Rf6109751e90b4e90" /><Relationship Type="http://schemas.openxmlformats.org/officeDocument/2006/relationships/officeDocument" Target="/ppt/presentation.xml" Id="R356d487984e94f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dd6c81d2384fe1"/>
  </p:sldMasterIdLst>
  <p:notesMasterIdLst>
    <p:notesMasterId xmlns:r="http://schemas.openxmlformats.org/officeDocument/2006/relationships" r:id="Rea9da8a5158747fe"/>
  </p:notesMasterIdLst>
  <p:sldIdLst>
    <p:sldId xmlns:r="http://schemas.openxmlformats.org/officeDocument/2006/relationships" id="256" r:id="Rec7460b67a964db8"/>
    <p:sldId xmlns:r="http://schemas.openxmlformats.org/officeDocument/2006/relationships" id="257" r:id="Rc4f0ee51cc65465a"/>
    <p:sldId xmlns:r="http://schemas.openxmlformats.org/officeDocument/2006/relationships" id="258" r:id="Rc1907b2ec6ff4c03"/>
    <p:sldId xmlns:r="http://schemas.openxmlformats.org/officeDocument/2006/relationships" id="259" r:id="Rf42c9805d63440ea"/>
    <p:sldId xmlns:r="http://schemas.openxmlformats.org/officeDocument/2006/relationships" id="260" r:id="Rc36f140f960c408e"/>
    <p:sldId xmlns:r="http://schemas.openxmlformats.org/officeDocument/2006/relationships" id="261" r:id="R183bfeedf5a147e1"/>
    <p:sldId xmlns:r="http://schemas.openxmlformats.org/officeDocument/2006/relationships" id="262" r:id="Rcd7c59e5c0de4ae7"/>
    <p:sldId xmlns:r="http://schemas.openxmlformats.org/officeDocument/2006/relationships" id="263" r:id="R858116915f9e4dd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dafbf700d542c8" /><Relationship Type="http://schemas.openxmlformats.org/officeDocument/2006/relationships/slideMaster" Target="/ppt/slideMasters/slideMaster1.xml" Id="R27dd6c81d2384fe1" /><Relationship Type="http://schemas.openxmlformats.org/officeDocument/2006/relationships/notesMaster" Target="/ppt/notesMasters/notesMaster1.xml" Id="Rea9da8a5158747fe" /><Relationship Type="http://schemas.openxmlformats.org/officeDocument/2006/relationships/presProps" Target="/ppt/presProps.xml" Id="R1ac7de908587466b" /><Relationship Type="http://schemas.openxmlformats.org/officeDocument/2006/relationships/tableStyles" Target="/ppt/tableStyles.xml" Id="R5638ee3107f14eb5" /><Relationship Type="http://schemas.openxmlformats.org/officeDocument/2006/relationships/slide" Target="/ppt/slides/slide1.xml" Id="Rec7460b67a964db8" /><Relationship Type="http://schemas.openxmlformats.org/officeDocument/2006/relationships/slide" Target="/ppt/slides/slide2.xml" Id="Rc4f0ee51cc65465a" /><Relationship Type="http://schemas.openxmlformats.org/officeDocument/2006/relationships/slide" Target="/ppt/slides/slide3.xml" Id="Rc1907b2ec6ff4c03" /><Relationship Type="http://schemas.openxmlformats.org/officeDocument/2006/relationships/slide" Target="/ppt/slides/slide4.xml" Id="Rf42c9805d63440ea" /><Relationship Type="http://schemas.openxmlformats.org/officeDocument/2006/relationships/slide" Target="/ppt/slides/slide5.xml" Id="Rc36f140f960c408e" /><Relationship Type="http://schemas.openxmlformats.org/officeDocument/2006/relationships/slide" Target="/ppt/slides/slide6.xml" Id="R183bfeedf5a147e1" /><Relationship Type="http://schemas.openxmlformats.org/officeDocument/2006/relationships/slide" Target="/ppt/slides/slide7.xml" Id="Rcd7c59e5c0de4ae7" /><Relationship Type="http://schemas.openxmlformats.org/officeDocument/2006/relationships/slide" Target="/ppt/slides/slide8.xml" Id="R858116915f9e4d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37d38592c84c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b3087f90cd4998" /><Relationship Type="http://schemas.openxmlformats.org/officeDocument/2006/relationships/notesMaster" Target="/ppt/notesMasters/notesMaster1.xml" Id="R6c2805c6ee2841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0c0e0b89a8474a" /><Relationship Type="http://schemas.openxmlformats.org/officeDocument/2006/relationships/notesMaster" Target="/ppt/notesMasters/notesMaster1.xml" Id="R3cb29934e9bf47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2e1206c2514c69" /><Relationship Type="http://schemas.openxmlformats.org/officeDocument/2006/relationships/notesMaster" Target="/ppt/notesMasters/notesMaster1.xml" Id="Re340c49011b140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52d66986a54b54" /><Relationship Type="http://schemas.openxmlformats.org/officeDocument/2006/relationships/notesMaster" Target="/ppt/notesMasters/notesMaster1.xml" Id="R17970866f34c4d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146006dee04211" /><Relationship Type="http://schemas.openxmlformats.org/officeDocument/2006/relationships/notesMaster" Target="/ppt/notesMasters/notesMaster1.xml" Id="R596de5ecb78a41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80ed5dfd674a22" /><Relationship Type="http://schemas.openxmlformats.org/officeDocument/2006/relationships/notesMaster" Target="/ppt/notesMasters/notesMaster1.xml" Id="R162f77ef30694f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49a57958e84613" /><Relationship Type="http://schemas.openxmlformats.org/officeDocument/2006/relationships/notesMaster" Target="/ppt/notesMasters/notesMaster1.xml" Id="R29191e91492f4a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b77f2d5052427f" /><Relationship Type="http://schemas.openxmlformats.org/officeDocument/2006/relationships/notesMaster" Target="/ppt/notesMasters/notesMaster1.xml" Id="R68f5c541910844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51e8fe4fac40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08c4a17c2c43ff" /><Relationship Type="http://schemas.openxmlformats.org/officeDocument/2006/relationships/slideLayout" Target="/ppt/slideLayouts/slideLayout1.xml" Id="R74a42ec6eaf94f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a42ec6eaf94f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bd37ba81749a9" /><Relationship Type="http://schemas.openxmlformats.org/officeDocument/2006/relationships/image" Target="/ppt/media/image.png" Id="R9cc66e3c781a4b20" /><Relationship Type="http://schemas.openxmlformats.org/officeDocument/2006/relationships/image" Target="/ppt/media/image.svg" Id="Ree64dd60ea0148f1" /><Relationship Type="http://schemas.openxmlformats.org/officeDocument/2006/relationships/notesSlide" Target="/ppt/notesSlides/notesSlide1.xml" Id="Re7facfba577c44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43424b332470e" /><Relationship Type="http://schemas.openxmlformats.org/officeDocument/2006/relationships/notesSlide" Target="/ppt/notesSlides/notesSlide2.xml" Id="Rb8cc5c9bc4364d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2c82275244bbe" /><Relationship Type="http://schemas.openxmlformats.org/officeDocument/2006/relationships/image" Target="/ppt/media/image2.png" Id="R5af046feff8c4c2c" /><Relationship Type="http://schemas.openxmlformats.org/officeDocument/2006/relationships/image" Target="/ppt/media/image2.svg" Id="R9e4dc03c55df488d" /><Relationship Type="http://schemas.openxmlformats.org/officeDocument/2006/relationships/notesSlide" Target="/ppt/notesSlides/notesSlide3.xml" Id="R1d1ec8b9a4ab4b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1344500e14217" /><Relationship Type="http://schemas.openxmlformats.org/officeDocument/2006/relationships/notesSlide" Target="/ppt/notesSlides/notesSlide4.xml" Id="Re8dec4a12c3448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9a9df1748450b" /><Relationship Type="http://schemas.openxmlformats.org/officeDocument/2006/relationships/notesSlide" Target="/ppt/notesSlides/notesSlide5.xml" Id="R492ba11f77884f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653ce7da94878" /><Relationship Type="http://schemas.openxmlformats.org/officeDocument/2006/relationships/notesSlide" Target="/ppt/notesSlides/notesSlide6.xml" Id="R0c14bffcc51640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1039b483044e1" /><Relationship Type="http://schemas.openxmlformats.org/officeDocument/2006/relationships/image" Target="/ppt/media/image3.png" Id="R9b264d5463ad4bc0" /><Relationship Type="http://schemas.openxmlformats.org/officeDocument/2006/relationships/image" Target="/ppt/media/image3.svg" Id="Rd95acfb5fc494425" /><Relationship Type="http://schemas.openxmlformats.org/officeDocument/2006/relationships/notesSlide" Target="/ppt/notesSlides/notesSlide7.xml" Id="R8bea4bb0a20041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77a38ff594f6b" /><Relationship Type="http://schemas.openxmlformats.org/officeDocument/2006/relationships/notesSlide" Target="/ppt/notesSlides/notesSlide8.xml" Id="Rf60c0e8c19e7442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16FD54-D213-4413-9CDC-6CE862ED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9FEB5-36D3-4C04-9A62-27095D45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31650-92C6-480E-AAE7-E13B6FE1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4046F-40C3-4658-87A3-FC148BAB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CBFCD-2AB3-4AF3-B0B7-3AC49A7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8F209-10DF-4F76-9CF7-FDE3B307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98974-E777-46DD-9387-69652EFA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Silence and Implication Lab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E85F4-F392-4357-AB1E-690060DC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66e3c781a4b20">
            <a:extLst>
              <a:ext uri="{96DAC541-7B7A-43D3-8B79-37D633B846F1}">
                <asvg:svgBlip xmlns:asvg="http://schemas.microsoft.com/office/drawing/2016/SVG/main" r:embed="Ree64dd60ea0148f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D0A2E-0513-473A-9E6D-ADC2384D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E8255-E37C-499C-95FB-5E364444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3A512-C580-4847-9E11-B82691CE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A41FD-767C-4C90-A1C1-5498F433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Meaning often depends on implication; silence can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communicate without explicitly claiming.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22F39-B829-4377-918F-FC951623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DD913E-52CE-472F-B5E6-FDF6670D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FBCEA0-6F7D-497D-8C0A-A909D2C3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464CF9-936F-45FE-94C4-57322973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20-30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Easy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3398936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22AF4-30AD-4483-9839-92633AD4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7A95F-9460-4087-843D-4A8B2871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D253F-A2B5-4AE3-8421-83CE932A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01BC3-B5DD-41C2-9365-E7E042AD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46FCA-AE31-4A50-B940-37DFD101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F23B6-9C32-4C01-8E99-52523931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B485F-DC85-4942-8DD5-427E7D67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D0929-B5B0-4166-AF3A-ECA20638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A6247-BE71-4C33-B5DA-7AF4A6CD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19C08-93A6-45BD-BCBF-469CCC84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D3A15-932B-499E-B923-0B927262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90099-5D4A-4718-A5BB-0B431F7C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distinguish explicit claims from implied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meanings.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Meaning often depends on implication; silence can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communicate without explicitly claiming.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7A912-8196-42BF-8768-143C6692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32F4C-1417-41A5-875B-43BC55B8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CCF2C-8270-445C-B8A5-1049C29E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AEC18F-09C7-4EA7-9913-767E9B04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Dialogue cards with missing responses, pauses,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indirect wording.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Implication analysis sheet.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Explicit/implied meaning chart.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Context cards: close friend, teacher feedback, formal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email, sarcastic tone, nervous speaker.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BCDA3-98FE-4056-B1FE-8CEC86BF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26434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553BF7-FE8E-40EA-8E59-488767CB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BA1E9-54AB-4CDE-B1E4-4A592FFE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1FFB7-E41B-4621-B3CB-71ED76B1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FD89E-E9E5-4897-93FF-B98EC321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5E006-905E-42FE-8012-1C3927AD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5DEB7-DADB-4980-92EA-5DD2B6CF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F51F3-559C-447A-A2CB-316CAF1C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B7801-B9B4-48C4-BE8C-A8CFEA9F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046feff8c4c2c">
            <a:extLst>
              <a:ext uri="{96DAC541-7B7A-43D3-8B79-37D633B846F1}">
                <asvg:svgBlip xmlns:asvg="http://schemas.microsoft.com/office/drawing/2016/SVG/main" r:embed="R9e4dc03c55df488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5368A-55F1-4650-AE97-11B0882C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38AE5-138A-445B-8D1A-9587627D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3A7DD-E495-455B-97D7-AD2C9327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09111-6ABD-4F7F-B21B-ECEA7495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Silence and Implication Lab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Dialogue: 'Did you like my presentation?'...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Silence and Implication Lab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Dialogue: 'Are you coming to the meeting?' 'I...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96D11-3C29-4A9B-867D-93E2255C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0058B3-04F1-45CB-A3F8-AB293342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C2267-67E7-4377-9B16-45854E26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7A565-71C7-4A6E-BE7C-1230545A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Silence and Implication Lab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Silence and Implication Lab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229227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C399AC-3A9C-473E-8CB6-4A852883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070A2-FB69-40C0-9D21-B9FE7238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B1EB7-38CD-4B34-98F6-2D122652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E08E1-2EB7-45B5-9F9E-6013C3E9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DF3FE-7C65-4135-B682-6AA7009B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10892-DDEC-4003-BBFF-1C735963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2A7A9-B142-440F-BF22-6CC2E481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767A6-98F1-4026-A569-D45EE189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67444-93CE-4104-B91A-B2A5D947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2832C-369C-41E6-A81A-674EF479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39CBA-2B5A-4338-A244-48762409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37375-4D5B-4A96-9D5F-E8E432BC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pairs a short dialogue with one ambiguous silence or indirect reply.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Students list what was explicitly said and what was implied.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Groups add context cards that change the implication.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Students decide which interpretation is most justified.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how implication functions in everyday and institutional knowledge.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6463B-6812-4CB7-8867-A0854C6A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2897370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5D2E6F-7E35-4E2D-93C5-0DBFEBD1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28651-1841-43C1-9DEE-9F133316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CB6FC-E221-4377-8D25-A80859FC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823DF-4E79-4F8D-9DE6-BAE6A712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2CDE3-EABC-426C-9FFB-A963ABB3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F1CAC-D62D-4FCD-8EE7-2EBC6CBD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BBE39-7DDF-4FE0-8708-ABBBB7B2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CC8EE-7752-4C58-A755-D3E00DCC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683F3-45EF-4769-8FD8-C0E80015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BD3A2-2D25-411D-A463-5A132C83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13C95-9A64-441B-B4E2-D03B8811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771D4-2362-49A6-95FA-BCDFD70B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047C0-4D2D-4F79-A1DB-12D8333D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14B2CE-3990-427D-8860-9D745C2F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01F8B-B6FD-4B17-A6CE-77971646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143F5-1034-4386-9242-B2F298DE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D68C7A-EBF7-4D82-910E-30E4F980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549C71-957E-4835-9F05-15A62566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6E451B-63E8-4F43-8918-39C20F3C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1D9039-0892-495C-B2C2-1DDCF13D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9ED98-C9C3-4F21-8C9E-86CDAA13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86CE01-CCDB-41B6-93B1-3CE13090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C0E9AC-244A-4A29-A067-9CD1DB92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23694F-7A10-4ECB-9A57-6EF06FAA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A9A75E-49CD-4542-85F7-50963C73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65EAF7-2821-40D1-A611-69AA0B19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6F2CAC-1E4F-4B53-A2A2-707F6461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33BC80-AA60-4DED-8A26-E870A95D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5411943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BEE7F6-A32D-4341-96C2-E8CEA419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594FE-F564-4E3B-891F-C6B104E8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9CAB1-43E9-4393-BFD6-C18F3A93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D5B0B-EA99-481A-959D-B8F4479F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1B130-A1B7-44F5-9E21-BF999104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BA8DB-EBE2-49E9-84CD-41A77D29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83EA7-46C3-497D-99CB-578915B2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77A13-0D17-4F62-A7F9-4E89D5B8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F0470-67A0-4F9F-A476-00EC7DB8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24F3A-77DF-4E15-AE65-895AE444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46F9F-053E-48D3-B30D-A073A9A5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892BB-DFCC-497F-A773-07864777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Can silence be evidence?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context and shared norms make implication possible?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is reading between the lines responsible and when is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it overinterpretation?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F9343-BA6D-4CA0-B7C0-DEE9EF20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08F760-0FAB-4489-ABC8-6E06A679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E65A5-C74D-49E7-9DB3-06D29AF9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C401E-9E99-4AB0-AE9D-8707E869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silence be evidence?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shared norms shape meaning?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makes an implied claim justified?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8A0E6-75D4-432F-B91A-8EB8AC65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7740847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68D864-1CBE-4788-AB05-752E4464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F4494-8D9F-454F-A5DB-8B4A6BB3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6EA0B-5EA4-4CCA-8F34-596AE16E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E0660-107A-4F74-80B2-56D20DBC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C9707-A520-438A-88A9-7D1016AA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94BD0-6642-401F-9D75-CB90ED44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37C6C-DFFE-485A-8175-AC38EF00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EEAC7-3C89-4602-B6BA-01D884C0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A15C2-AD08-4C83-BFFB-F06B649B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8A708-76F6-45A0-9F93-532A7F5C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DA2DB-A307-4BBF-8F00-DB797C8F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2E6E7-6788-4E77-9DBD-E9287952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reply praised the slides but implied the content was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weak.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With a formal context, the same indirect answer sounded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more polite than evasive.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F698D-AB71-4FB7-83F4-9750C960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5F56E-D4DB-4EA6-A927-DD5878AB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20065-DC59-4723-9F41-FB4B824C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D0BD64-75D9-4E2F-A59F-42406976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rewrite an indirect statement as a direct claim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and compare effects.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Connect implication to diplomacy, advertising, poetry,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classroom feedback.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64d5463ad4bc0">
            <a:extLst>
              <a:ext uri="{96DAC541-7B7A-43D3-8B79-37D633B846F1}">
                <asvg:svgBlip xmlns:asvg="http://schemas.microsoft.com/office/drawing/2016/SVG/main" r:embed="Rd95acfb5fc4944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7932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5AA652-4E53-470B-8FD8-6C2DF63D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905EA-D423-4501-B48E-91677E29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70B1E-1DA9-4EC2-90F3-AF8F82DC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154B3-82AB-4B60-A57D-A10215A2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04DA7-5441-4482-AFAD-237F17E2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9FBFC-F762-4EBF-9C63-49841E19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0D400-91A6-469B-B4AD-193D1AD5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A3850-4E73-416D-9766-6302D254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42D1D-A46A-4558-AA46-041D2ACF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15CC3-827F-45D4-AD37-47EACB6C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5D0C2-F3AF-4117-9AA8-99BDA2E9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C14A1-8C9C-48F4-8D77-E6E4D352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short dialogue annotated for explicit meaning and implied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meaning.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3D104-333F-4981-AB85-CCD9D9A8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3141A7-0A7E-4476-9CBB-A373FCD5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974710-425F-4A8C-980F-053E8A21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C063F7-9C95-47CD-B945-169E8840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2D5E12-8655-45FB-8980-2697DF0E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D843C-B612-4D48-A622-CA612125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C54D4B-5FF3-469D-BF61-5E907831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F4627-6289-4208-A850-8CF4FFD1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Ambiguity Court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Euphemism and Moral Distance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Loaded Headline Laboratory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3131D7-3B6C-4B5B-BE2F-F1B509AF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105393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2026-06-20T10:31:40.7880000Z</dcterms:created>
  <dcterms:modified xsi:type="dcterms:W3CDTF">2026-06-20T10:31:40.7880000Z</dcterms:modified>
</coreProperties>
</file>