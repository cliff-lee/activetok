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689e927184e70" /><Relationship Type="http://schemas.openxmlformats.org/officeDocument/2006/relationships/extended-properties" Target="/docProps/app.xml" Id="R23d8823956524a68" /><Relationship Type="http://schemas.openxmlformats.org/officeDocument/2006/relationships/officeDocument" Target="/ppt/presentation.xml" Id="R18323e13b6104f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0e88a66344fa5"/>
  </p:sldMasterIdLst>
  <p:notesMasterIdLst>
    <p:notesMasterId xmlns:r="http://schemas.openxmlformats.org/officeDocument/2006/relationships" r:id="R84d3afb9c4784bf0"/>
  </p:notesMasterIdLst>
  <p:sldIdLst>
    <p:sldId xmlns:r="http://schemas.openxmlformats.org/officeDocument/2006/relationships" id="256" r:id="Rf2e5ee51da4348f5"/>
    <p:sldId xmlns:r="http://schemas.openxmlformats.org/officeDocument/2006/relationships" id="257" r:id="R42f5585e1775463d"/>
    <p:sldId xmlns:r="http://schemas.openxmlformats.org/officeDocument/2006/relationships" id="258" r:id="Ra434131c73964edc"/>
    <p:sldId xmlns:r="http://schemas.openxmlformats.org/officeDocument/2006/relationships" id="259" r:id="R307421d51936472a"/>
    <p:sldId xmlns:r="http://schemas.openxmlformats.org/officeDocument/2006/relationships" id="260" r:id="R403e0b13a6014ec1"/>
    <p:sldId xmlns:r="http://schemas.openxmlformats.org/officeDocument/2006/relationships" id="261" r:id="R460eff0cb2534ed3"/>
    <p:sldId xmlns:r="http://schemas.openxmlformats.org/officeDocument/2006/relationships" id="262" r:id="R7274292df6074b91"/>
    <p:sldId xmlns:r="http://schemas.openxmlformats.org/officeDocument/2006/relationships" id="263" r:id="R56f9adfa17e640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4d1d9399334e8d" /><Relationship Type="http://schemas.openxmlformats.org/officeDocument/2006/relationships/slideMaster" Target="/ppt/slideMasters/slideMaster1.xml" Id="R4580e88a66344fa5" /><Relationship Type="http://schemas.openxmlformats.org/officeDocument/2006/relationships/notesMaster" Target="/ppt/notesMasters/notesMaster1.xml" Id="R84d3afb9c4784bf0" /><Relationship Type="http://schemas.openxmlformats.org/officeDocument/2006/relationships/presProps" Target="/ppt/presProps.xml" Id="R98c31d64995048df" /><Relationship Type="http://schemas.openxmlformats.org/officeDocument/2006/relationships/tableStyles" Target="/ppt/tableStyles.xml" Id="Rf39d880066274a6e" /><Relationship Type="http://schemas.openxmlformats.org/officeDocument/2006/relationships/slide" Target="/ppt/slides/slide1.xml" Id="Rf2e5ee51da4348f5" /><Relationship Type="http://schemas.openxmlformats.org/officeDocument/2006/relationships/slide" Target="/ppt/slides/slide2.xml" Id="R42f5585e1775463d" /><Relationship Type="http://schemas.openxmlformats.org/officeDocument/2006/relationships/slide" Target="/ppt/slides/slide3.xml" Id="Ra434131c73964edc" /><Relationship Type="http://schemas.openxmlformats.org/officeDocument/2006/relationships/slide" Target="/ppt/slides/slide4.xml" Id="R307421d51936472a" /><Relationship Type="http://schemas.openxmlformats.org/officeDocument/2006/relationships/slide" Target="/ppt/slides/slide5.xml" Id="R403e0b13a6014ec1" /><Relationship Type="http://schemas.openxmlformats.org/officeDocument/2006/relationships/slide" Target="/ppt/slides/slide6.xml" Id="R460eff0cb2534ed3" /><Relationship Type="http://schemas.openxmlformats.org/officeDocument/2006/relationships/slide" Target="/ppt/slides/slide7.xml" Id="R7274292df6074b91" /><Relationship Type="http://schemas.openxmlformats.org/officeDocument/2006/relationships/slide" Target="/ppt/slides/slide8.xml" Id="R56f9adfa17e640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ad651a5b4f4f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930a1cf6944966" /><Relationship Type="http://schemas.openxmlformats.org/officeDocument/2006/relationships/notesMaster" Target="/ppt/notesMasters/notesMaster1.xml" Id="R8e26c32a2f754a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187666b48a4b49" /><Relationship Type="http://schemas.openxmlformats.org/officeDocument/2006/relationships/notesMaster" Target="/ppt/notesMasters/notesMaster1.xml" Id="R026edfec460b4a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d9833988d4415" /><Relationship Type="http://schemas.openxmlformats.org/officeDocument/2006/relationships/notesMaster" Target="/ppt/notesMasters/notesMaster1.xml" Id="R8d2dfe8e8982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afd91410ee411a" /><Relationship Type="http://schemas.openxmlformats.org/officeDocument/2006/relationships/notesMaster" Target="/ppt/notesMasters/notesMaster1.xml" Id="R081d1d52209f4f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cc516851274948" /><Relationship Type="http://schemas.openxmlformats.org/officeDocument/2006/relationships/notesMaster" Target="/ppt/notesMasters/notesMaster1.xml" Id="R1dd51a772f5d46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066a82498846cc" /><Relationship Type="http://schemas.openxmlformats.org/officeDocument/2006/relationships/notesMaster" Target="/ppt/notesMasters/notesMaster1.xml" Id="Rb196f0bab16642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aa3d2052cb4f57" /><Relationship Type="http://schemas.openxmlformats.org/officeDocument/2006/relationships/notesMaster" Target="/ppt/notesMasters/notesMaster1.xml" Id="R7de0743247d746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6f6cd73806404c" /><Relationship Type="http://schemas.openxmlformats.org/officeDocument/2006/relationships/notesMaster" Target="/ppt/notesMasters/notesMaster1.xml" Id="R924bbf2db2e44e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77d8d955d49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a7f7cd8864e1f" /><Relationship Type="http://schemas.openxmlformats.org/officeDocument/2006/relationships/slideLayout" Target="/ppt/slideLayouts/slideLayout1.xml" Id="R54925b1849534f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925b1849534f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b76511395413b" /><Relationship Type="http://schemas.openxmlformats.org/officeDocument/2006/relationships/image" Target="/ppt/media/image.png" Id="R67c64fc43dce4873" /><Relationship Type="http://schemas.openxmlformats.org/officeDocument/2006/relationships/image" Target="/ppt/media/image.svg" Id="Rffc3deef5aca4aa6" /><Relationship Type="http://schemas.openxmlformats.org/officeDocument/2006/relationships/notesSlide" Target="/ppt/notesSlides/notesSlide1.xml" Id="Rbda8197f186947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7df54c8fd4773" /><Relationship Type="http://schemas.openxmlformats.org/officeDocument/2006/relationships/notesSlide" Target="/ppt/notesSlides/notesSlide2.xml" Id="Rf513c157bc6a42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9be42e97b4ad7" /><Relationship Type="http://schemas.openxmlformats.org/officeDocument/2006/relationships/image" Target="/ppt/media/image2.png" Id="Rb30ecb670f4a40f8" /><Relationship Type="http://schemas.openxmlformats.org/officeDocument/2006/relationships/image" Target="/ppt/media/image2.svg" Id="Re738dbe6b3594af0" /><Relationship Type="http://schemas.openxmlformats.org/officeDocument/2006/relationships/notesSlide" Target="/ppt/notesSlides/notesSlide3.xml" Id="Rc97668e1f66c44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bd6885fab44fc" /><Relationship Type="http://schemas.openxmlformats.org/officeDocument/2006/relationships/notesSlide" Target="/ppt/notesSlides/notesSlide4.xml" Id="Rde98b0c2b90345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76db182664987" /><Relationship Type="http://schemas.openxmlformats.org/officeDocument/2006/relationships/notesSlide" Target="/ppt/notesSlides/notesSlide5.xml" Id="Re11b5f177c004c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8ef2944d04983" /><Relationship Type="http://schemas.openxmlformats.org/officeDocument/2006/relationships/notesSlide" Target="/ppt/notesSlides/notesSlide6.xml" Id="R169664463e0744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30534363f4fc8" /><Relationship Type="http://schemas.openxmlformats.org/officeDocument/2006/relationships/image" Target="/ppt/media/image3.png" Id="Rb962405cd9e04a05" /><Relationship Type="http://schemas.openxmlformats.org/officeDocument/2006/relationships/image" Target="/ppt/media/image3.svg" Id="R22bc096e34384079" /><Relationship Type="http://schemas.openxmlformats.org/officeDocument/2006/relationships/notesSlide" Target="/ppt/notesSlides/notesSlide7.xml" Id="Rab1dc14955bb43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3a95fd0b64f8b" /><Relationship Type="http://schemas.openxmlformats.org/officeDocument/2006/relationships/notesSlide" Target="/ppt/notesSlides/notesSlide8.xml" Id="Rc605b8cd95cf45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7146A-482D-442B-ABD1-5CB50A7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073E9-4D8C-4FAE-A006-41FDE9A8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24D0C-8DEA-4C08-9441-915A89ED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6FB53-83BA-43AA-A1C5-23589096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4C9B0-7139-4A56-81A9-2C79A7ED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DFEB5-E575-482B-AB21-1D229519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20984-9283-4096-9825-53CCB9DD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Expertise Boundary Clinic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5A275-EAC4-4A16-A8AE-1C737A27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64fc43dce4873">
            <a:extLst>
              <a:ext uri="{96DAC541-7B7A-43D3-8B79-37D633B846F1}">
                <asvg:svgBlip xmlns:asvg="http://schemas.microsoft.com/office/drawing/2016/SVG/main" r:embed="Rffc3deef5aca4a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AFFB5-C982-4DFA-8CFE-2062E54A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34125-CBBA-44DC-A9D2-AD4DBFE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2C068-2FAF-4556-A84F-E53FBFE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64953-6121-4B9D-9AA7-CDC13346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Expertise is powerful evidence within boundaries, but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those boundaries must be identified.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9C8B6-1B34-47E8-8368-59597C2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2BDC0-45C0-4391-98E9-BF05D861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22FA1-C8B5-4594-AECF-3667EBE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9219E-F24F-4495-B2EC-FCBF1AE2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4052999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7171DF-9BA9-4858-BB88-7C5C203A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1BBCD-1AAB-4C38-95C8-23B83519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64751-FEF8-4326-9B64-03ED9E4A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03F11-DF3C-42B8-83C8-9C3DD8A7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4D50A-0538-4E42-9898-C01629C3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BA705-81F4-4F5A-963B-3991AC48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D83AC-9996-4039-9E83-D6101B55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64745-6A8F-4492-B235-88945A6F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E0B61-1EBD-432F-BF58-34DF425C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C1018-D0D4-4C19-9808-A6DD76E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E8686-39A2-4F44-907E-D3057339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2E2E9-D81D-4907-8E38-37C81FA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evaluate the scope and limits of expert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authority.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Expertise is powerful evidence within boundaries, but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those boundaries must be identified.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669E8-6ED7-4FA3-815E-FC0ABC5F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071A1-D5C7-4DF7-9306-1E9F3814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0C7F1-B39D-4E77-9396-66AC0D40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4012A-A7F2-48AB-84D5-B57FC30E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Expert profile cards and claim cards from different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AOKs.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Boundary checklist: domain, evidence, uncertainty,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conflict of interest, consensus.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Boundary checklist: domain, evidence, consensus,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conflict of interest, uncertainty.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Claim sorting mat: inside expertise, adjacent,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outside, needs more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90690-5D0D-4519-86E8-CA699BE2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691342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0931D-5851-419D-8513-BBC638B8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CF276-C2D8-4135-A0B5-A1257421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CD6E9-4213-42D4-B952-60674886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5B120-344D-4D7B-B123-5943253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EA7B3-1CB3-4469-B176-2A7466FE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6FD7A-07A1-490B-86E6-D256372B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3DAD2-31A8-47FC-AEA7-801C8F74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C0012-E59A-4FE8-8750-22B5C731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ecb670f4a40f8">
            <a:extLst>
              <a:ext uri="{96DAC541-7B7A-43D3-8B79-37D633B846F1}">
                <asvg:svgBlip xmlns:asvg="http://schemas.microsoft.com/office/drawing/2016/SVG/main" r:embed="Re738dbe6b3594a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D96AD-1DE0-4BB8-9688-27E9E975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E1F50-2BA3-42C5-AF55-DD73233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1EA4F-8B5C-4C7C-B7F6-99A5E8DD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59D4F-EEC6-4D4A-9E6F-560CA92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Expertise Boundary Clinic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Expert: climate scientist; claims about...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Expertise Boundary Clinic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Expert: novelist; claims about narrative...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211C3-9C8B-4D97-94FA-FD766500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607AB-1F19-4C94-8E1B-707F26E9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20AC8-27B6-4C73-BC09-EC61A79C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D6740-BDDB-42D2-8ABE-E95B89A5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Expertise Boundary Clinic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Expertise Boundary Clinic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534040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58DCB-5290-40AC-9EDC-3F0B03D3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30013-E1FA-4304-B942-75CD7F73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99D2F-BA76-40E6-967A-E8F31FCA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11008-2353-4DE4-B0FE-9771B002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835D1-75FF-4719-98FA-518D755F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E77AF-E4F0-4B9A-A6B2-9DF80029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F4BF7-A29A-4165-B88B-51185C3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8ACB9-3F24-43A6-AB71-627CA7FA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D39FF-9A6D-4E06-B6FF-0299477B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4AEF0-CD3F-40DF-957E-7A613330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706D0-60BC-4179-8DBE-58D9A0C5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98202-9B12-4F0F-9325-0DF0F95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an expert profile and several claims the expert might make.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decide which claims fall inside, near, or outside the expert's domain.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identify what extra evidence would be needed for each claim.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cases where expertise should carry more or less weight.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responsible trust in knowledge communities.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5F537-0491-45E3-807C-ABF01B9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Cross-AOK.</a:t>
            </a:r>
          </a:p>
        </p:txBody>
      </p:sp>
    </p:spTree>
    <p:extLst>
      <p:ext uri="{BB962C8B-B14F-4D97-AF65-F5344CB8AC3E}">
        <p14:creationId xmlns:p14="http://schemas.microsoft.com/office/powerpoint/2010/main" val="19631349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17B28B-C983-41C8-B47A-37ACEE5A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FC8F-EE44-4EE4-814F-F8FC01E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A1195-D005-4144-89E9-CFB05EF3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81AE1-1722-4F97-A122-079B85B8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0BBB3-25E8-4B55-BE1C-7268712A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1D3B6-99B9-4503-A53B-83EB6B9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AD5F1-22D1-48A6-BC3A-95A99FB1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DAA23-B72F-4F12-B52E-3170BA6A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522C7-2C7E-41BC-B465-DA9D9092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CE3C8-3CAB-4301-B833-EF14AA5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772B7-7CBF-4742-88E4-E6674D08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3C4E1-DAC4-4189-AD9C-2785AEB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2BAED-B457-4751-909A-1A645C2E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78AAE-827A-4557-84CF-813302BC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C8F18-916F-4F54-B0E4-5612C0B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07B03-5F7B-42AE-8BAE-A2213060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ACB97-C546-4912-8197-46E9EF3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0B628-DBD5-4BE6-864C-C218CF3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E7C38-C6B1-46C7-AA16-4B85422D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A0EE6-A010-4CEB-BA6A-9EF8A5B0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A8E0D-A189-4FCC-93B1-E4B9B8A2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4CEC7-FEB9-4397-BCB1-D93D3873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7C990-7095-467F-918B-CAD1D634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427FF-8BE9-45CA-B9DF-E8945C02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F0DE53-BB3E-47D4-AB4D-CE695D18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FBF31-2BD7-4956-812F-18427427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E4975-8E00-44EB-BF6E-FFA986A2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1436C8-EED2-499B-B830-B415DC1D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241812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6D06F-B9A6-4906-85C4-D05A5C71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6EB05-8442-4308-A5E2-CC87C8D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18153-05C3-4E5A-97E1-53A35CE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6F1B5-498D-4D8F-8685-5998DB61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41860-301E-4E2D-BBF3-CF9562FA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34B15-2D10-4EDF-B3A8-7F2CCEC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66A40-2411-46D2-9C29-3319ABA9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9ADA5-F9DC-42C8-811C-299FABE0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9C8CA-D707-4849-B461-512C5803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DDDFA-0330-4D65-8ADD-E42FA76B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7D647-52D7-49E9-9034-C1ABBF3E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659F3-806B-4C2D-AB1F-081B123D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is expert authority a good reason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to believe?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knowers respect expertise without surrendering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overreach beyond a domain of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64E0B-D94F-4F1C-9645-4D91FE86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A3586-4F62-405D-92B2-93EF4382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BF94D-3778-47D6-98DF-B7E388BF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EB9DE-0871-4617-8EC7-79884843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is expert authority a good reason to believe?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knowers identify the limits of expertise?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trust and critical thinking work together?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31503-06C0-4B02-B7FC-590D8403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7555448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D2F56-CD8F-4D4A-9089-23F32A64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55B8C-638C-4D77-8E59-A0BD5C5F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54083-93BE-464D-85F2-D61F2816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73384-5C18-4994-A2BE-944B9ECC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8DDDC-A11E-4C4E-98E2-C56E4E60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24284-008C-4C27-AF14-429C89B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4D608-F3C5-405E-95C9-B8AB769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ED2EA-554B-433C-A732-DA14506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2C07B-BECE-4985-B743-919FA2A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71AD4-8C03-4F3E-AE57-0B05C8C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F9037-37AB-444E-9238-0ED6AA20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1DBFA-248A-49D7-BB68-DFF6C5E9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expert had strong authority on data interpretation but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less on policy trade-offs.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We trusted the expert more when they stated uncertainty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evidence limits.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41C65-D1B2-4776-B7BB-60E07A0A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35D65-7B0A-4C69-BC75-F7AF3D5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7ADDB-7635-4B67-AF5A-52C8091B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BD0E2-A9EA-4FF6-8490-D0A4B08A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evaluate an expert source they might use for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TOK exhibition commentary.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expert authority in medicine, art criticism, law,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mathematics.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2405cd9e04a05">
            <a:extLst>
              <a:ext uri="{96DAC541-7B7A-43D3-8B79-37D633B846F1}">
                <asvg:svgBlip xmlns:asvg="http://schemas.microsoft.com/office/drawing/2016/SVG/main" r:embed="R22bc096e343840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77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6736FE-C81E-427D-88A8-1D8BA153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CE549-CEA7-47F3-A723-1106F62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51B9D-898B-42DC-895D-BA4F18C6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46DB1-8CC9-4E67-8456-2F06E49E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708A2-5E72-474D-A31A-29DFE544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B0124-13F0-4427-B3F5-C95DBD47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83AC3-686E-41D0-95B4-3F389B77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00401-2291-46FF-A9B1-225A5085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70D68-3800-44E1-A261-9A20733E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A4352-3B6D-4E9F-90FC-160FE62A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86D94-1A9B-4FAE-B4D4-3A5B9F48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4A9C9-83FF-4B17-8E26-D02DF53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expert profile card annotated with inside-domain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outside-domain 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BCEFB-4412-4F6F-9373-6A301A5E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19F6A-586A-4B41-8CAD-B086260E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3723D-5A88-4689-802C-F0A9D61E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27498-EDCD-41A7-8040-ED79D8B3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B65DE-E954-4B3F-B1ED-1AA91A43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4999E-BCF8-474B-9932-13C3289E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EB786-D303-46A5-BE46-37616AC3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51667-ED22-4662-AD64-6F7AAE5B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Reliability Ranking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Peer Review Filter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5A946-BC84-4AB4-812A-9C87A19A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11623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2026-06-20T10:31:39.5510000Z</dcterms:created>
  <dcterms:modified xsi:type="dcterms:W3CDTF">2026-06-20T10:31:39.5510000Z</dcterms:modified>
</coreProperties>
</file>