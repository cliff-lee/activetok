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56c32aabfc4be7" /><Relationship Type="http://schemas.openxmlformats.org/officeDocument/2006/relationships/extended-properties" Target="/docProps/app.xml" Id="R0d517253edae4ba3" /><Relationship Type="http://schemas.openxmlformats.org/officeDocument/2006/relationships/officeDocument" Target="/ppt/presentation.xml" Id="Rc0b71b0b11ff47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fa3a6b18534953"/>
  </p:sldMasterIdLst>
  <p:notesMasterIdLst>
    <p:notesMasterId xmlns:r="http://schemas.openxmlformats.org/officeDocument/2006/relationships" r:id="R60182322923c4ff7"/>
  </p:notesMasterIdLst>
  <p:sldIdLst>
    <p:sldId xmlns:r="http://schemas.openxmlformats.org/officeDocument/2006/relationships" id="256" r:id="Rd6548b2211bb49d7"/>
    <p:sldId xmlns:r="http://schemas.openxmlformats.org/officeDocument/2006/relationships" id="257" r:id="Rf3cbae1a5ecc4a38"/>
    <p:sldId xmlns:r="http://schemas.openxmlformats.org/officeDocument/2006/relationships" id="258" r:id="R7e9162bf74eb4633"/>
    <p:sldId xmlns:r="http://schemas.openxmlformats.org/officeDocument/2006/relationships" id="259" r:id="R67432200fba24fff"/>
    <p:sldId xmlns:r="http://schemas.openxmlformats.org/officeDocument/2006/relationships" id="260" r:id="R9641b8f3f52b4061"/>
    <p:sldId xmlns:r="http://schemas.openxmlformats.org/officeDocument/2006/relationships" id="261" r:id="Ra0f1000c32b74b21"/>
    <p:sldId xmlns:r="http://schemas.openxmlformats.org/officeDocument/2006/relationships" id="262" r:id="Rbb47096175314632"/>
    <p:sldId xmlns:r="http://schemas.openxmlformats.org/officeDocument/2006/relationships" id="263" r:id="R4e3fdf37e5034ec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4ce656fbe44377" /><Relationship Type="http://schemas.openxmlformats.org/officeDocument/2006/relationships/slideMaster" Target="/ppt/slideMasters/slideMaster1.xml" Id="Re7fa3a6b18534953" /><Relationship Type="http://schemas.openxmlformats.org/officeDocument/2006/relationships/notesMaster" Target="/ppt/notesMasters/notesMaster1.xml" Id="R60182322923c4ff7" /><Relationship Type="http://schemas.openxmlformats.org/officeDocument/2006/relationships/presProps" Target="/ppt/presProps.xml" Id="R67dd5db876d14a7f" /><Relationship Type="http://schemas.openxmlformats.org/officeDocument/2006/relationships/tableStyles" Target="/ppt/tableStyles.xml" Id="Ra5e3c3dc39534088" /><Relationship Type="http://schemas.openxmlformats.org/officeDocument/2006/relationships/slide" Target="/ppt/slides/slide1.xml" Id="Rd6548b2211bb49d7" /><Relationship Type="http://schemas.openxmlformats.org/officeDocument/2006/relationships/slide" Target="/ppt/slides/slide2.xml" Id="Rf3cbae1a5ecc4a38" /><Relationship Type="http://schemas.openxmlformats.org/officeDocument/2006/relationships/slide" Target="/ppt/slides/slide3.xml" Id="R7e9162bf74eb4633" /><Relationship Type="http://schemas.openxmlformats.org/officeDocument/2006/relationships/slide" Target="/ppt/slides/slide4.xml" Id="R67432200fba24fff" /><Relationship Type="http://schemas.openxmlformats.org/officeDocument/2006/relationships/slide" Target="/ppt/slides/slide5.xml" Id="R9641b8f3f52b4061" /><Relationship Type="http://schemas.openxmlformats.org/officeDocument/2006/relationships/slide" Target="/ppt/slides/slide6.xml" Id="Ra0f1000c32b74b21" /><Relationship Type="http://schemas.openxmlformats.org/officeDocument/2006/relationships/slide" Target="/ppt/slides/slide7.xml" Id="Rbb47096175314632" /><Relationship Type="http://schemas.openxmlformats.org/officeDocument/2006/relationships/slide" Target="/ppt/slides/slide8.xml" Id="R4e3fdf37e5034e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507c1b327b47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6d88f9c1554154" /><Relationship Type="http://schemas.openxmlformats.org/officeDocument/2006/relationships/notesMaster" Target="/ppt/notesMasters/notesMaster1.xml" Id="R6c12e62dfde940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bd2f6371724d3f" /><Relationship Type="http://schemas.openxmlformats.org/officeDocument/2006/relationships/notesMaster" Target="/ppt/notesMasters/notesMaster1.xml" Id="R2d8305fb8d3448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c4bcdac98444da" /><Relationship Type="http://schemas.openxmlformats.org/officeDocument/2006/relationships/notesMaster" Target="/ppt/notesMasters/notesMaster1.xml" Id="R2463c4e378354b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fab44fa3674978" /><Relationship Type="http://schemas.openxmlformats.org/officeDocument/2006/relationships/notesMaster" Target="/ppt/notesMasters/notesMaster1.xml" Id="Rd1d151a31d9647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e27a6121d2441e" /><Relationship Type="http://schemas.openxmlformats.org/officeDocument/2006/relationships/notesMaster" Target="/ppt/notesMasters/notesMaster1.xml" Id="Rd39317a1c11b4a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16784180d842d3" /><Relationship Type="http://schemas.openxmlformats.org/officeDocument/2006/relationships/notesMaster" Target="/ppt/notesMasters/notesMaster1.xml" Id="R39002671fc234c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0331fb048a432f" /><Relationship Type="http://schemas.openxmlformats.org/officeDocument/2006/relationships/notesMaster" Target="/ppt/notesMasters/notesMaster1.xml" Id="R9da9ed2de50241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ca324e0e244121" /><Relationship Type="http://schemas.openxmlformats.org/officeDocument/2006/relationships/notesMaster" Target="/ppt/notesMasters/notesMaster1.xml" Id="R756136b41c4c44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f538a6bc184a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8ce4d30f134fe7" /><Relationship Type="http://schemas.openxmlformats.org/officeDocument/2006/relationships/slideLayout" Target="/ppt/slideLayouts/slideLayout1.xml" Id="R3ba0806b52a743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a0806b52a743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cae390079466d" /><Relationship Type="http://schemas.openxmlformats.org/officeDocument/2006/relationships/image" Target="/ppt/media/image.png" Id="Rc544db1ce1834a62" /><Relationship Type="http://schemas.openxmlformats.org/officeDocument/2006/relationships/image" Target="/ppt/media/image.svg" Id="R73e79f36836d4b68" /><Relationship Type="http://schemas.openxmlformats.org/officeDocument/2006/relationships/notesSlide" Target="/ppt/notesSlides/notesSlide1.xml" Id="R65ef1fb94ae64c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ab030ac71411e" /><Relationship Type="http://schemas.openxmlformats.org/officeDocument/2006/relationships/notesSlide" Target="/ppt/notesSlides/notesSlide2.xml" Id="Rddf127a0c29e40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4bed0c592427e" /><Relationship Type="http://schemas.openxmlformats.org/officeDocument/2006/relationships/image" Target="/ppt/media/image2.png" Id="R181a2860bbbe4edd" /><Relationship Type="http://schemas.openxmlformats.org/officeDocument/2006/relationships/image" Target="/ppt/media/image2.svg" Id="R6248cd4d8ba74d7b" /><Relationship Type="http://schemas.openxmlformats.org/officeDocument/2006/relationships/notesSlide" Target="/ppt/notesSlides/notesSlide3.xml" Id="Rb2c8d2904de443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3c372ca8a40ed" /><Relationship Type="http://schemas.openxmlformats.org/officeDocument/2006/relationships/notesSlide" Target="/ppt/notesSlides/notesSlide4.xml" Id="R8292f5f21b4c4d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45993b65b471c" /><Relationship Type="http://schemas.openxmlformats.org/officeDocument/2006/relationships/notesSlide" Target="/ppt/notesSlides/notesSlide5.xml" Id="R30fe4e70f2ff49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940f88fcc4045" /><Relationship Type="http://schemas.openxmlformats.org/officeDocument/2006/relationships/notesSlide" Target="/ppt/notesSlides/notesSlide6.xml" Id="R858b5bae90a64d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2fb934a864fcd" /><Relationship Type="http://schemas.openxmlformats.org/officeDocument/2006/relationships/image" Target="/ppt/media/image3.png" Id="R3c2340f730c7489e" /><Relationship Type="http://schemas.openxmlformats.org/officeDocument/2006/relationships/image" Target="/ppt/media/image3.svg" Id="Rabc245bd01a74ff5" /><Relationship Type="http://schemas.openxmlformats.org/officeDocument/2006/relationships/notesSlide" Target="/ppt/notesSlides/notesSlide7.xml" Id="R2a626d8a071647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6692552a7457b" /><Relationship Type="http://schemas.openxmlformats.org/officeDocument/2006/relationships/notesSlide" Target="/ppt/notesSlides/notesSlide8.xml" Id="Rc0170901daff4cd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DAD8DA-0027-4DBB-9D19-D0EBB533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C1F22-3929-4428-809B-9CB9CF3A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DBDDB-699A-4358-A547-97E39004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53E4C-C50C-4B67-BD2E-2D13BEEB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4E7E6-4B26-436C-9970-B0CD03FE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152CB-FEEA-4D9D-A2E5-252F7DCB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D01B8-703E-4F78-BB9C-C651833B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Personal Knowledge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0E005-32D2-42F6-A942-E9AFA225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4db1ce1834a62">
            <a:extLst>
              <a:ext uri="{96DAC541-7B7A-43D3-8B79-37D633B846F1}">
                <asvg:svgBlip xmlns:asvg="http://schemas.microsoft.com/office/drawing/2016/SVG/main" r:embed="R73e79f36836d4b6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FA955-A6E3-4AA4-889E-433DD9C0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29FDAA-C671-4A0B-A9AA-EF9CEE4E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C6A14-7F1B-4A12-A39F-6B4C1EF5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1713E1-B917-4636-B369-AC1980F4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Knowers inherit knowledge from communities.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7C62D-2D90-4ED0-92EC-5865EDED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18995-13DC-4901-BC4C-3969E000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ED5F28-8D49-4787-9C8B-F8E0813A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91459-A200-48F2-BCA4-E2A22BDE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20-30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7950021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45BB1F-7FB3-4E87-815C-C954A764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A7153-5EFB-4311-90C8-2721C159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7CF65-A6B0-4EDA-8ED6-9D670976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4BE7E-4731-4975-A08A-767B32C3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310BB-B873-4C98-BBB8-5A663E35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A760C-6BD1-4A5D-A8A8-65629A98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AAAC1-9419-48EE-82C6-ABED4012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94A2E3-7B45-4754-B133-96D9A838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7EAA5-E869-42E4-B7B4-49C2B909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C541F-01FF-4523-8C7F-5CC388F2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4944B-062D-4A9E-A567-152ED14E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21DAE-357D-4FDB-B4BC-D56C5383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identify the communities and channels that shape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what they think they know.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Knowers inherit knowledge from communities.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AF792-B8BF-4393-A231-8EA37B89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EF07AB-237E-46EF-8E22-4B9B70B6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B6C784-3075-4933-87D5-68E85F2F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B74046-7E28-4FAD-A85C-E51B8546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Blank paper or digital mind-map template.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80D6B2-4A32-4A40-A20D-5C546DB6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20454850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54BD49-6ECA-4D8C-B4B6-9C72C75A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378E8-AF3C-49A8-AA98-9C734F3B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AC436-9A23-4977-AF8A-6572B7C6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60586-55D4-41B0-8A9A-EAF28148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7AE90-1E71-40F4-9794-1BC59965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9C49E-9F26-46A0-8271-39DC1A7E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9B828-C6D9-43A6-9435-9496547C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FCDB6-96B9-47D8-952D-98DC01E5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1a2860bbbe4edd">
            <a:extLst>
              <a:ext uri="{96DAC541-7B7A-43D3-8B79-37D633B846F1}">
                <asvg:svgBlip xmlns:asvg="http://schemas.microsoft.com/office/drawing/2016/SVG/main" r:embed="R6248cd4d8ba74d7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CD3A9-213E-47E2-ADD5-257AE191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C5E1D1-CE53-4FD8-811D-4CA3F39C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7B806-3716-46EC-97C7-813EE191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2BF71-AD93-4A9B-ABC0-65638FF3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Personal Knowledge Map Stimulus A: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1: A knowledge map with branches for family, school,...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Personal Knowledge Map Stimulus B: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2: A trust colour-code showing automatic trust, earned...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88575-2F98-4164-BFB3-4DB007B2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433043-26DC-4198-97D4-AC74F9BF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E9B76-23CA-465C-9552-BAF3B7F3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C0F423-1BA2-46D2-990E-4405143E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Personal Knowledge Map Stimulus A, what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Personal Knowledge Map Stimulus A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6573389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82565D-5D63-4FAC-A1CA-DF9F5CD6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AFF02-B246-448A-B0B1-1CB858AB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93AEA-8769-45E8-B78C-5425E422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73EC6-6B48-45F8-8C4F-4642D325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4F1B3-AAC6-4EAF-B456-768E67DD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4DBE9-6CA8-4E0B-B106-ADB94651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8D0E5-1D54-4202-9744-5C1E587C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BAFBD-EF54-42E7-9D3C-6717687F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4AEFA-3B23-46C8-AEFB-2E7D5E75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00D630-94DB-4E4D-A5BF-1B871742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59179-8565-4DE4-A844-C0AF0207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138C5-5F79-4160-A775-E22F1DD4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Students put "my knowledge" in the centre of a page.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They add branches: family, school, friends, social media, culture, language, religion,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books, experts, algorithms and personal experience.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They colour-code sources they trust most, least and automatically.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Pairs compare one similarity and one difference.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063260-FAC5-4D80-A122-C110366E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Knowledg...</a:t>
            </a:r>
          </a:p>
        </p:txBody>
      </p:sp>
    </p:spTree>
    <p:extLst>
      <p:ext uri="{BB962C8B-B14F-4D97-AF65-F5344CB8AC3E}">
        <p14:creationId xmlns:p14="http://schemas.microsoft.com/office/powerpoint/2010/main" val="5428962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FFB0F1-661F-45FA-9524-16C515EC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4A8FC-6B85-45F0-A349-A44DB041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A523B-EC46-4110-8864-91522BFA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D690C-468F-4138-A294-2C5C2332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C7193-11F6-43FC-B866-25D669CD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D68A2-6A54-44A5-8CFC-E98D1173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B31D8-EC04-48FA-8B13-F1396C75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6764B9-C1B7-41ED-B29E-E7BEB6B0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CCECE-7D56-47E8-B48A-B66F69DB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2FF6CB-C0A9-4734-92A0-CA208A14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B6F2BE-CADA-4F9E-8018-DC3DB5BE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1E612-C03C-4E2B-BB00-98E53B28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558923-5490-4019-8BCA-7A4023B3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C1BF3-A692-42E1-819E-60EA521E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F52917-42E2-4DB8-AD66-A43891AE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BB24B3-822E-40E1-9A89-5DB23E02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8A64DF-2C1C-4460-831E-4DA6F62B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0431EB-52F4-4AD1-BA53-0E74745B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5329A9-DA93-44A8-9D42-CFDCF33B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AC3149-FDBC-49C3-B04A-772A8FCE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5BF9E9-D2C4-4A95-B212-1D02FA09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7FEE3E-82BD-40D0-B2A6-22E0F86E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4B1FDF-1BA6-4433-A539-921775B0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2CADFC-2B35-4B83-90BB-261336F2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BB3BB0-2C7D-459B-B382-FDEE4379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75C120-6AA8-45D5-9EF1-0DABA078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56E08E-DAD5-40C3-AE0F-8EE1F772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2E98BD-8781-4047-81C2-134A953D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2062697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0FB31E-FD09-438C-98C9-802A3226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9FC57-6E07-4E6C-AF5F-419BC63A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C3A88-070A-4730-9BCC-EB0A30FD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AA124-A09B-41E7-8EDF-4AA1ACED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2B42B-6D5A-4245-AEBC-372E18E3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ED6AE-9F6D-4B6B-85C9-ACF5B4C3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DFC0C-D26D-4620-AF2A-00561227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54646-376B-4F33-9B46-759E6D39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82193-08A7-4225-A62F-DAC7D744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B3021-68DE-42E2-8F1E-112E5DBE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811C5-5210-4E22-93C3-8B5806F2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04EBB-2570-454E-BEF8-2BFF8EA2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To what extent is personal knowledge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shaped by knowledge communities?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Are we responsible for checking inherited beliefs?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a knower ever be fully independent?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0D57AD-A0EA-46F8-BBB6-D74D8D19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EF4C6E-7BE9-442B-AC2C-39468027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E6812-AE48-4711-A424-D118443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D6DBFC-85AF-4D8D-AE07-C9B9BBC3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To what extent is personal knowledge shaped by knowledge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communities?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Are we responsible for checking inherited beliefs?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a knower ever be fully independent?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91289C-F06F-4A18-9D9B-9C6EF85C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6291196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B9C51D-C9BE-4FA0-B47F-8FC7D193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E513B-CCF5-4DC5-BC49-BE4A942C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01092-7E73-4B89-9289-48B96501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17B61-EB6C-4167-92D9-4DA16C5E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22537-0857-4EDF-877C-7C4CF3FD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1EF82-2C87-46CE-9557-D5B98ADE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CFF58-8484-4272-BF71-09AC4223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1A5AE-E88B-4B72-9B74-FCCFA148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A7527-F02C-4452-A186-2ADA5820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1461D1-7494-40DC-A1AC-96F907DB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6789E-FE35-4607-ACC7-3855F403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7DA0D7-AB70-405B-9E78-6167D3BA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Personal Knowledge Map: "My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first judgement felt obvious, but my evidence was thinner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0AC5F8-B621-4DD3-BB34-3F1AAAF2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CA8526-28C6-4079-B82B-5CB38C39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D4314A-B1B5-4BEA-B668-FCC13873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1403C-6876-4555-A454-6BB73B04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340f730c7489e">
            <a:extLst>
              <a:ext uri="{96DAC541-7B7A-43D3-8B79-37D633B846F1}">
                <asvg:svgBlip xmlns:asvg="http://schemas.microsoft.com/office/drawing/2016/SVG/main" r:embed="Rabc245bd01a74ff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03232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20579A-A4CE-4587-A210-9FE8849E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4EA73-D75C-4C74-85FA-14A53EDB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86BA8-75DC-40B6-A9D6-A3ED3080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989A9-1C1A-4DAA-98F3-CD8CA738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84A6F-2260-44DE-A5A3-D3234A24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D54E3-ACB2-4CAE-831A-1286C262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AD9B2-CD4E-425A-A839-957126E6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68779-C064-4CA2-A1C2-9F4C958F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82840-B9F6-486E-BCF7-86C4CF4D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8B5ED-F80C-42A3-92EA-9F9B09F9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3BEFFF-AB58-4D36-BE71-E1B03FB9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44C98-E8C3-465A-B2F2-A649FE59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personal knowledge map with trust ratings.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C2923-A43A-491F-BD36-D28B008E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8EA765-8341-4F67-ABDD-F04D05BB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29CAA5-EA01-4F61-B003-B76F1483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FA66A7-8447-472C-89DD-659F4E9E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FF6FC-D015-4C7F-96FD-E8839F69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62C7E0-A585-4877-A0B4-F850DCF8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BBCFE2-FA71-4814-A866-A0DF2BA0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FD051F-A085-4DFC-B010-E2E5258F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Change Blindness Starter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Confidence Calibration Test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Blind Spot Autobiography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BB28D2-0E93-4740-AB1C-36917BA7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7749744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2026-06-20T10:31:33.6770000Z</dcterms:created>
  <dcterms:modified xsi:type="dcterms:W3CDTF">2026-06-20T10:31:33.6770000Z</dcterms:modified>
</coreProperties>
</file>