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a125b9a31d4afb" /><Relationship Type="http://schemas.openxmlformats.org/officeDocument/2006/relationships/extended-properties" Target="/docProps/app.xml" Id="Rcda0b5aef4d744e0" /><Relationship Type="http://schemas.openxmlformats.org/officeDocument/2006/relationships/officeDocument" Target="/ppt/presentation.xml" Id="R5c4a9e6f167c4d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30d0abb2184d4b"/>
  </p:sldMasterIdLst>
  <p:notesMasterIdLst>
    <p:notesMasterId xmlns:r="http://schemas.openxmlformats.org/officeDocument/2006/relationships" r:id="R082a2dd4ca1d48ae"/>
  </p:notesMasterIdLst>
  <p:sldIdLst>
    <p:sldId xmlns:r="http://schemas.openxmlformats.org/officeDocument/2006/relationships" id="256" r:id="Rdbe201714a6d44df"/>
    <p:sldId xmlns:r="http://schemas.openxmlformats.org/officeDocument/2006/relationships" id="257" r:id="Rb655c8c3d7864285"/>
    <p:sldId xmlns:r="http://schemas.openxmlformats.org/officeDocument/2006/relationships" id="258" r:id="Rd1d43b53449a4827"/>
    <p:sldId xmlns:r="http://schemas.openxmlformats.org/officeDocument/2006/relationships" id="259" r:id="R562d891ecb7d40e9"/>
    <p:sldId xmlns:r="http://schemas.openxmlformats.org/officeDocument/2006/relationships" id="260" r:id="R065fdbc75a144f1a"/>
    <p:sldId xmlns:r="http://schemas.openxmlformats.org/officeDocument/2006/relationships" id="261" r:id="R0c2895db10a44e1f"/>
    <p:sldId xmlns:r="http://schemas.openxmlformats.org/officeDocument/2006/relationships" id="262" r:id="Rec1e177ccf7d41f0"/>
    <p:sldId xmlns:r="http://schemas.openxmlformats.org/officeDocument/2006/relationships" id="263" r:id="R3294dc494c75444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80f412f8b242e6" /><Relationship Type="http://schemas.openxmlformats.org/officeDocument/2006/relationships/slideMaster" Target="/ppt/slideMasters/slideMaster1.xml" Id="R6030d0abb2184d4b" /><Relationship Type="http://schemas.openxmlformats.org/officeDocument/2006/relationships/notesMaster" Target="/ppt/notesMasters/notesMaster1.xml" Id="R082a2dd4ca1d48ae" /><Relationship Type="http://schemas.openxmlformats.org/officeDocument/2006/relationships/presProps" Target="/ppt/presProps.xml" Id="R73d106fa818b4125" /><Relationship Type="http://schemas.openxmlformats.org/officeDocument/2006/relationships/tableStyles" Target="/ppt/tableStyles.xml" Id="Ra264009470c94f80" /><Relationship Type="http://schemas.openxmlformats.org/officeDocument/2006/relationships/slide" Target="/ppt/slides/slide1.xml" Id="Rdbe201714a6d44df" /><Relationship Type="http://schemas.openxmlformats.org/officeDocument/2006/relationships/slide" Target="/ppt/slides/slide2.xml" Id="Rb655c8c3d7864285" /><Relationship Type="http://schemas.openxmlformats.org/officeDocument/2006/relationships/slide" Target="/ppt/slides/slide3.xml" Id="Rd1d43b53449a4827" /><Relationship Type="http://schemas.openxmlformats.org/officeDocument/2006/relationships/slide" Target="/ppt/slides/slide4.xml" Id="R562d891ecb7d40e9" /><Relationship Type="http://schemas.openxmlformats.org/officeDocument/2006/relationships/slide" Target="/ppt/slides/slide5.xml" Id="R065fdbc75a144f1a" /><Relationship Type="http://schemas.openxmlformats.org/officeDocument/2006/relationships/slide" Target="/ppt/slides/slide6.xml" Id="R0c2895db10a44e1f" /><Relationship Type="http://schemas.openxmlformats.org/officeDocument/2006/relationships/slide" Target="/ppt/slides/slide7.xml" Id="Rec1e177ccf7d41f0" /><Relationship Type="http://schemas.openxmlformats.org/officeDocument/2006/relationships/slide" Target="/ppt/slides/slide8.xml" Id="R3294dc494c7544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5eb30586ef4c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69c39d360541af" /><Relationship Type="http://schemas.openxmlformats.org/officeDocument/2006/relationships/notesMaster" Target="/ppt/notesMasters/notesMaster1.xml" Id="R6cc9284c6fa746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dc2adf723e420b" /><Relationship Type="http://schemas.openxmlformats.org/officeDocument/2006/relationships/notesMaster" Target="/ppt/notesMasters/notesMaster1.xml" Id="R322e58773d654d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d23f4a44e74e6f" /><Relationship Type="http://schemas.openxmlformats.org/officeDocument/2006/relationships/notesMaster" Target="/ppt/notesMasters/notesMaster1.xml" Id="R51e128028fee42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312e0a91724d8b" /><Relationship Type="http://schemas.openxmlformats.org/officeDocument/2006/relationships/notesMaster" Target="/ppt/notesMasters/notesMaster1.xml" Id="R025a787b7e9748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c21d8f60454936" /><Relationship Type="http://schemas.openxmlformats.org/officeDocument/2006/relationships/notesMaster" Target="/ppt/notesMasters/notesMaster1.xml" Id="R7b5b9d19bcc04b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52d682d00c4a66" /><Relationship Type="http://schemas.openxmlformats.org/officeDocument/2006/relationships/notesMaster" Target="/ppt/notesMasters/notesMaster1.xml" Id="R2f116fbea17a4e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98557c8f444de4" /><Relationship Type="http://schemas.openxmlformats.org/officeDocument/2006/relationships/notesMaster" Target="/ppt/notesMasters/notesMaster1.xml" Id="R798b50d928064c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a4295af04e45bb" /><Relationship Type="http://schemas.openxmlformats.org/officeDocument/2006/relationships/notesMaster" Target="/ppt/notesMasters/notesMaster1.xml" Id="Re46385edcfce4f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0f823a9b164c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45dbae5a014cac" /><Relationship Type="http://schemas.openxmlformats.org/officeDocument/2006/relationships/slideLayout" Target="/ppt/slideLayouts/slideLayout1.xml" Id="R55ad97db407748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ad97db407748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765f0d21646b3" /><Relationship Type="http://schemas.openxmlformats.org/officeDocument/2006/relationships/image" Target="/ppt/media/image.png" Id="R87eacd229a7d48d6" /><Relationship Type="http://schemas.openxmlformats.org/officeDocument/2006/relationships/image" Target="/ppt/media/image.svg" Id="R856c9bb5706345ac" /><Relationship Type="http://schemas.openxmlformats.org/officeDocument/2006/relationships/notesSlide" Target="/ppt/notesSlides/notesSlide1.xml" Id="R443ac6f5e50a49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541cff02a487b" /><Relationship Type="http://schemas.openxmlformats.org/officeDocument/2006/relationships/notesSlide" Target="/ppt/notesSlides/notesSlide2.xml" Id="R697d6b784eec4c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b3ec7462a47ff" /><Relationship Type="http://schemas.openxmlformats.org/officeDocument/2006/relationships/image" Target="/ppt/media/image2.png" Id="Rfd4018c3f4ff403e" /><Relationship Type="http://schemas.openxmlformats.org/officeDocument/2006/relationships/image" Target="/ppt/media/image2.svg" Id="R2cf5e04691294034" /><Relationship Type="http://schemas.openxmlformats.org/officeDocument/2006/relationships/notesSlide" Target="/ppt/notesSlides/notesSlide3.xml" Id="R2d6711871fd341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0873ed72447ed" /><Relationship Type="http://schemas.openxmlformats.org/officeDocument/2006/relationships/notesSlide" Target="/ppt/notesSlides/notesSlide4.xml" Id="R789c5234b3744e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cd987c6284fe1" /><Relationship Type="http://schemas.openxmlformats.org/officeDocument/2006/relationships/notesSlide" Target="/ppt/notesSlides/notesSlide5.xml" Id="R022ddf869f0b4e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55c211ff74d51" /><Relationship Type="http://schemas.openxmlformats.org/officeDocument/2006/relationships/notesSlide" Target="/ppt/notesSlides/notesSlide6.xml" Id="R26ada8aa3e1d4a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49e867cc14e10" /><Relationship Type="http://schemas.openxmlformats.org/officeDocument/2006/relationships/image" Target="/ppt/media/image3.png" Id="Rc9f9f90f9aee4c90" /><Relationship Type="http://schemas.openxmlformats.org/officeDocument/2006/relationships/image" Target="/ppt/media/image3.svg" Id="Rf3a3a0a90fea4c13" /><Relationship Type="http://schemas.openxmlformats.org/officeDocument/2006/relationships/notesSlide" Target="/ppt/notesSlides/notesSlide7.xml" Id="R2fbbe15a80bc48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0956744084ff7" /><Relationship Type="http://schemas.openxmlformats.org/officeDocument/2006/relationships/notesSlide" Target="/ppt/notesSlides/notesSlide8.xml" Id="Rcad08032f3b04e5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A15B0F-DBA0-4648-911C-04D81975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147C0-0482-4E92-964F-D497A07C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744929-41F2-4443-A204-DF75A76E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0F67C5-21B8-4C8A-A158-D64F4D34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671C4-52B1-4480-8C35-827FEB6E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E49D3E-574F-4961-BEC5-E448C980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79143E-F50D-408A-934F-77A71D91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Interviewer Effect Simulation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2781E7-86B3-488D-8769-51A47DA8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acd229a7d48d6">
            <a:extLst>
              <a:ext uri="{96DAC541-7B7A-43D3-8B79-37D633B846F1}">
                <asvg:svgBlip xmlns:asvg="http://schemas.microsoft.com/office/drawing/2016/SVG/main" r:embed="R856c9bb5706345a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850BED-0884-4998-A938-D9D26D85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B800C6-3B10-40EC-935C-0C2676A0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C23594-1D88-489A-A942-BC15F54A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20DCEB-2A46-48D4-ACD5-C5C1747B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In human sciences, the person asking can become part of</a:t>
            </a:r>
          </a:p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evidence produced.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5B582B-FA3E-41B6-85A7-B03A266D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9EFD72-61B6-40E5-A3FF-7EB2CB69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64CEA3-E64C-4119-BA68-4FCC8B9D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4A43F9-BC57-4E95-8658-DADD14B8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30-40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07032024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2CE459-CA20-4C84-970C-0E7AE0A8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7F1EE4-2BEC-4A0E-AA22-1DC83183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E20118-1C24-457B-9390-39198122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893DC-BE1F-4950-AB94-F7E762DD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11139-F2A4-4A54-83CE-416EE8C9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EA77F8-76F7-4479-8A31-8D3A1B34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529256-E194-414F-8335-A66227F3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1FC3B-4509-4EDA-83E3-67AC4FF2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BAD7CF-95B7-4B8A-9B12-13FC7921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F622A8-EAA6-45ED-BBCD-45B339A7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CB052D-BBDC-487C-8AB1-C000F295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2229CC-2D89-4B90-8A22-B6E6BD6D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examine how interviewer behavior affects data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quality.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In human sciences, the person asking can become part of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the evidence produced.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99719B-C87B-4B54-80CE-9EB72EDD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DE01B5-DF73-45D4-A3F7-9B34B3DF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6255B3-60FE-45AC-B403-0A24859B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954FF3-83F4-41A3-9555-F4DFB52F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Interview question cards and interviewer style cards.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Response comparison sheet.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Interview style cards.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Response comparison sheet: length, detail, hesitation,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confidence, interviewer influence.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AD4E45-2C88-4679-9BCF-5DD63053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156948299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AD7DCE-4429-4BF0-9BF8-B43EAD8E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49156-F716-4E46-9CFD-6EBE7168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0C5D9F-A669-4E0E-850B-B76AA8B0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D0F598-CD71-456E-B0B8-EBE110CE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DF6F3-BC0C-4092-9B91-E625F6BA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047BE-9E93-4CAF-BD60-B67C575B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1BD3F0-A8AF-40A6-9C7C-3E445263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045828-4BE0-4AEA-9487-E30B4007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4018c3f4ff403e">
            <a:extLst>
              <a:ext uri="{96DAC541-7B7A-43D3-8B79-37D633B846F1}">
                <asvg:svgBlip xmlns:asvg="http://schemas.microsoft.com/office/drawing/2016/SVG/main" r:embed="R2cf5e0469129403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AF9905-6224-4BFE-9EA7-4A10D435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2DFBA4-C92C-419E-8BFD-9DC1B03E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A2B8B5-F706-40DE-ADF3-DDA08089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8284A8-133B-470C-98FF-8B064B5D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Interviewer Effect Simulation Stimulus A: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1: Question: 'How useful is homework for...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Interviewer Effect Simulation Stimulus B: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2: Question: 'What makes a classroom discussion...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422D99-C1F4-44F4-BF60-76ECAD58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A7C992-90AF-4068-A62C-27958449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50E7BF-4856-49B6-ABBE-13B48325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13F0B0-9D6A-4396-AA65-C856947A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Interviewer Effect Simulation Stimulus A,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what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Interviewer Effect Simulation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A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15554632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322F4C-E484-40C5-A8C2-5CCC64F4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FA75B-D3D7-48D0-B355-573003F6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E84432-F98E-4255-8A2C-1AEE528C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4AF0B-EC93-4239-BFDA-A12F41A5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1813C-2FA3-445B-97BA-D86CFC6A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54DA15-E428-4FE0-BF58-E7FD19A1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81BC56-C094-40CA-99F1-08A6039C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C77575-1235-4F17-986B-554183FA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5522D4-3129-43DA-BDA6-5E125E60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071910-6D59-4967-9D28-34052A30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964D84-AB79-441B-B667-171A81AF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447BE6-8B8F-4FFC-8202-F1888E18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Pairs receive the same interview question but different interviewer style cards.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Students conduct short, low-stakes interviews.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Respondents reflect on how the style affected their answer.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Groups compare differences in length, confidence, and content.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5. Debrief interviewer effects and research reliability.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436F5A-7DF4-43F9-A37C-1C41C904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Human Sc...</a:t>
            </a:r>
          </a:p>
        </p:txBody>
      </p:sp>
    </p:spTree>
    <p:extLst>
      <p:ext uri="{BB962C8B-B14F-4D97-AF65-F5344CB8AC3E}">
        <p14:creationId xmlns:p14="http://schemas.microsoft.com/office/powerpoint/2010/main" val="57070215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64FA59-E0B5-43B3-B8CE-50326291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531D02-09FF-45D5-9F0B-4AE89387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5311F2-E224-40E2-BB70-99A3E488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9C99B-35F6-4CDE-BFA0-D111F72C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8CA67-4C09-4139-BDAE-DBF8E5AA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ADEDC-B79F-4B73-A036-15AC108E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20644-2FE9-46F1-9236-2C3E6EA9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7A19C4-82E2-45DD-96A1-52A91AC8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957E74-0990-4EFA-9C87-C4FB0E78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540850-9FFC-4187-9781-4A5FC38B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EFB094-420E-4BE9-A3A4-6D1C462F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6E6876-DBFB-4691-8001-284C1B39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AFF30-3E37-496D-83E7-EFD1F633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443618-EEF9-4862-9965-3CB10C10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F6DF8E-77D0-4095-A562-B5F955EA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84695F-66B2-44BA-858F-5B25DD95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245324-1C24-4789-867F-98BD50B7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B57083-75B5-4BA2-89E2-B9D7B384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19D3BA-5FA2-4A3C-8BF6-E58E9D99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2FE706-0E51-4E0A-B268-C3768C64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136639-E601-4CE0-8B2D-38E39334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DE73D0-5EC1-42C0-8AFD-EDA66873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F083A0-CBE7-45BF-812F-3965C9B0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036D2C-2C5B-40D0-BBC2-7F433F3F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D499AB-5337-4C4B-8782-C63D3BD6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55CB40-C3AA-4BD4-91A4-192D9EA4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843378-A55F-4879-B4E3-787CC609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9055A2-3B27-41F7-A22F-752740FE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54330861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5F5EE5-C49E-492E-A1B9-5715570B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21090-CA55-4325-93BA-51CE0AC2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509963-3EFF-4A27-A555-85D79E10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EDC1EC-4A6D-4E6C-98B7-7EDF62BD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362A55-8886-4914-9A2B-719AAB5F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2C428-3B6E-4690-B45C-C3413926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16CD5-3E41-432F-9ADF-FEA604F5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AEB07F-E706-4EDB-8CAF-FDEA542B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EAE80C-C2E7-45C0-88D9-68993FB4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2F236-1655-447E-9731-57998428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E0CEA6-EA01-4EA8-86FD-FFF8B908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FA587D-DBA6-40BF-BA32-40566A81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How can data be shaped by the method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used to collect it?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a neutral interview ever be fully neutral?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does ethical interviewing require?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4E5657-1C3E-456C-A41B-4EC6EE4E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101403-1C9C-48D5-910B-7CC7F6DF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04A79F-F012-4554-9711-15FFD1BC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22F8FB-8AD7-4F0C-A5E2-B2A6A414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can data be shaped by the method used to collect it?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makes interview evidence reliable?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 ethics and method interact in human sciences?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F35DCD-5340-43D9-86A0-8FE00199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10214962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68D6DF-83F0-430B-AEF4-4605C1CB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276B9-FD54-4E5E-9129-70474A9E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0193F-A5B1-42BE-8F61-4E090A97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E1E97-2D7A-4FC1-859A-E4B765F8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4A183-2478-4107-A7A5-D68A8BC8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DB298A-9D90-4E82-AC72-B1B745A2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F50CE-59A9-4FE2-8646-1EC78D73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A8FE9-8495-4E6E-8513-EA5FCE9E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A8011-948F-4678-ADF1-F74CA90E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43CB41-F6EC-4BA2-A673-711AF947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953C42-BD24-45D1-A439-B0A2CDA5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8F24D3-1F84-47F5-8DB9-8A018154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leading interviewer got shorter answers that agreed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more quickly.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warm interviewer produced more detail, but maybe also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more desire to please.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597AA1-9090-4E76-B97F-BA37966C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D041E1-C027-496D-9B79-0A739B5F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C84D5B-E9E0-4084-93C1-44E2B759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F0AAAA-8E2B-4212-AF53-2E13191E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design a better interview protocol with ethics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notes.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Compare interviews with surveys, observation, and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experiments.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f9f90f9aee4c90">
            <a:extLst>
              <a:ext uri="{96DAC541-7B7A-43D3-8B79-37D633B846F1}">
                <asvg:svgBlip xmlns:asvg="http://schemas.microsoft.com/office/drawing/2016/SVG/main" r:embed="Rf3a3a0a90fea4c1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60989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F5B27C-C58F-44DE-A557-6CEF0E16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57F85-5F04-46F0-937D-D3A792A2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16BEC7-98A9-47C6-8AA3-57174068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945DC7-ECB5-4CEA-8CF4-111D7298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B28A5B-062F-482E-81C0-174F654D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CA36C-4D27-4D6C-A6E3-D6534DC7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0918AD-457D-459C-B3E8-7489B3D9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295A87-D76A-4465-9AF6-5C16DFD5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79CBDB-F01C-4470-876D-5F9E1109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C3124-822F-45E7-993D-BE6048EE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580833-7367-4733-BF41-DD09CCAF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E43EE-434F-40F2-ABC3-3D0DE30F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Two interview transcripts from the same question but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different interviewer styles.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8D44FA-0B42-4B24-B7BE-AF10B907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7EC0F6-9D9A-4DE8-8005-63F4C3FD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123454-D6E9-497C-8DEF-C0CFF347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A146D2-EA8B-4FE0-A735-45950C4F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5E8941-0A96-49BD-A974-1E9C51C0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024A6D-A4BE-496C-AB0D-A628CCF8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B60194-1A15-47B0-82D2-8A2EFC6F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2E0011-C227-4ACE-88B5-C55CC9B8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Observer Effect Roleplay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Survey Wording Experiment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Conformity without Humiliation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432E2D-F201-4B81-83D0-F7B3A980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8947646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2026-06-20T10:31:41.0820000Z</dcterms:created>
  <dcterms:modified xsi:type="dcterms:W3CDTF">2026-06-20T10:31:41.0820000Z</dcterms:modified>
</coreProperties>
</file>