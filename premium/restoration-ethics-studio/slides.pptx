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308635729d48f5" /><Relationship Type="http://schemas.openxmlformats.org/officeDocument/2006/relationships/extended-properties" Target="/docProps/app.xml" Id="R5dd7c5c93c564036" /><Relationship Type="http://schemas.openxmlformats.org/officeDocument/2006/relationships/officeDocument" Target="/ppt/presentation.xml" Id="R83b616af9fdb45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1e07a93a0e4839"/>
  </p:sldMasterIdLst>
  <p:notesMasterIdLst>
    <p:notesMasterId xmlns:r="http://schemas.openxmlformats.org/officeDocument/2006/relationships" r:id="Ra27efbdc5d99499d"/>
  </p:notesMasterIdLst>
  <p:sldIdLst>
    <p:sldId xmlns:r="http://schemas.openxmlformats.org/officeDocument/2006/relationships" id="256" r:id="R0dc85963aa3f418f"/>
    <p:sldId xmlns:r="http://schemas.openxmlformats.org/officeDocument/2006/relationships" id="257" r:id="R561f6cd1106342ff"/>
    <p:sldId xmlns:r="http://schemas.openxmlformats.org/officeDocument/2006/relationships" id="258" r:id="R429e1e8f27ba4f12"/>
    <p:sldId xmlns:r="http://schemas.openxmlformats.org/officeDocument/2006/relationships" id="259" r:id="R6ba09b324e464f55"/>
    <p:sldId xmlns:r="http://schemas.openxmlformats.org/officeDocument/2006/relationships" id="260" r:id="R8092fa68b24e49b2"/>
    <p:sldId xmlns:r="http://schemas.openxmlformats.org/officeDocument/2006/relationships" id="261" r:id="Re68747d877ac4be1"/>
    <p:sldId xmlns:r="http://schemas.openxmlformats.org/officeDocument/2006/relationships" id="262" r:id="Rbd31ed744cef4cf4"/>
    <p:sldId xmlns:r="http://schemas.openxmlformats.org/officeDocument/2006/relationships" id="263" r:id="R4b4fb70e7e48409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0adbe8912341bc" /><Relationship Type="http://schemas.openxmlformats.org/officeDocument/2006/relationships/slideMaster" Target="/ppt/slideMasters/slideMaster1.xml" Id="Ra91e07a93a0e4839" /><Relationship Type="http://schemas.openxmlformats.org/officeDocument/2006/relationships/notesMaster" Target="/ppt/notesMasters/notesMaster1.xml" Id="Ra27efbdc5d99499d" /><Relationship Type="http://schemas.openxmlformats.org/officeDocument/2006/relationships/presProps" Target="/ppt/presProps.xml" Id="Ra1d409a34eb3498a" /><Relationship Type="http://schemas.openxmlformats.org/officeDocument/2006/relationships/tableStyles" Target="/ppt/tableStyles.xml" Id="R0574b735959b4b8c" /><Relationship Type="http://schemas.openxmlformats.org/officeDocument/2006/relationships/slide" Target="/ppt/slides/slide1.xml" Id="R0dc85963aa3f418f" /><Relationship Type="http://schemas.openxmlformats.org/officeDocument/2006/relationships/slide" Target="/ppt/slides/slide2.xml" Id="R561f6cd1106342ff" /><Relationship Type="http://schemas.openxmlformats.org/officeDocument/2006/relationships/slide" Target="/ppt/slides/slide3.xml" Id="R429e1e8f27ba4f12" /><Relationship Type="http://schemas.openxmlformats.org/officeDocument/2006/relationships/slide" Target="/ppt/slides/slide4.xml" Id="R6ba09b324e464f55" /><Relationship Type="http://schemas.openxmlformats.org/officeDocument/2006/relationships/slide" Target="/ppt/slides/slide5.xml" Id="R8092fa68b24e49b2" /><Relationship Type="http://schemas.openxmlformats.org/officeDocument/2006/relationships/slide" Target="/ppt/slides/slide6.xml" Id="Re68747d877ac4be1" /><Relationship Type="http://schemas.openxmlformats.org/officeDocument/2006/relationships/slide" Target="/ppt/slides/slide7.xml" Id="Rbd31ed744cef4cf4" /><Relationship Type="http://schemas.openxmlformats.org/officeDocument/2006/relationships/slide" Target="/ppt/slides/slide8.xml" Id="R4b4fb70e7e4840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45936c54ce41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57de7050ce4c4c" /><Relationship Type="http://schemas.openxmlformats.org/officeDocument/2006/relationships/notesMaster" Target="/ppt/notesMasters/notesMaster1.xml" Id="R9a3287f8532245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da9daaff7442eb" /><Relationship Type="http://schemas.openxmlformats.org/officeDocument/2006/relationships/notesMaster" Target="/ppt/notesMasters/notesMaster1.xml" Id="R191833930c3e4c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8d1f2f98254e69" /><Relationship Type="http://schemas.openxmlformats.org/officeDocument/2006/relationships/notesMaster" Target="/ppt/notesMasters/notesMaster1.xml" Id="R5d7b54a5ad4a4a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5639f19adc424b" /><Relationship Type="http://schemas.openxmlformats.org/officeDocument/2006/relationships/notesMaster" Target="/ppt/notesMasters/notesMaster1.xml" Id="Ra93741e2a76549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f235b0989a4edd" /><Relationship Type="http://schemas.openxmlformats.org/officeDocument/2006/relationships/notesMaster" Target="/ppt/notesMasters/notesMaster1.xml" Id="R0f6128a7809845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e025a3e0f940d4" /><Relationship Type="http://schemas.openxmlformats.org/officeDocument/2006/relationships/notesMaster" Target="/ppt/notesMasters/notesMaster1.xml" Id="R6dd75d4fe36146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1254d5c336400e" /><Relationship Type="http://schemas.openxmlformats.org/officeDocument/2006/relationships/notesMaster" Target="/ppt/notesMasters/notesMaster1.xml" Id="R4a4f27479ca44f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746fbd2eb84822" /><Relationship Type="http://schemas.openxmlformats.org/officeDocument/2006/relationships/notesMaster" Target="/ppt/notesMasters/notesMaster1.xml" Id="Rcd83c504ff1147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2481a901a4c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4fe5cb13834f6a" /><Relationship Type="http://schemas.openxmlformats.org/officeDocument/2006/relationships/slideLayout" Target="/ppt/slideLayouts/slideLayout1.xml" Id="R9aab3dafdb954f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ab3dafdb954f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f7722f2674e87" /><Relationship Type="http://schemas.openxmlformats.org/officeDocument/2006/relationships/image" Target="/ppt/media/image.png" Id="R87b81c6a2dbb437b" /><Relationship Type="http://schemas.openxmlformats.org/officeDocument/2006/relationships/image" Target="/ppt/media/image.svg" Id="R5f39cefc4edd448a" /><Relationship Type="http://schemas.openxmlformats.org/officeDocument/2006/relationships/notesSlide" Target="/ppt/notesSlides/notesSlide1.xml" Id="R2e5eac0c3f7546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2315519624d81" /><Relationship Type="http://schemas.openxmlformats.org/officeDocument/2006/relationships/notesSlide" Target="/ppt/notesSlides/notesSlide2.xml" Id="R039f78cf3be04e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c795f4a524313" /><Relationship Type="http://schemas.openxmlformats.org/officeDocument/2006/relationships/image" Target="/ppt/media/image2.png" Id="Re6f798c90d3d40dc" /><Relationship Type="http://schemas.openxmlformats.org/officeDocument/2006/relationships/image" Target="/ppt/media/image2.svg" Id="R7a70b3b3b4e84bf4" /><Relationship Type="http://schemas.openxmlformats.org/officeDocument/2006/relationships/notesSlide" Target="/ppt/notesSlides/notesSlide3.xml" Id="Rcd005d3de36d44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28d339632408d" /><Relationship Type="http://schemas.openxmlformats.org/officeDocument/2006/relationships/notesSlide" Target="/ppt/notesSlides/notesSlide4.xml" Id="R3cc2b0f222cb4a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05bdf9da342bf" /><Relationship Type="http://schemas.openxmlformats.org/officeDocument/2006/relationships/notesSlide" Target="/ppt/notesSlides/notesSlide5.xml" Id="R3b4e348cd1da4a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3e65328ff426f" /><Relationship Type="http://schemas.openxmlformats.org/officeDocument/2006/relationships/notesSlide" Target="/ppt/notesSlides/notesSlide6.xml" Id="R06bdb6739d0f41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65d20d8dd4d65" /><Relationship Type="http://schemas.openxmlformats.org/officeDocument/2006/relationships/image" Target="/ppt/media/image3.png" Id="R1d38c891e7d842dd" /><Relationship Type="http://schemas.openxmlformats.org/officeDocument/2006/relationships/image" Target="/ppt/media/image3.svg" Id="Rc30a0a2e57c54d72" /><Relationship Type="http://schemas.openxmlformats.org/officeDocument/2006/relationships/notesSlide" Target="/ppt/notesSlides/notesSlide7.xml" Id="R2b9b8a348faf44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1c23b4a724c01" /><Relationship Type="http://schemas.openxmlformats.org/officeDocument/2006/relationships/notesSlide" Target="/ppt/notesSlides/notesSlide8.xml" Id="R33c217bfafb24c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4CAF03-C26B-4EB7-96B7-31D60892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B49B9-C3D4-45DA-95BC-5D4ED1B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07496-8A85-448B-AF65-8C5D5786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D6844-BBE9-4205-BB5F-94B1A08A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007D9-A8F1-4A5C-B428-3508FA41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FC166-462E-4D04-99E8-76013003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1AA44-5B72-46E0-8239-C41AB5A9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Restoration Ethics 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9F380-CD22-4646-AEB7-369F9266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81c6a2dbb437b">
            <a:extLst>
              <a:ext uri="{96DAC541-7B7A-43D3-8B79-37D633B846F1}">
                <asvg:svgBlip xmlns:asvg="http://schemas.microsoft.com/office/drawing/2016/SVG/main" r:embed="R5f39cefc4edd44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9F821-901C-4618-BC90-730382C4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3158C-D07A-470C-A583-03DA6794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2DC83-0B6A-472B-8395-EDE23312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30E07-DFB5-4446-9EC1-C1E02113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Preserving an artwork can also alter what future viewers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know through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74CE5-D0F6-4AA0-8138-6626771D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E8DA7-BEEB-4F6F-912B-45E057CC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FFE1E-4BB8-4DD3-9F16-47D3F09F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7F671-395C-4228-9B98-4958D570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724483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C51517-BD57-41E0-9170-33C1C248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B0E24-6BA1-4D58-BF6C-8B8B3FDD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533F9-5B36-4183-9494-8AF6882D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D4C7B-B2E3-43D1-B28D-89207572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ED00A-826D-43BC-9EA9-61B3C225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71493-069E-483E-A0B5-8F655818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70E83-8F89-4447-94AE-8184C39A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075B5-A1DA-41F3-9C1E-02B29EA6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5516D-994E-4F6C-84D5-70AC5083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AB6A1-287E-4475-BD53-0C5C7C4B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5F044-EF5A-429C-BD29-9FD720D9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347B6-B3C8-4190-A05E-2ADC8DED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evaluate authenticity, preservation, intention,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and audience knowledge in the arts.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Preserving an artwork can also alter what future viewers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 through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86662-EC27-4852-87BA-FE058DE1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706B4-D9D8-4A51-A789-48248C6E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4F259-2844-4B45-B16C-CA0B55A1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2275C-C790-4829-982A-737C8EB1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Damaged artwork scenario card or image description.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Restoration option cards: leave, clean, repair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visibly, repair invisibly, reinterpret.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Restoration decision matrix: authenticity, artist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intention, public access, historical trace,...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Stakeholder cards: artist estate, museum, local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community, conservator, visitor.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31D02-3C66-405E-9F14-AC67C592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2641029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865DAD-03C2-499A-BF70-4F146601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7B83A-455B-43B9-9DAA-4E64FB35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ECEC5-7C45-432F-8291-A93AFE32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18C83-5DA1-43A3-8BC3-8CE0ABF3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CC572-799D-4E1B-BC60-DECD4984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8222F-AE3C-4C70-AA67-6695182A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23BCA-A55E-41BE-AEC2-491911B9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683CE-CF8F-4D41-8F3E-F2D8B509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798c90d3d40dc">
            <a:extLst>
              <a:ext uri="{96DAC541-7B7A-43D3-8B79-37D633B846F1}">
                <asvg:svgBlip xmlns:asvg="http://schemas.microsoft.com/office/drawing/2016/SVG/main" r:embed="R7a70b3b3b4e84b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B1026-1180-4D05-BEB9-72138FE9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32161-79D1-4E9B-BCB6-72E9DD3C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04483-0021-43FD-BD95-216B804C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41570-45E3-4F39-BBE0-FB904EB8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Restoration Ethics Studio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Scenario: a mural has faded paint, later...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Restoration Ethics Studio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Options: clean only, repaint invisibly,...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A864F-F031-4B82-9257-4579573B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EE9C2-F4CA-4571-B276-024422CE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5DFCA-1090-4E10-844F-4A6C702E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7EAE1-B9C5-4045-9444-D35B85CC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Restoration Ethics Studio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Restoration Ethics Studio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6416357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49F690-702E-48EE-B693-7604BA52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0A7C8-A6A9-4A18-AE6A-09DE9A95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7AA6B-5B6D-4969-AB07-8DF9BB69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9C764-3C00-4B1F-9C3C-139F8B43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1805A-81EA-49D0-BC58-B8C3033B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0387B-EBC3-4BED-9512-E3BAA3DA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47068-9850-4DCA-999E-EFC582D0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1C313-8EB0-496E-95C2-D54ADF35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6A157-A248-4A34-B99F-8DD29ADE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7981B-FC21-4576-9DB4-03FD2608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2D8FA-20C9-468F-A05F-C0F3865C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A1918-9C13-4A0D-9976-38E16432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Present a fictional damaged artwork and its background.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inspect restoration options and stakeholder priorities.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choose a restoration plan and justify it with evidence and values.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compare how each plan changes authenticity and viewer knowledge.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whether preservation can be a form of interpretation.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3413B-1DDF-40D2-B91E-52A40705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The Arts.</a:t>
            </a:r>
          </a:p>
        </p:txBody>
      </p:sp>
    </p:spTree>
    <p:extLst>
      <p:ext uri="{BB962C8B-B14F-4D97-AF65-F5344CB8AC3E}">
        <p14:creationId xmlns:p14="http://schemas.microsoft.com/office/powerpoint/2010/main" val="8802979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9C0E96-5E82-4E09-974C-6F79F498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AE675-0F5A-4097-A5C8-2B10CEA9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05A07-FB45-4530-8B4C-6553DBA8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64316-5247-4A3A-A25E-AFCD0CC2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8922C-6CDC-4465-93DD-CFA0B643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08A8F-961F-47ED-B80E-41D482A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0B9EC-A716-4FEF-B9C1-D2974532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F8D0A-A307-4606-96DB-C5D4B6B1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A4CEE-CF96-490B-8743-5D96B4EA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EB080-0852-4DB4-B195-85268079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89947-D45E-4E72-8196-70DDA86F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BDF2A-6A6D-4683-9CE7-EC7DD80B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BD76F-B4FE-4303-ACA0-3CDD8D91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F5A4E-1B31-42DD-94C6-797AD32D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D73BC-6738-4A4B-9F41-ADE6F049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E1F08-355B-4E30-B8F2-524A07BB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970F6-5BA7-4D12-A7EB-2D9156D8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526BB-475C-49EF-B489-08D19EA0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CB285-E884-4C36-8BBF-5D91FD5A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32AA1-403A-4A9D-A3D0-A1B6945A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F49291-4092-4927-991F-E449D797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660AE-520B-4849-B2E8-AEBEFF14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89D01A-800B-4172-ACE1-E5F1E074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3AA158-9C51-4B5E-A88E-D6B6E9E9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CD253-BD78-4E84-99F6-0766A171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BA8102-A6ED-493A-8274-D344E758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E79750-5A58-4BCB-908F-991802E3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585C83-A1FE-43B5-94D5-44DCB8E3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20866129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DC82F8-FA28-4D4F-A9F7-627574FC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A07C2-3AC5-45EC-A367-8F41D864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1B118-1C59-411A-9DAA-B238932E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D8289-DC33-470E-AB71-A6413ACF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7ADB4-4F60-49A6-80AF-3289E2B5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094D9-2CF0-4F13-86AB-4FFBDD62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991E4-52C8-4ABC-9718-416EB288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27286-D9FE-4192-9592-1751F014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1C659-2B4F-4B1B-8B75-05F2557C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A2D5C-EE9B-47DD-AEA5-DBD7D892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17902-E8E5-4107-A465-872F9A7E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845D9-244D-49F0-997A-81CCA5DD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Does restoration preserve knowledge or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create a new object of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authenticity in the arts?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 should decide how an artwork is preserved?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01967-ADE7-429A-93C1-A376B3A5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87A93-EFF4-495F-8560-5B5401B8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DFF70-9EEA-429D-AE78-02061DE5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F3C2F-67A9-4CD9-B51A-C9B15A8C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restoration preserve knowledge or create new meaning?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authenticity in the arts?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values shape artistic knowledge?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3111F-145D-4232-A55A-41E73E93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2076130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541950-F69C-4F77-9BA3-DC8C352B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000BD-C753-4AAA-8906-5D91F693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D9945-242F-4A3E-8344-8CAB934F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C0475-E07C-4775-BF6A-85A1B47D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11814-3252-4E48-AC37-3583CB4C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5CFD4-6AC2-493F-80E0-3DA58082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29EDA-3928-417B-B266-107DD6BE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E37E2-C1AB-4AEC-9601-9F498C97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3BFC8-D745-479E-8A61-2AA96C02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BA7C0-1002-486A-B9DA-3B8A81EF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CCFD7-09EF-457A-AEE2-90541E44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EB84B-6271-416C-9C3F-8E09057C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Invisible repair preserved the image but hid the artwork's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history.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Leaving the damage visible treated the object 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historical evidence, not just aesthetic experience.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72BA1-F5A4-4CA0-A4D0-F8A1D40D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F6380-07C6-4C03-BCCC-F58CE50C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25F23-EA43-4F62-A6FB-7F303101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A823D-A624-4792-9747-754F50CC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write a museum label explaining a restoration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decision transparently.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Compare restoration with editing a historical source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cleaning scientific data.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8c891e7d842dd">
            <a:extLst>
              <a:ext uri="{96DAC541-7B7A-43D3-8B79-37D633B846F1}">
                <asvg:svgBlip xmlns:asvg="http://schemas.microsoft.com/office/drawing/2016/SVG/main" r:embed="Rc30a0a2e57c54d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227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C5E047-CF43-4E9A-9A2E-1D8F9467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4A995-B8BD-4921-BF67-3A108CE2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A162C-335A-47BF-8C14-A1DC1D8B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335EB-F644-4D23-A394-076EAB57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81821-EE54-4C53-A7DC-5862BA12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3687E-D777-4B78-B983-33875E04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282D1-E6ED-4FC7-8F98-D5336742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4BB75-10F3-4F2C-B2BF-AFC174B5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06A8E-ABF2-4118-A0B6-3A7A2EBD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9DD56-9F57-4CE8-B2A4-173D756D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E32EA-4086-404B-AE59-C04530D8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1D69A-2499-4A41-8717-B43996F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before-and-after restoration proposal with annotations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about authenticity.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88BC5-3A50-4912-A14E-A24D591F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F07C6-F0A3-430B-8433-2855A741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E2AFE-1F15-4BB0-94A6-5D0C7DAE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056FD-4495-41F0-A27D-71EABC30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4C4C9-63B1-4343-A6BF-4F9C8B6B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E2C6F-71EF-4A88-BCD9-6DA8AF35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E1687-9090-4424-895A-D1DD6EDD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7AD131-22DC-4FF3-8757-0D029AEF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Fake or Masterpiece?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Curator Choice Gallery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Context Collapse Gallery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7A7EDC-0C31-43EE-A65B-979B2474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839361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2026-06-20T10:31:41.3060000Z</dcterms:created>
  <dcterms:modified xsi:type="dcterms:W3CDTF">2026-06-20T10:31:41.3060000Z</dcterms:modified>
</coreProperties>
</file>