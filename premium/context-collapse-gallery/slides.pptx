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8437226dcb4d58" /><Relationship Type="http://schemas.openxmlformats.org/officeDocument/2006/relationships/extended-properties" Target="/docProps/app.xml" Id="R1fca5164fe214430" /><Relationship Type="http://schemas.openxmlformats.org/officeDocument/2006/relationships/officeDocument" Target="/ppt/presentation.xml" Id="R3d230c23e4ab4a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3adcc1b6194b94"/>
  </p:sldMasterIdLst>
  <p:notesMasterIdLst>
    <p:notesMasterId xmlns:r="http://schemas.openxmlformats.org/officeDocument/2006/relationships" r:id="R8d11b20e0d3e4728"/>
  </p:notesMasterIdLst>
  <p:sldIdLst>
    <p:sldId xmlns:r="http://schemas.openxmlformats.org/officeDocument/2006/relationships" id="256" r:id="R5a86683f8c304d25"/>
    <p:sldId xmlns:r="http://schemas.openxmlformats.org/officeDocument/2006/relationships" id="257" r:id="Rc681aaf3df39498d"/>
    <p:sldId xmlns:r="http://schemas.openxmlformats.org/officeDocument/2006/relationships" id="258" r:id="R4c5e06fca29148ce"/>
    <p:sldId xmlns:r="http://schemas.openxmlformats.org/officeDocument/2006/relationships" id="259" r:id="Rd61af4cef95b49ba"/>
    <p:sldId xmlns:r="http://schemas.openxmlformats.org/officeDocument/2006/relationships" id="260" r:id="Rae2c3965133e456b"/>
    <p:sldId xmlns:r="http://schemas.openxmlformats.org/officeDocument/2006/relationships" id="261" r:id="R0778e8598efd4619"/>
    <p:sldId xmlns:r="http://schemas.openxmlformats.org/officeDocument/2006/relationships" id="262" r:id="R4369e90292d5436f"/>
    <p:sldId xmlns:r="http://schemas.openxmlformats.org/officeDocument/2006/relationships" id="263" r:id="R7914dce2d4d649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b4e59e71694677" /><Relationship Type="http://schemas.openxmlformats.org/officeDocument/2006/relationships/slideMaster" Target="/ppt/slideMasters/slideMaster1.xml" Id="R7a3adcc1b6194b94" /><Relationship Type="http://schemas.openxmlformats.org/officeDocument/2006/relationships/notesMaster" Target="/ppt/notesMasters/notesMaster1.xml" Id="R8d11b20e0d3e4728" /><Relationship Type="http://schemas.openxmlformats.org/officeDocument/2006/relationships/presProps" Target="/ppt/presProps.xml" Id="R1aea48da57ca4a2f" /><Relationship Type="http://schemas.openxmlformats.org/officeDocument/2006/relationships/tableStyles" Target="/ppt/tableStyles.xml" Id="R23090d89413e409b" /><Relationship Type="http://schemas.openxmlformats.org/officeDocument/2006/relationships/slide" Target="/ppt/slides/slide1.xml" Id="R5a86683f8c304d25" /><Relationship Type="http://schemas.openxmlformats.org/officeDocument/2006/relationships/slide" Target="/ppt/slides/slide2.xml" Id="Rc681aaf3df39498d" /><Relationship Type="http://schemas.openxmlformats.org/officeDocument/2006/relationships/slide" Target="/ppt/slides/slide3.xml" Id="R4c5e06fca29148ce" /><Relationship Type="http://schemas.openxmlformats.org/officeDocument/2006/relationships/slide" Target="/ppt/slides/slide4.xml" Id="Rd61af4cef95b49ba" /><Relationship Type="http://schemas.openxmlformats.org/officeDocument/2006/relationships/slide" Target="/ppt/slides/slide5.xml" Id="Rae2c3965133e456b" /><Relationship Type="http://schemas.openxmlformats.org/officeDocument/2006/relationships/slide" Target="/ppt/slides/slide6.xml" Id="R0778e8598efd4619" /><Relationship Type="http://schemas.openxmlformats.org/officeDocument/2006/relationships/slide" Target="/ppt/slides/slide7.xml" Id="R4369e90292d5436f" /><Relationship Type="http://schemas.openxmlformats.org/officeDocument/2006/relationships/slide" Target="/ppt/slides/slide8.xml" Id="R7914dce2d4d649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ca521e2d784e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34a9a4aed842e5" /><Relationship Type="http://schemas.openxmlformats.org/officeDocument/2006/relationships/notesMaster" Target="/ppt/notesMasters/notesMaster1.xml" Id="R94bd28f9599342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a5814d76af4fec" /><Relationship Type="http://schemas.openxmlformats.org/officeDocument/2006/relationships/notesMaster" Target="/ppt/notesMasters/notesMaster1.xml" Id="R10219255afbe46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3216e25e9b4810" /><Relationship Type="http://schemas.openxmlformats.org/officeDocument/2006/relationships/notesMaster" Target="/ppt/notesMasters/notesMaster1.xml" Id="Rc1a6cfc3d1ed4a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ba323bbc964a9a" /><Relationship Type="http://schemas.openxmlformats.org/officeDocument/2006/relationships/notesMaster" Target="/ppt/notesMasters/notesMaster1.xml" Id="R2171829b822748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f54f26ba984188" /><Relationship Type="http://schemas.openxmlformats.org/officeDocument/2006/relationships/notesMaster" Target="/ppt/notesMasters/notesMaster1.xml" Id="R3e5af782015749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c5806162224d45" /><Relationship Type="http://schemas.openxmlformats.org/officeDocument/2006/relationships/notesMaster" Target="/ppt/notesMasters/notesMaster1.xml" Id="Rb8ebdf2594b24d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96307421884741" /><Relationship Type="http://schemas.openxmlformats.org/officeDocument/2006/relationships/notesMaster" Target="/ppt/notesMasters/notesMaster1.xml" Id="R9452894b56494a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ff87b48528498e" /><Relationship Type="http://schemas.openxmlformats.org/officeDocument/2006/relationships/notesMaster" Target="/ppt/notesMasters/notesMaster1.xml" Id="R5f57aa0a91e646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8657581ff43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2aa08ec3c2434d" /><Relationship Type="http://schemas.openxmlformats.org/officeDocument/2006/relationships/slideLayout" Target="/ppt/slideLayouts/slideLayout1.xml" Id="R4ed3c4bce8d241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d3c4bce8d241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ed43290c34e6b" /><Relationship Type="http://schemas.openxmlformats.org/officeDocument/2006/relationships/image" Target="/ppt/media/image.png" Id="Rdd41d6eeee824945" /><Relationship Type="http://schemas.openxmlformats.org/officeDocument/2006/relationships/image" Target="/ppt/media/image.svg" Id="R462639e3ef0b4803" /><Relationship Type="http://schemas.openxmlformats.org/officeDocument/2006/relationships/notesSlide" Target="/ppt/notesSlides/notesSlide1.xml" Id="R9acab973e3dc40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cb28db5304952" /><Relationship Type="http://schemas.openxmlformats.org/officeDocument/2006/relationships/notesSlide" Target="/ppt/notesSlides/notesSlide2.xml" Id="Re5d821ba946248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608cd3f4c417e" /><Relationship Type="http://schemas.openxmlformats.org/officeDocument/2006/relationships/image" Target="/ppt/media/image2.png" Id="Rab55cce1d14f40aa" /><Relationship Type="http://schemas.openxmlformats.org/officeDocument/2006/relationships/image" Target="/ppt/media/image2.svg" Id="R274891409be54ba9" /><Relationship Type="http://schemas.openxmlformats.org/officeDocument/2006/relationships/notesSlide" Target="/ppt/notesSlides/notesSlide3.xml" Id="Ra8b0bda99c4944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8574c00964468" /><Relationship Type="http://schemas.openxmlformats.org/officeDocument/2006/relationships/notesSlide" Target="/ppt/notesSlides/notesSlide4.xml" Id="R7ea8d3969d4342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087d2d02d401d" /><Relationship Type="http://schemas.openxmlformats.org/officeDocument/2006/relationships/notesSlide" Target="/ppt/notesSlides/notesSlide5.xml" Id="R5e5dd0e87d8a47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a87b92b1d4fc7" /><Relationship Type="http://schemas.openxmlformats.org/officeDocument/2006/relationships/notesSlide" Target="/ppt/notesSlides/notesSlide6.xml" Id="R271e3814c68644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d9ff222f44792" /><Relationship Type="http://schemas.openxmlformats.org/officeDocument/2006/relationships/image" Target="/ppt/media/image3.png" Id="R6a24cfa3d74d44e8" /><Relationship Type="http://schemas.openxmlformats.org/officeDocument/2006/relationships/image" Target="/ppt/media/image3.svg" Id="Rdeb06c206b9b493e" /><Relationship Type="http://schemas.openxmlformats.org/officeDocument/2006/relationships/notesSlide" Target="/ppt/notesSlides/notesSlide7.xml" Id="R3db66a7d604346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1103c29c14e81" /><Relationship Type="http://schemas.openxmlformats.org/officeDocument/2006/relationships/notesSlide" Target="/ppt/notesSlides/notesSlide8.xml" Id="R7292790217c24e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C35B83-AD59-4541-99CC-D5849447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A499A-0C7B-461E-BDD8-B3439CC8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3A36C-5229-40C4-81BF-1E2196D0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28D86-79DD-4A5D-B8D5-0B414ECE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EE7B4-3A27-46FC-BF50-4EF4E44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3894F-25FE-493C-8070-2BDAF646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E5E71-7455-4CDA-A2FB-84D4C804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Context Collapse Gallery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29BEA-2399-45F3-85BE-50BDDA45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1d6eeee824945">
            <a:extLst>
              <a:ext uri="{96DAC541-7B7A-43D3-8B79-37D633B846F1}">
                <asvg:svgBlip xmlns:asvg="http://schemas.microsoft.com/office/drawing/2016/SVG/main" r:embed="R462639e3ef0b48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6307A-53E1-43C5-9C75-7F877EC7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59B0C-C418-46D4-A3E2-782F38C1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3581B-4A9D-4B7D-B1E4-DB06A337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78D1C-D0EC-4FB6-B17B-06993B5A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Artistic meaning is shaped by the context viewers bring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and the context institutions provide.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69A7C-D889-4548-953E-A36D2D29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D9662-5647-46C1-8FFE-09359F70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26E01-0E3D-4B11-BE99-7FCB46F9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67A83-8128-459A-AD8F-105F328E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8727210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757E3-3FC4-4589-BC29-08CD0472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1599F-70C5-4E6F-B914-F398722A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997E6-0F81-4BA2-BFE6-28DF97FB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D5250-CB40-40BD-960C-8A95CC59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B141D-1DFB-4D48-BD44-BC6D1A7E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8C037-1731-46F9-A63B-F6427B7F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F7FE1-02E1-4576-8176-5AE81515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54E46-0800-4CA6-8A97-958EA31A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09643-8F9B-4ABA-8383-3352F35F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32345-B8C1-4C3C-AFBC-1122E3FB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35890-1B4F-4955-9AD3-B4813DA9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F9EE0-3FC2-4DB3-A806-2B5CC2DE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interpretation under different levels of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contextual information.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Artistic meaning is shaped by the context viewers bring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the context institutions provide.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72C31-7A3E-45EA-9007-4A343500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193B6-A4E6-4CA5-A906-B8A0F845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117B3-11CC-40A8-B1C6-A484812E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A108F-D7DA-4040-A778-0D56E7D2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artwork or image and three context labels: no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context, misleading context, fuller context.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Interpretation slips.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Three interpretation slips: no context, partial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context, fuller context.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Stability/change table: visual evidence that stayed,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meaning that changed.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F4C50-DE2E-49CD-8035-DE97ED46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3879489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68DDF2-06E4-4C6C-B89C-9A20869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C2467-1A75-4446-8D15-6E1DB3DB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859E5-FCC2-431A-BB05-A57621A1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FF72E-7A5D-43EC-B6A8-5DFF96F4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332A9-32AD-470C-9737-D716DAAF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0418E-40E6-4EE3-BC3F-0267CDD7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E95B6-202A-4D4A-8294-37377F4D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CB379-064D-4354-AFF8-D61ECF8F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5cce1d14f40aa">
            <a:extLst>
              <a:ext uri="{96DAC541-7B7A-43D3-8B79-37D633B846F1}">
                <asvg:svgBlip xmlns:asvg="http://schemas.microsoft.com/office/drawing/2016/SVG/main" r:embed="R274891409be54b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C14A9-F83D-4CED-BB95-7675E884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8AA9A-3A43-419C-AB0A-73E06B5D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7C918-E07D-4698-878C-251A9042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AA486-9980-430D-86EB-03EB68AB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Context Collapse Gallery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Image: a staged-looking photograph of an empty...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Context Collapse Gallery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Image: abstract painting; label one gives a...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CA9A1-4E13-4839-BD47-4745701E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4D50B-130F-427D-B68D-07838B77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DABDF-50E8-4EB3-ABA7-82A4B6A0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0B5D9-C18C-425A-971C-C6BC978C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Context Collapse Gallery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Context Collapse Gallery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1438222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FB1EAF-19A4-416C-B0A4-BA0F1E00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EC88D-DEC3-495E-B430-577A7651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AABC1-68A9-48B2-9D45-B3D29B16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D433A-A8E6-44A6-9415-88C92B36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8D7D1-F4A4-4A98-A943-BC1832D9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30533-F752-4634-A04D-C089B342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8D9A0-A6D2-4FB4-B76F-7DE7AAA6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B9354-8C62-4C6A-831F-CC5883F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FEA91-4666-4818-A0D1-F26134E2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09CB1-DA8F-49C6-8C97-5E032718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A8019-9B3C-4BD9-99A2-9C22D99A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54769-E3E7-4E94-AFB0-CF341253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the artwork without context and collect first interpretations.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Add a misleading or partial label and ask students to revise.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Reveal fuller context and ask students what changed.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identify which visual evidence remained stable and which meaning shifted.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the role of context, institutions, and audience.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28E0A-B5A8-49B3-846C-114F01CD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The Arts.</a:t>
            </a:r>
          </a:p>
        </p:txBody>
      </p:sp>
    </p:spTree>
    <p:extLst>
      <p:ext uri="{BB962C8B-B14F-4D97-AF65-F5344CB8AC3E}">
        <p14:creationId xmlns:p14="http://schemas.microsoft.com/office/powerpoint/2010/main" val="13148195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8B103C-4E12-4988-BDD7-8ABF2960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D2270-FDFC-46D6-AF66-A9C9DDE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4D5CF-8313-4030-B9D6-2744D266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87D3A-B8F0-4C38-9573-0F17EB62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C9263-0AD3-4F01-9B7E-F4775F45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52B35-8D54-4CCB-8EA8-454513F4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2EC9B-6A5C-40AF-AADA-622598BF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AA195-3EA1-4F9E-9AD8-35E0C055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C66DC-E3B4-41C1-93AC-FF7F1229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66106-3E19-425A-94AA-F4E1B0EB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A522E-D207-4AFB-A1E6-A7D886EC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568DD-78E8-4086-A84F-4AD5F65D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6C182-02FE-404B-911C-13AF8EB6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F39C7-361D-4C54-991F-AF548B72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E2A4F-F1F6-42D5-8AFE-FC774371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EF625-AA93-4C44-8A5A-A1C6D145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1ABCA-80DD-4C55-ACCD-A18F73C3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A7C0D-C31F-40EA-A765-7ED263EC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36DC55-EC0A-404D-A3C0-3E832F3A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D8224-CE63-47CD-8198-1B159520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CF100-FF24-46F0-AEC8-4397D33F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98A34-A2BC-436D-A005-04872F23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4F0EC-D792-428F-AFD9-A0E552BF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91C1C-ED76-48A8-A7C8-601F7862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10AA16-1768-479A-880D-83B45670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C13C5-1BF9-443F-8700-AF1A8A63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086F0-43B8-4BDD-AA82-5C10CDD8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05F2AA-BEFD-4A5F-A722-CAE9656B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312733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0981B5-CD8B-4E02-A8E5-288316DE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B8D69-10DA-490C-B91D-041B1CDD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74F71-CE19-4B7D-8410-A74D8916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F267C-011A-4960-9327-21D474FA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38EDB-416F-4EB3-9F18-F0FB5B2C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3CA38-BEB5-44A7-B692-9AFD6BE4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0FC4A-FF6E-4C15-A0DD-D388F0B6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11A1B-E3E9-4B88-B5DB-0F8BF87B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B9471-7EF8-423F-9CEA-FE72990E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BB470-8697-4061-A4CB-6F749CD0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6BF84-D45F-4162-BCB8-D3BFC83E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2AEBE-F50E-4962-886E-101B222D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Does context reveal meaning or create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an interpretation be reasonable if its context is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false?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has authority over artistic meaning?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3DBA2-B1F3-4AAD-9F30-B914F433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D0E45-A172-48A7-B7B6-6E2614D6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7F6C5-3C00-488F-BACE-875B63D7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80588-10E2-405E-BDBA-0B2B9212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context reveal meaning or create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institutions shape knowledge in the arts?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viewer know an artwork without knowing its context?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40705-A965-4BD4-A0B6-A50D50C6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7166663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A9A217-BCBA-42CA-B471-5574B252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914C5-CBA1-4672-AB16-40DF038E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A581A-6270-4A07-BB7C-9887E1EF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D27E6-810F-4EDC-9977-5BA6A25A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E258D-587A-4C48-937C-3E69C1F3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4ABE9-DA01-41E6-834B-161F468C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34359-FCF2-4EF8-AF5A-42325411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B10F2-003F-476F-B788-76B27895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81565-8DE8-4048-8B24-72F93F47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45BF5-AA42-49F6-B134-B26F4237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1BF00-108F-48EB-B186-54151D2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3726A-4664-4FAC-AD5A-4D287193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treated the room as documentary evidence until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context revealed it was staged.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visual details stayed the same but their meaning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changed.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58B07-4215-425D-AE25-779ECE9D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C5A3E-C8CD-4489-BCE8-BAB17B3B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B578F-AB62-4816-95E4-D494F76E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ED2B3-2E73-420E-B2A8-31E14E9A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write two wall labels that make the same image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support different interpretations.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to museum authority and audience knowledge.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4cfa3d74d44e8">
            <a:extLst>
              <a:ext uri="{96DAC541-7B7A-43D3-8B79-37D633B846F1}">
                <asvg:svgBlip xmlns:asvg="http://schemas.microsoft.com/office/drawing/2016/SVG/main" r:embed="Rdeb06c206b9b49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5270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295008-9A5E-4F5D-BEF9-3CEBDF8B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366DB-84A0-4EBB-B001-0C5EF4F8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0502B-89BF-43D2-A26E-F2277266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51473-85EF-43D9-9FBF-BF752213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789FC-7937-4D3F-BC83-6CEC30B0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CE13E-9C16-4D1E-9E80-BD3D1E02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68F14-5B80-4B0D-8455-454E0511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5C142-6DE5-405A-A0A4-2532541B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4DD04-FD08-4965-A5A4-34686D3A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09AC0-2FE7-47E2-B6D7-CF64138E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9509F-C6CF-478A-8955-1DE3C1A3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7BD02-B9C7-4645-91E4-03DBC0C4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 artwork shown with two different wall labels.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10BB1-A8E2-4C06-BFE8-FA2B09D4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830B0-F6DB-499D-ACD6-7DCB755C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25A72-948C-457F-B696-E37BA153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C2DD8-41AE-4A90-8D4B-DD5D5224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49A86-3DB9-4567-88F6-736FB32B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187E4-AA43-460C-93B2-FFB92359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B2BDB-8A2C-4897-8BAF-E45B047C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0F94B-A9D8-4071-B0FB-2F362108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Title Changes Meaning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Image, Many Readings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Fake or Masterpiece?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46A52-A118-40E9-A8DA-2092D60E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89306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2026-06-20T10:31:39.2410000Z</dcterms:created>
  <dcterms:modified xsi:type="dcterms:W3CDTF">2026-06-20T10:31:39.2410000Z</dcterms:modified>
</coreProperties>
</file>