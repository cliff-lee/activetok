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81051848044b49" /><Relationship Type="http://schemas.openxmlformats.org/officeDocument/2006/relationships/extended-properties" Target="/docProps/app.xml" Id="Rae53c33bbfde4797" /><Relationship Type="http://schemas.openxmlformats.org/officeDocument/2006/relationships/officeDocument" Target="/ppt/presentation.xml" Id="R5899d3b845fc45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3fcd056cf94827"/>
  </p:sldMasterIdLst>
  <p:notesMasterIdLst>
    <p:notesMasterId xmlns:r="http://schemas.openxmlformats.org/officeDocument/2006/relationships" r:id="Rec25e78cd66343ea"/>
  </p:notesMasterIdLst>
  <p:sldIdLst>
    <p:sldId xmlns:r="http://schemas.openxmlformats.org/officeDocument/2006/relationships" id="256" r:id="Rd80357a213d64283"/>
    <p:sldId xmlns:r="http://schemas.openxmlformats.org/officeDocument/2006/relationships" id="257" r:id="Rf5c644de46b74016"/>
    <p:sldId xmlns:r="http://schemas.openxmlformats.org/officeDocument/2006/relationships" id="258" r:id="R4fc37a5df94f4558"/>
    <p:sldId xmlns:r="http://schemas.openxmlformats.org/officeDocument/2006/relationships" id="259" r:id="R0fdd09b85e464ca8"/>
    <p:sldId xmlns:r="http://schemas.openxmlformats.org/officeDocument/2006/relationships" id="260" r:id="R6f14141bc1b64644"/>
    <p:sldId xmlns:r="http://schemas.openxmlformats.org/officeDocument/2006/relationships" id="261" r:id="R36ebf578ad77417d"/>
    <p:sldId xmlns:r="http://schemas.openxmlformats.org/officeDocument/2006/relationships" id="262" r:id="Rd5f5aa323d6847e1"/>
    <p:sldId xmlns:r="http://schemas.openxmlformats.org/officeDocument/2006/relationships" id="263" r:id="Rb0db2f5b710b46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d54eaa9e4548f0" /><Relationship Type="http://schemas.openxmlformats.org/officeDocument/2006/relationships/slideMaster" Target="/ppt/slideMasters/slideMaster1.xml" Id="Rb83fcd056cf94827" /><Relationship Type="http://schemas.openxmlformats.org/officeDocument/2006/relationships/notesMaster" Target="/ppt/notesMasters/notesMaster1.xml" Id="Rec25e78cd66343ea" /><Relationship Type="http://schemas.openxmlformats.org/officeDocument/2006/relationships/presProps" Target="/ppt/presProps.xml" Id="R65b29dde28ac464d" /><Relationship Type="http://schemas.openxmlformats.org/officeDocument/2006/relationships/tableStyles" Target="/ppt/tableStyles.xml" Id="R3f6f2f32eb764a17" /><Relationship Type="http://schemas.openxmlformats.org/officeDocument/2006/relationships/slide" Target="/ppt/slides/slide1.xml" Id="Rd80357a213d64283" /><Relationship Type="http://schemas.openxmlformats.org/officeDocument/2006/relationships/slide" Target="/ppt/slides/slide2.xml" Id="Rf5c644de46b74016" /><Relationship Type="http://schemas.openxmlformats.org/officeDocument/2006/relationships/slide" Target="/ppt/slides/slide3.xml" Id="R4fc37a5df94f4558" /><Relationship Type="http://schemas.openxmlformats.org/officeDocument/2006/relationships/slide" Target="/ppt/slides/slide4.xml" Id="R0fdd09b85e464ca8" /><Relationship Type="http://schemas.openxmlformats.org/officeDocument/2006/relationships/slide" Target="/ppt/slides/slide5.xml" Id="R6f14141bc1b64644" /><Relationship Type="http://schemas.openxmlformats.org/officeDocument/2006/relationships/slide" Target="/ppt/slides/slide6.xml" Id="R36ebf578ad77417d" /><Relationship Type="http://schemas.openxmlformats.org/officeDocument/2006/relationships/slide" Target="/ppt/slides/slide7.xml" Id="Rd5f5aa323d6847e1" /><Relationship Type="http://schemas.openxmlformats.org/officeDocument/2006/relationships/slide" Target="/ppt/slides/slide8.xml" Id="Rb0db2f5b710b46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35f77b12bc4a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5604a36fb64642" /><Relationship Type="http://schemas.openxmlformats.org/officeDocument/2006/relationships/notesMaster" Target="/ppt/notesMasters/notesMaster1.xml" Id="R657dadab96c94c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9f22293da6400c" /><Relationship Type="http://schemas.openxmlformats.org/officeDocument/2006/relationships/notesMaster" Target="/ppt/notesMasters/notesMaster1.xml" Id="R6d787e6d923f4c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3d8e2980ab46b6" /><Relationship Type="http://schemas.openxmlformats.org/officeDocument/2006/relationships/notesMaster" Target="/ppt/notesMasters/notesMaster1.xml" Id="R3c4497de5b1848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98cefd25c54edf" /><Relationship Type="http://schemas.openxmlformats.org/officeDocument/2006/relationships/notesMaster" Target="/ppt/notesMasters/notesMaster1.xml" Id="R45059843cf6641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1a156b45c341a3" /><Relationship Type="http://schemas.openxmlformats.org/officeDocument/2006/relationships/notesMaster" Target="/ppt/notesMasters/notesMaster1.xml" Id="R8d43e08d7f2841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7ad5abf3364e9f" /><Relationship Type="http://schemas.openxmlformats.org/officeDocument/2006/relationships/notesMaster" Target="/ppt/notesMasters/notesMaster1.xml" Id="R37fa864f466042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89b14dc8954c52" /><Relationship Type="http://schemas.openxmlformats.org/officeDocument/2006/relationships/notesMaster" Target="/ppt/notesMasters/notesMaster1.xml" Id="R42690a000c3d47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cbcef91a014920" /><Relationship Type="http://schemas.openxmlformats.org/officeDocument/2006/relationships/notesMaster" Target="/ppt/notesMasters/notesMaster1.xml" Id="R4f89aa220b3a4a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a6a4bd726447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be11ec054a47aa" /><Relationship Type="http://schemas.openxmlformats.org/officeDocument/2006/relationships/slideLayout" Target="/ppt/slideLayouts/slideLayout1.xml" Id="R7bc80b22081f49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c80b22081f49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9e521bc6c4a5d" /><Relationship Type="http://schemas.openxmlformats.org/officeDocument/2006/relationships/image" Target="/ppt/media/image.png" Id="R1cf729b416ec4eb6" /><Relationship Type="http://schemas.openxmlformats.org/officeDocument/2006/relationships/image" Target="/ppt/media/image.svg" Id="R1390eece4e324a06" /><Relationship Type="http://schemas.openxmlformats.org/officeDocument/2006/relationships/notesSlide" Target="/ppt/notesSlides/notesSlide1.xml" Id="Rc3ed6e79064f47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54267f6524921" /><Relationship Type="http://schemas.openxmlformats.org/officeDocument/2006/relationships/notesSlide" Target="/ppt/notesSlides/notesSlide2.xml" Id="R0b785123e1b842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421777f1642f7" /><Relationship Type="http://schemas.openxmlformats.org/officeDocument/2006/relationships/image" Target="/ppt/media/image2.png" Id="R38abe1dd42704205" /><Relationship Type="http://schemas.openxmlformats.org/officeDocument/2006/relationships/image" Target="/ppt/media/image2.svg" Id="Rd5339b36bfe044b3" /><Relationship Type="http://schemas.openxmlformats.org/officeDocument/2006/relationships/notesSlide" Target="/ppt/notesSlides/notesSlide3.xml" Id="Ref55d6e165c249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3b13c65824d7f" /><Relationship Type="http://schemas.openxmlformats.org/officeDocument/2006/relationships/notesSlide" Target="/ppt/notesSlides/notesSlide4.xml" Id="Rf2757353ecb545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7ef53f5204172" /><Relationship Type="http://schemas.openxmlformats.org/officeDocument/2006/relationships/notesSlide" Target="/ppt/notesSlides/notesSlide5.xml" Id="Rad239dd2cb5849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5dc004f294d61" /><Relationship Type="http://schemas.openxmlformats.org/officeDocument/2006/relationships/notesSlide" Target="/ppt/notesSlides/notesSlide6.xml" Id="R79c2c6d4e49240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99b3580624860" /><Relationship Type="http://schemas.openxmlformats.org/officeDocument/2006/relationships/image" Target="/ppt/media/image3.png" Id="Rd66ecb9589e14f17" /><Relationship Type="http://schemas.openxmlformats.org/officeDocument/2006/relationships/image" Target="/ppt/media/image3.svg" Id="Rc6a9b769876a4b6b" /><Relationship Type="http://schemas.openxmlformats.org/officeDocument/2006/relationships/notesSlide" Target="/ppt/notesSlides/notesSlide7.xml" Id="R98d9beb4adbc41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d639ce0f14167" /><Relationship Type="http://schemas.openxmlformats.org/officeDocument/2006/relationships/notesSlide" Target="/ppt/notesSlides/notesSlide8.xml" Id="Rc91a01ff51c04be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8EF658-6641-447B-A4C1-13E0E994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D8532-7D3A-44EA-B043-D695D835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89C71-7075-41B8-959F-2DB2A0C2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26BE4-8E36-4574-B6A7-6217299D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D6844-8991-4E6A-9008-D5E0DF5D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5CFB6-8BA5-409A-814F-67109351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36194-3344-4FC8-A81B-B357FF00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Proof versus Pattern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CB4E2-FF9D-4700-8775-AB6F9448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f729b416ec4eb6">
            <a:extLst>
              <a:ext uri="{96DAC541-7B7A-43D3-8B79-37D633B846F1}">
                <asvg:svgBlip xmlns:asvg="http://schemas.microsoft.com/office/drawing/2016/SVG/main" r:embed="R1390eece4e324a0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25FB1-D6C7-4899-9E32-D5EF448C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FD64D-A670-4844-8950-F2626DDA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704A7-A2C9-43A4-847E-C56779A8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BD254-228B-43D8-B9D8-20C88510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Examples are not proof.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AF0D0-CDE6-4EA1-92DA-85CA1480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3A9875-1A1F-4FFE-A9C5-BD70A413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840E74-3B12-4308-BC75-7C7F2CC2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110F5-281A-47CA-BC78-A939B0F5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30-40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86164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B9EE36-C8F8-4E21-B20A-B7DC6E2B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3C2AD-4153-4AFB-97FE-783E7222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4AE7D-19D4-419C-BC2D-E6E14C13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BFB57-012F-4CDF-883D-0A7989BF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9AB34-A7C3-4C7A-99B3-80E873B9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25E57-597F-47ED-B1D3-26F85369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623E1-F943-45DB-BA24-196FF5A7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2CADA-824C-4561-9D64-61B9D554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9C592-D70C-4177-B261-8006DB4C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D6E7D-F40F-4C52-B4F7-71152864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C4D27-7D2C-4357-B9CD-73A8A0C2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B2E91E-504B-4150-8748-A353F623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distinguish empirical pattern spotting from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mathematical proof.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Examples are not proof.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32FFC-599F-45FC-9888-19E22F10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8B0DDF-044A-497C-8C70-14AED91F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0DE779-E4E2-44FD-8604-B6B443C3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4FB23-D1A0-4BCD-800C-314C639B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Calculators or spreadsheet. Prompt: n2 + n + 41.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B4BAB3-B195-43B1-BA99-1D94DBDE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4667620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A181BC-BD9D-4A84-8ED8-F576AC4F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24041-C766-4738-A0E9-6CF1BE34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788BC-5B41-457E-98B5-37A8C14A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D4B9C-FE58-4C1F-BEE1-0D3FE015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B7BE6-5AB6-4DE6-91EC-48ACAC05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2B651-714B-4049-A3AC-56545A4C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7B8FD-1092-48BD-8691-C69806A9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52E52-0E86-4D54-87B2-0BA9F4D4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be1dd42704205">
            <a:extLst>
              <a:ext uri="{96DAC541-7B7A-43D3-8B79-37D633B846F1}">
                <asvg:svgBlip xmlns:asvg="http://schemas.microsoft.com/office/drawing/2016/SVG/main" r:embed="Rd5339b36bfe044b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0FDC8-A81C-44AF-9B67-6CB26D64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88BEA-2D59-49BA-9B54-428FAB80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06809-B535-4470-81C8-DBC7F868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0DE17-83B2-447E-A6AF-328ACF7B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Proof versus Pattern Stimulus A: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1: A number pattern such as 1 + 2 + ... + n = n(n+1)/2...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Proof versus Pattern Stimulus B: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2: A visual pattern students extend before testing whether...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D149DB-E039-4053-9AF3-C3C4EF0F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ACDBB-53A3-4DC5-A732-799ACADB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1EBD7-EB10-4CE0-8DBE-778E587E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3714F4-9DEC-482E-9216-E5F538F5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Proof versus Pattern Stimulus A, what is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Proof versus Pattern Stimulus A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1259299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F8FFD4-0154-40F0-9DE9-980111EE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893D8-29A1-4253-8F3B-2E0D54BD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34B7C-0C68-4B10-A4E4-BE8BA5AD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42614-706E-43C0-B491-D3CA1860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5A51C-BCC0-43B2-9DFF-F780DEA3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ADEEF-EB54-42AA-949B-7F92F29A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B4178-BEC0-4F26-B055-92B673F5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12F69-C6BD-4456-B088-9543B5DB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30F21-8DAF-4983-953F-71D10303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DF8AC-39D0-42D3-B0CA-A50F2760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6BE3D-9BBA-409A-AB55-9767FFF4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E1F6A8-4EFB-4732-BAEE-A0F43017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Students calculate n2 + n + 41 for n = 0, 1, 2, . . . and record whether each output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is prime.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They predict whether the expression always gives primes.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Reveal a counterexample, such as n = 40.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Students write the difference between many examples and proof.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3023FC-853D-44D4-B1A6-E344CC20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Mathemat...</a:t>
            </a:r>
          </a:p>
        </p:txBody>
      </p:sp>
    </p:spTree>
    <p:extLst>
      <p:ext uri="{BB962C8B-B14F-4D97-AF65-F5344CB8AC3E}">
        <p14:creationId xmlns:p14="http://schemas.microsoft.com/office/powerpoint/2010/main" val="15049067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E4EC3B-F38B-49DC-B1F9-62A13451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3BE3F-2198-45D1-887B-69B31230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94AFA-178C-4344-A67F-4424B9BD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00F94-1DF8-4763-A7A6-30B66518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B66D5-8E2C-4559-8447-C857F121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554C0-3632-4A54-A0D4-C697CEE8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52D3F-C482-4B7E-B784-97960296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5BDA0-E016-4806-A734-2E1D9E27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1B486-3C48-4A48-982B-E0046C48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3BF86-D5CC-4892-822A-671108C5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A1500-FD6F-4E09-8CF1-196A0C2F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7CA20-5D71-4D2B-AB06-F13A266D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FDA10-F23C-4268-A056-65F306C7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3AD5C-8D7F-4D32-BA2A-052FC51A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F8F3F9-C737-431D-86BF-1AFDA484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BDDAD-DFFE-4751-B2D4-1A9C5EC4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DE41DA-BA24-46CD-977E-89CD1B9C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4BBC0A-F18B-489F-9767-AB99CF31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91B073-DFCA-46B0-A1CA-F6D162D8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711A36-7D4F-4AE8-A882-809225E8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364A3D-8F50-4734-9D8E-5B412C60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414650-CF1A-4037-B033-2ACED95A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380ED2-4BA4-430D-89C9-672AEF2D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51995C-6279-4520-B0C0-ADF6AF13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7082DD-9A74-4CD9-A671-B9E58E69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465118-D794-4256-806D-0A5C6C11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DAAD2D-28B3-4DC7-88C1-27C577C6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F6CBC5-0F18-4E84-9BBC-6A6BAB44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2299598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63A1DD-711F-4ED4-9101-E7A98B38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386B5-A856-423A-A4DD-8580FB6D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C4781-F2D1-4F4C-9B5F-36815B5B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FCB8E-732A-44D8-AD69-EBF5BE05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8DAB6-948D-4178-8189-22EBB765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63D5E-15FB-44D6-B20C-7C3648B8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38857-2F73-4D06-A5A1-48F50F5D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A138D-E462-4A72-B2D1-7778ADEE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8F5A2-D055-472D-B514-8AF09044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C2C11-A11C-41D3-9888-CEC3C235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6F3E7-F6B4-4C80-BE57-02D4021D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42D5A6-2734-4241-B58D-10E76986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Why is proof valued more than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observation in mathematics?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something be obvious but still require proof?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mathematics discovered or invented?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17D94-76AA-42C8-86C5-33E50353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C49809-655F-4912-84BD-76553F45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F4D97-A105-4DB5-90ED-5EF3B1FA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BDEF7F-9E56-4693-ADFF-A5890CD5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Why is proof valued more than observation in mathematics?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something be obvious but still require proof?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mathematics discovered or invented?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66EAE-0A02-4BEA-8FEC-2A0933E6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9828091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B4BA46-0505-4C73-986C-2382171F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76D30-6D10-4F66-BB96-B9116FFC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14665-8E72-4CAA-A347-FA21440E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02A13-F468-413C-86ED-0D90A4A7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38E24-385F-461F-BA0E-5D9B36D0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1C97D-287D-4371-88A4-AE44BF72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D368F-710A-4999-A4AA-50E187B4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A1FC5-8EFC-4AC1-9226-14946C2A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8C788-B8C0-476C-AB8C-0E70CABD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FC8C8-9BCD-4ACB-863D-A8540378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C98EF-25B6-468A-98FA-0C57A57A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BD7E-2DD3-4271-BAEC-3F880659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Proof versus Pattern: "My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first judgement felt obvious, but my evidence was thinner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30124B-2646-49CF-A9D7-C47A9A31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130A41-23E5-4CCF-AF2D-7FF12619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B3806E-BE7A-42EF-B733-AF85CC58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EFD89-AC59-4454-AA49-64852E9D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6ecb9589e14f17">
            <a:extLst>
              <a:ext uri="{96DAC541-7B7A-43D3-8B79-37D633B846F1}">
                <asvg:svgBlip xmlns:asvg="http://schemas.microsoft.com/office/drawing/2016/SVG/main" r:embed="Rc6a9b769876a4b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862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474EA0-FA00-4D44-9C74-48E6F9CD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B4F22-7118-4028-8BA9-FF208E43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B8323-FD89-4D22-B3B0-B203A8CF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1D377-6867-46B9-9ACB-32A30CB4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9C601-6DC3-49F6-95CD-EA431B14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2870D-6C91-44A5-8854-3A0FF18E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489A6-1CF5-46C7-A98E-9BA1BA57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AE365-8A52-49BB-AF68-CE66B124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A4EE3-A570-4CC1-8DF3-92F778D4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69949-2E23-44D6-BEB1-3453B6B3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D1796-B9A7-47DA-8B3A-657E6AC2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A995C-D2F7-42E4-9EDC-A556FDDC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table of values that supports a false conjecture.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B9599-D590-447E-AE1E-2251FA6E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0AAB1-F9C7-46CA-B35C-E0DDA9C2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ECA1C-F2BB-49B5-AE26-80B8FC6D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1C5EE-60F7-4BAB-B2F9-EF907A79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98C0B1-1277-42E3-BC61-7E95D93F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913931-B963-4026-A136-665957A9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9371DB-9B7C-4830-8C85-15F177B1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E2B14F-E426-4B93-96E3-55232907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Monty Hall Shock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Axiom Switch Universe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Calculator Trust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153FDB-1552-4055-A22A-6496D81F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2740335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2026-06-20T10:31:35.5730000Z</dcterms:created>
  <dcterms:modified xsi:type="dcterms:W3CDTF">2026-06-20T10:31:35.5730000Z</dcterms:modified>
</coreProperties>
</file>