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c5a896ad84239" /><Relationship Type="http://schemas.openxmlformats.org/officeDocument/2006/relationships/extended-properties" Target="/docProps/app.xml" Id="Re92393ce9ae941c2" /><Relationship Type="http://schemas.openxmlformats.org/officeDocument/2006/relationships/officeDocument" Target="/ppt/presentation.xml" Id="Rebc84e71a4ae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f7a8e49bcd461a"/>
  </p:sldMasterIdLst>
  <p:notesMasterIdLst>
    <p:notesMasterId xmlns:r="http://schemas.openxmlformats.org/officeDocument/2006/relationships" r:id="R2e232213fa6d4f08"/>
  </p:notesMasterIdLst>
  <p:sldIdLst>
    <p:sldId xmlns:r="http://schemas.openxmlformats.org/officeDocument/2006/relationships" id="256" r:id="Rbfecb51694374e4b"/>
    <p:sldId xmlns:r="http://schemas.openxmlformats.org/officeDocument/2006/relationships" id="257" r:id="R992ea80e4d194011"/>
    <p:sldId xmlns:r="http://schemas.openxmlformats.org/officeDocument/2006/relationships" id="258" r:id="R4a07b122fc344fc3"/>
    <p:sldId xmlns:r="http://schemas.openxmlformats.org/officeDocument/2006/relationships" id="259" r:id="R2b3c72846b0f47dc"/>
    <p:sldId xmlns:r="http://schemas.openxmlformats.org/officeDocument/2006/relationships" id="260" r:id="Rb5d6ac9be9ef4d9e"/>
    <p:sldId xmlns:r="http://schemas.openxmlformats.org/officeDocument/2006/relationships" id="261" r:id="R2dc9dfd402784ed6"/>
    <p:sldId xmlns:r="http://schemas.openxmlformats.org/officeDocument/2006/relationships" id="262" r:id="R607a9d4f84204f10"/>
    <p:sldId xmlns:r="http://schemas.openxmlformats.org/officeDocument/2006/relationships" id="263" r:id="Re5aae67df62043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ae048e4f64786" /><Relationship Type="http://schemas.openxmlformats.org/officeDocument/2006/relationships/slideMaster" Target="/ppt/slideMasters/slideMaster1.xml" Id="R5af7a8e49bcd461a" /><Relationship Type="http://schemas.openxmlformats.org/officeDocument/2006/relationships/notesMaster" Target="/ppt/notesMasters/notesMaster1.xml" Id="R2e232213fa6d4f08" /><Relationship Type="http://schemas.openxmlformats.org/officeDocument/2006/relationships/presProps" Target="/ppt/presProps.xml" Id="Rec8f76deea0441b4" /><Relationship Type="http://schemas.openxmlformats.org/officeDocument/2006/relationships/tableStyles" Target="/ppt/tableStyles.xml" Id="R39d8a2cd9a08434f" /><Relationship Type="http://schemas.openxmlformats.org/officeDocument/2006/relationships/slide" Target="/ppt/slides/slide1.xml" Id="Rbfecb51694374e4b" /><Relationship Type="http://schemas.openxmlformats.org/officeDocument/2006/relationships/slide" Target="/ppt/slides/slide2.xml" Id="R992ea80e4d194011" /><Relationship Type="http://schemas.openxmlformats.org/officeDocument/2006/relationships/slide" Target="/ppt/slides/slide3.xml" Id="R4a07b122fc344fc3" /><Relationship Type="http://schemas.openxmlformats.org/officeDocument/2006/relationships/slide" Target="/ppt/slides/slide4.xml" Id="R2b3c72846b0f47dc" /><Relationship Type="http://schemas.openxmlformats.org/officeDocument/2006/relationships/slide" Target="/ppt/slides/slide5.xml" Id="Rb5d6ac9be9ef4d9e" /><Relationship Type="http://schemas.openxmlformats.org/officeDocument/2006/relationships/slide" Target="/ppt/slides/slide6.xml" Id="R2dc9dfd402784ed6" /><Relationship Type="http://schemas.openxmlformats.org/officeDocument/2006/relationships/slide" Target="/ppt/slides/slide7.xml" Id="R607a9d4f84204f10" /><Relationship Type="http://schemas.openxmlformats.org/officeDocument/2006/relationships/slide" Target="/ppt/slides/slide8.xml" Id="Re5aae67df62043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53bb448b4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8de5b46384724" /><Relationship Type="http://schemas.openxmlformats.org/officeDocument/2006/relationships/notesMaster" Target="/ppt/notesMasters/notesMaster1.xml" Id="R7ff0d1c6c5d748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ccd2976f754a9a" /><Relationship Type="http://schemas.openxmlformats.org/officeDocument/2006/relationships/notesMaster" Target="/ppt/notesMasters/notesMaster1.xml" Id="R8ba493d0c7e542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442e9565594db5" /><Relationship Type="http://schemas.openxmlformats.org/officeDocument/2006/relationships/notesMaster" Target="/ppt/notesMasters/notesMaster1.xml" Id="R413eb872f566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ffc8161c974cbe" /><Relationship Type="http://schemas.openxmlformats.org/officeDocument/2006/relationships/notesMaster" Target="/ppt/notesMasters/notesMaster1.xml" Id="R1cfcb7e5b99d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bcee55a99f40fa" /><Relationship Type="http://schemas.openxmlformats.org/officeDocument/2006/relationships/notesMaster" Target="/ppt/notesMasters/notesMaster1.xml" Id="R7cb7e71cc8904b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8bb74897154dac" /><Relationship Type="http://schemas.openxmlformats.org/officeDocument/2006/relationships/notesMaster" Target="/ppt/notesMasters/notesMaster1.xml" Id="R9ca0fe7b37874d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22ce5eaa604f33" /><Relationship Type="http://schemas.openxmlformats.org/officeDocument/2006/relationships/notesMaster" Target="/ppt/notesMasters/notesMaster1.xml" Id="Rc728ed928c144c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165d36e9f24e40" /><Relationship Type="http://schemas.openxmlformats.org/officeDocument/2006/relationships/notesMaster" Target="/ppt/notesMasters/notesMaster1.xml" Id="R23590caf504745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8f344e43340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2108bcf4c469a" /><Relationship Type="http://schemas.openxmlformats.org/officeDocument/2006/relationships/slideLayout" Target="/ppt/slideLayouts/slideLayout1.xml" Id="R9564bb93676848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4bb93676848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e49d75d7d417e" /><Relationship Type="http://schemas.openxmlformats.org/officeDocument/2006/relationships/image" Target="/ppt/media/image.png" Id="R1ecc548b4ed54646" /><Relationship Type="http://schemas.openxmlformats.org/officeDocument/2006/relationships/image" Target="/ppt/media/image.svg" Id="R98f2bcc295bb483b" /><Relationship Type="http://schemas.openxmlformats.org/officeDocument/2006/relationships/notesSlide" Target="/ppt/notesSlides/notesSlide1.xml" Id="Re779e359706140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3885240c24859" /><Relationship Type="http://schemas.openxmlformats.org/officeDocument/2006/relationships/notesSlide" Target="/ppt/notesSlides/notesSlide2.xml" Id="Rb262ffe11a44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9fd9a7f354d01" /><Relationship Type="http://schemas.openxmlformats.org/officeDocument/2006/relationships/image" Target="/ppt/media/image2.png" Id="Rde1e00daa81e481d" /><Relationship Type="http://schemas.openxmlformats.org/officeDocument/2006/relationships/image" Target="/ppt/media/image2.svg" Id="R3fd238af720c42ca" /><Relationship Type="http://schemas.openxmlformats.org/officeDocument/2006/relationships/notesSlide" Target="/ppt/notesSlides/notesSlide3.xml" Id="R96a332670d2748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7cbe2f57e475b" /><Relationship Type="http://schemas.openxmlformats.org/officeDocument/2006/relationships/notesSlide" Target="/ppt/notesSlides/notesSlide4.xml" Id="R18d323b0681e40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b35230a654035" /><Relationship Type="http://schemas.openxmlformats.org/officeDocument/2006/relationships/notesSlide" Target="/ppt/notesSlides/notesSlide5.xml" Id="R710219c033574e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8385f7ea149a3" /><Relationship Type="http://schemas.openxmlformats.org/officeDocument/2006/relationships/notesSlide" Target="/ppt/notesSlides/notesSlide6.xml" Id="Rbfb8c9e844e549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68f32522c4957" /><Relationship Type="http://schemas.openxmlformats.org/officeDocument/2006/relationships/image" Target="/ppt/media/image3.png" Id="R364452bbfab04337" /><Relationship Type="http://schemas.openxmlformats.org/officeDocument/2006/relationships/image" Target="/ppt/media/image3.svg" Id="R7b3e8a5418f64a12" /><Relationship Type="http://schemas.openxmlformats.org/officeDocument/2006/relationships/notesSlide" Target="/ppt/notesSlides/notesSlide7.xml" Id="R886908eedfec4b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148d9189f4a78" /><Relationship Type="http://schemas.openxmlformats.org/officeDocument/2006/relationships/notesSlide" Target="/ppt/notesSlides/notesSlide8.xml" Id="Re6cd2238e2ce45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AE95EE-B8FA-4994-9DCA-7AA9BED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C0CC5-637A-4052-9A75-B2049BBD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5BCA8-BC17-4DF4-89BC-E81FA267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AB98C-6B0D-48A3-9E55-626DB9D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A6A29-8AD1-4911-92DD-2DD4B5F0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8BAE3-1FAC-465C-B6D7-B0E75702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21FD5-643D-4D1A-8FCD-F67FA58E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Anchoring Price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2D65C-4409-4168-BE4A-5E3F5749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c548b4ed54646">
            <a:extLst>
              <a:ext uri="{96DAC541-7B7A-43D3-8B79-37D633B846F1}">
                <asvg:svgBlip xmlns:asvg="http://schemas.microsoft.com/office/drawing/2016/SVG/main" r:embed="R98f2bcc295bb48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457AA-7F6D-44FE-90BC-12B4706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913B3-5E3C-4415-9B1B-7C5F7CF3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61FE4-E08F-4BB4-874A-EBE6A624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8BBD2-7F5A-46FF-BC35-944E60E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Human judgement can be pulled by context even when the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context is not valid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69853-BFAF-46D4-8FD4-51ED7240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4AD59-3FB5-4FAB-8C3D-29E97D81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983F8-EC9D-40E0-A2DF-B1EADDFD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1AF48-8AD0-4FEB-A6C5-C94E0E88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4416302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020B76-2C5C-40CF-BE95-1265BDB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7EE1D-CD50-4BF2-BCA8-ABD68ABD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E72B6-B0FF-40F5-B673-C5D2BB80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962B8-E73D-407A-A695-9AF5FE3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063BE-3BF9-4927-8C9E-27AD5265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D2BC-3B3E-4B08-B92C-29D90A3C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5DEA7-6E26-4299-A123-233609F3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6F291-FD8B-4A9E-B294-18A5A291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EFC65-CCC5-4E8C-BCA5-D36E258E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717FD-32F6-44C5-B206-23AE0298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FF68A-DAA3-4736-8BB2-0BCD6D90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54107-8735-4D45-A998-88A5F2F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anchoring and then analyze its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implications for human sciences research.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Human judgement can be pulled by context even when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context is not valid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C4DDA-C9F6-4FC7-A454-46EBB34E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F2D2C-AE32-4520-9892-DD1D28F3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DFB06-9E94-4506-B76A-65A0157F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F27A8-7B36-4787-B1F2-03074DED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versions of an estimate sheet with different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anchor numbers.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Common objects or scenarios for valuation.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estimate sheet versions with anchor prompts.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Class results table comparing group averages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spread.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059F5-F308-4602-AE5F-3F0AB488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9555345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F5E12-2EF4-4CEA-866C-20CD6C0A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24887-2E46-4209-9E06-178A076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A180F-4CB6-4FBC-A99B-4754813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79DE0-01D3-4A6A-9C48-BB60546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0FAD9-9A2A-4C30-B7E7-1312F4F8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1F020-5F16-4CA5-8364-E953FA4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57175-E94F-43D1-93DE-601048F9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D29A0-B630-4180-8714-9F5E632D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e00daa81e481d">
            <a:extLst>
              <a:ext uri="{96DAC541-7B7A-43D3-8B79-37D633B846F1}">
                <asvg:svgBlip xmlns:asvg="http://schemas.microsoft.com/office/drawing/2016/SVG/main" r:embed="R3fd238af720c42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C8EC5-9FAD-45FD-BB78-5FE96C02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24BEA-D3C1-4CA2-9FDC-5F38135D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52A5B-9253-4550-BB96-1BFEDA2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66629-9F99-4392-B129-4EF18F9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Anchoring Price Experiment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High anchor: Is this backpack worth more or...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Anchoring Price Experiment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Low anchor: Is this backpack worth more or...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3CD6C-B35C-4768-934D-3698C80D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7EB0E-7C24-49CF-AFF1-58A43127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29676-75C7-41BD-841D-961E847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11BFE-8DBE-4878-A093-B3D2FB3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Anchoring Price Experiment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Anchoring Price Experiment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85061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D2060-BFC0-4B28-B897-7454101B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6ED37-D648-4F88-854B-A36B075A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9989B-428E-4621-9354-7B98EF7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B3E73-FAFD-4FEE-AB4C-7C66234D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B7F93-4133-4BB6-99C1-D6890075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F94BF-7559-411B-93D0-CEB7F9F7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E5BA3-182F-4234-8B69-77623A74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96823-B56C-433A-BE77-5DE6201B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9B1DB-2629-430B-8445-0ACB7C6C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9ADE8-CE52-4D5A-A8FB-8A0A4419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1E085-2930-40DB-A7A1-4C5E6BF4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E95D8-D0AF-402C-A3D5-C3BF5F0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Randomly give students a high-anchor or low-anchor version of the sheet.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answer whether the true value is higher or lower than the anchor.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then give their best estimate.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average estimates across anchor groups.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irrelevant numbers can influence judgement.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01B5B-1D46-4097-AA22-894CF5A3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2650046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DFD5E-EFA6-49FC-BCFC-DF2F6D3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F9C82-586A-454A-BF96-464AC189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CB323-CE00-42AB-9618-55B62D06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FA8ED-BCFD-43D1-9227-357E989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FF569-9F9E-45CD-80BE-0EFB6E60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40CBD-6385-46D2-8E4A-CCC29F1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7C67A-A74C-407E-9C09-60F57176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BBE10-B629-461B-A7B9-06460D2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F3179-458F-4590-8F69-0E206CC8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94D70-529B-4016-9D80-CC359B3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686F0-3D74-457A-B260-EB3A6547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F7F0B-0E36-4B1C-8124-A30F9659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A1BB6-532B-46A8-9D6C-9242E44D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DF5D0-4274-4616-A994-B1700ED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F57D6-9C38-4AF1-9F8D-85FE081D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3D1E2-2421-4930-A16E-E40A185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895EE-0518-423C-924F-6E9EF16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F9356-E730-4FCA-AC48-8382E1F2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02907-DCE1-405B-A991-70022602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B9C30-E826-48B7-970E-A5FC3A18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47428-D4A8-4707-9B29-66F59CC2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449E2-644C-486D-80ED-6D2D9E9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F44DF-BE60-4503-8F21-D4BE553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17469-4F7B-4218-8F46-02E70DEA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28A78-C06A-41B7-9C80-A05FA520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C3D07-6965-4A50-BB20-680584EA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3CC03-57E4-4143-9CB9-530335DB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1AE08-8635-4B21-A1EA-D7E66C6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9049777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B58EF-5479-4F32-91D6-DEBF5E4A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7201D-4186-4CFC-90FD-8CFBC11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46C9A-DBA6-4EA3-8321-D9FE81F7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D7DA0-827D-4838-AC31-671AE77A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9F5FF-C662-490D-BBB2-E6771F21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2A49D-EA4E-4769-8EDD-96D8A18B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A6E62-2CF8-4FB9-BD81-D8D37846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EA63C-9AE2-4D25-A90A-CE679C44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CA1BA-9761-48B3-B71F-904D5E67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C1FBF-F714-4904-BCA0-6556C42D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D789B-123A-4672-A6F3-724C7F27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68CE7-3238-4EB1-9C09-74921371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What does bias reveal about human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we know our own reasons for a decision?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human scientists design studies to detect hidden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influences?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E8313-A053-4EE1-A011-ECB0553A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835AB-BCAD-43CD-89FB-E415341A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2CCBC-1128-4C41-8C22-77C54904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BE0C0-7F87-440D-B801-B770A1B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knowers fully explain their own judgements?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experiments reveal hidden influences?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context become evidence and when is it bias?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AF8FC-4905-415D-93D3-176E4760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6388667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3A870-F903-4759-B57D-0D87D4F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ADF88-8D60-4090-9E66-7444F72A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7EDEA-42BA-43E5-B5A4-FFAFF8E8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4BE48-6611-4459-8015-B7FCEAC0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634B4-970C-4C99-8587-CE5A6978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DD539-3BD1-4746-9139-357F8FFC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F7503-39A2-4532-8E1A-32CF6E85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88E55-E954-4ADD-8149-72711C70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F054A-A321-4254-AC64-B4CD7CB8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9CA10-F9F7-4004-9094-5F73D7A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61979-77E8-440D-954D-21B0BCBD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4C69D-8586-4A48-BF1B-662203F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high-anchor group gave higher estimates even though we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saw the same object.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did not think the anchor affected me until the class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averages were compared.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5C667-B02C-4C4C-8D1F-F6CEC0B9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AF45D-D7D6-4009-A336-44B4CFA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5D1FC-F1BB-4030-9043-74490E12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F1318-6EA8-4D6B-8C59-1308102C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design a follow-up experiment with random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assignment and a control group.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anchoring to pricing, negotiation, sentencing,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predicted grades.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452bbfab04337">
            <a:extLst>
              <a:ext uri="{96DAC541-7B7A-43D3-8B79-37D633B846F1}">
                <asvg:svgBlip xmlns:asvg="http://schemas.microsoft.com/office/drawing/2016/SVG/main" r:embed="R7b3e8a5418f64a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537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21643-6B3B-47AD-8B0A-D68A5F91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51756-7F8B-4E59-9925-9C072410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B6698-3498-4A09-BD77-96A4ACE1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AF5AF-F7BF-455E-A54B-7F374994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BF317-AB2A-4B00-B3F2-0B2D251A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03992-A278-420A-8360-1C2A39BF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7589D-F39C-4206-8C6D-4929C7F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CF67D-E995-4F70-A444-8C04C206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DA0CF-CBEB-47DA-B372-98D809E8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FA9AA-F09A-4A2C-8CA0-33BB539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4F557-CF56-49B4-82FF-3B22CC5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C6829-DB7B-4076-B644-89C5BD1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estimate sheets showing different anchor numbers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class averages.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B7F16-C025-47E7-9ADF-D9EC32F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EF1AF-0E48-4BB0-8ACB-D164F605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221D1-54BC-4594-97A6-6572191B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1B1FF-3395-49A1-8B7D-7913285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09FFA-03F0-4AA4-9665-F3FD8B8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30094-82C9-4767-B65F-7619959A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B46D7-2A50-4417-9614-D87E8C7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A8474-ED1A-445D-B887-4DDFA97B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Ultimatum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6EBC5-0B01-4F69-B130-45FFA1C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292597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2026-06-20T10:31:38.8790000Z</dcterms:created>
  <dcterms:modified xsi:type="dcterms:W3CDTF">2026-06-20T10:31:38.8790000Z</dcterms:modified>
</coreProperties>
</file>