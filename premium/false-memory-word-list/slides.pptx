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f26682c8e64790" /><Relationship Type="http://schemas.openxmlformats.org/officeDocument/2006/relationships/extended-properties" Target="/docProps/app.xml" Id="Raa3d8b537a02407f" /><Relationship Type="http://schemas.openxmlformats.org/officeDocument/2006/relationships/officeDocument" Target="/ppt/presentation.xml" Id="R5d7f0110cf87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e3f8085064063"/>
  </p:sldMasterIdLst>
  <p:notesMasterIdLst>
    <p:notesMasterId xmlns:r="http://schemas.openxmlformats.org/officeDocument/2006/relationships" r:id="Rd760d6435ba44044"/>
  </p:notesMasterIdLst>
  <p:sldIdLst>
    <p:sldId xmlns:r="http://schemas.openxmlformats.org/officeDocument/2006/relationships" id="256" r:id="R57abeeb8cb1149ec"/>
    <p:sldId xmlns:r="http://schemas.openxmlformats.org/officeDocument/2006/relationships" id="257" r:id="R728b29fb51c2476e"/>
    <p:sldId xmlns:r="http://schemas.openxmlformats.org/officeDocument/2006/relationships" id="258" r:id="Rafb4a801ec9f47ce"/>
    <p:sldId xmlns:r="http://schemas.openxmlformats.org/officeDocument/2006/relationships" id="259" r:id="R5adea8e50cfc4665"/>
    <p:sldId xmlns:r="http://schemas.openxmlformats.org/officeDocument/2006/relationships" id="260" r:id="Rfec6a73639e54b92"/>
    <p:sldId xmlns:r="http://schemas.openxmlformats.org/officeDocument/2006/relationships" id="261" r:id="R0d8022c140df47ba"/>
    <p:sldId xmlns:r="http://schemas.openxmlformats.org/officeDocument/2006/relationships" id="262" r:id="Rba56f714c66344a3"/>
    <p:sldId xmlns:r="http://schemas.openxmlformats.org/officeDocument/2006/relationships" id="263" r:id="R1fa2191d51e244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220f21454145ce" /><Relationship Type="http://schemas.openxmlformats.org/officeDocument/2006/relationships/slideMaster" Target="/ppt/slideMasters/slideMaster1.xml" Id="R67ae3f8085064063" /><Relationship Type="http://schemas.openxmlformats.org/officeDocument/2006/relationships/notesMaster" Target="/ppt/notesMasters/notesMaster1.xml" Id="Rd760d6435ba44044" /><Relationship Type="http://schemas.openxmlformats.org/officeDocument/2006/relationships/presProps" Target="/ppt/presProps.xml" Id="Rc107793fcc8545da" /><Relationship Type="http://schemas.openxmlformats.org/officeDocument/2006/relationships/tableStyles" Target="/ppt/tableStyles.xml" Id="R12c1cebee21f4f99" /><Relationship Type="http://schemas.openxmlformats.org/officeDocument/2006/relationships/slide" Target="/ppt/slides/slide1.xml" Id="R57abeeb8cb1149ec" /><Relationship Type="http://schemas.openxmlformats.org/officeDocument/2006/relationships/slide" Target="/ppt/slides/slide2.xml" Id="R728b29fb51c2476e" /><Relationship Type="http://schemas.openxmlformats.org/officeDocument/2006/relationships/slide" Target="/ppt/slides/slide3.xml" Id="Rafb4a801ec9f47ce" /><Relationship Type="http://schemas.openxmlformats.org/officeDocument/2006/relationships/slide" Target="/ppt/slides/slide4.xml" Id="R5adea8e50cfc4665" /><Relationship Type="http://schemas.openxmlformats.org/officeDocument/2006/relationships/slide" Target="/ppt/slides/slide5.xml" Id="Rfec6a73639e54b92" /><Relationship Type="http://schemas.openxmlformats.org/officeDocument/2006/relationships/slide" Target="/ppt/slides/slide6.xml" Id="R0d8022c140df47ba" /><Relationship Type="http://schemas.openxmlformats.org/officeDocument/2006/relationships/slide" Target="/ppt/slides/slide7.xml" Id="Rba56f714c66344a3" /><Relationship Type="http://schemas.openxmlformats.org/officeDocument/2006/relationships/slide" Target="/ppt/slides/slide8.xml" Id="R1fa2191d51e244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0ea6d61e1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3871863ae4cf0" /><Relationship Type="http://schemas.openxmlformats.org/officeDocument/2006/relationships/notesMaster" Target="/ppt/notesMasters/notesMaster1.xml" Id="R379dae8bad92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3fddf1c25a4e62" /><Relationship Type="http://schemas.openxmlformats.org/officeDocument/2006/relationships/notesMaster" Target="/ppt/notesMasters/notesMaster1.xml" Id="R6c375d7cb388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7fbb9747a49ef" /><Relationship Type="http://schemas.openxmlformats.org/officeDocument/2006/relationships/notesMaster" Target="/ppt/notesMasters/notesMaster1.xml" Id="R0bd6decb22734e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2d551f8ca49a1" /><Relationship Type="http://schemas.openxmlformats.org/officeDocument/2006/relationships/notesMaster" Target="/ppt/notesMasters/notesMaster1.xml" Id="R5ed75cfaca1e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ac911a27947e1" /><Relationship Type="http://schemas.openxmlformats.org/officeDocument/2006/relationships/notesMaster" Target="/ppt/notesMasters/notesMaster1.xml" Id="Rb8458de4b003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8ac6a552643df" /><Relationship Type="http://schemas.openxmlformats.org/officeDocument/2006/relationships/notesMaster" Target="/ppt/notesMasters/notesMaster1.xml" Id="R1efcce915d9e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fc2aeab856400c" /><Relationship Type="http://schemas.openxmlformats.org/officeDocument/2006/relationships/notesMaster" Target="/ppt/notesMasters/notesMaster1.xml" Id="R4439eb13f896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fed9896fc14eb8" /><Relationship Type="http://schemas.openxmlformats.org/officeDocument/2006/relationships/notesMaster" Target="/ppt/notesMasters/notesMaster1.xml" Id="R378d3b56f4ad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60963671c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55433cedc4f37" /><Relationship Type="http://schemas.openxmlformats.org/officeDocument/2006/relationships/slideLayout" Target="/ppt/slideLayouts/slideLayout1.xml" Id="Ra4e6369cfb754f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6369cfb754f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2019ac204701" /><Relationship Type="http://schemas.openxmlformats.org/officeDocument/2006/relationships/image" Target="/ppt/media/image.png" Id="Rf6c9eda44c9a4720" /><Relationship Type="http://schemas.openxmlformats.org/officeDocument/2006/relationships/image" Target="/ppt/media/image.svg" Id="Rd451d00740c44bc7" /><Relationship Type="http://schemas.openxmlformats.org/officeDocument/2006/relationships/notesSlide" Target="/ppt/notesSlides/notesSlide1.xml" Id="R5442e3e58eef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969a24894ce2" /><Relationship Type="http://schemas.openxmlformats.org/officeDocument/2006/relationships/notesSlide" Target="/ppt/notesSlides/notesSlide2.xml" Id="R215a18495f46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97ab55e4d45ae" /><Relationship Type="http://schemas.openxmlformats.org/officeDocument/2006/relationships/image" Target="/ppt/media/image2.png" Id="R6544572b4cf941e3" /><Relationship Type="http://schemas.openxmlformats.org/officeDocument/2006/relationships/image" Target="/ppt/media/image2.svg" Id="R4f73c1baeaef44c5" /><Relationship Type="http://schemas.openxmlformats.org/officeDocument/2006/relationships/notesSlide" Target="/ppt/notesSlides/notesSlide3.xml" Id="R15267bbfda17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10c9f3fc4339" /><Relationship Type="http://schemas.openxmlformats.org/officeDocument/2006/relationships/notesSlide" Target="/ppt/notesSlides/notesSlide4.xml" Id="R552f07de6dc940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090ce6bdd4b07" /><Relationship Type="http://schemas.openxmlformats.org/officeDocument/2006/relationships/notesSlide" Target="/ppt/notesSlides/notesSlide5.xml" Id="Rb95923605f79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5aad21b48440f" /><Relationship Type="http://schemas.openxmlformats.org/officeDocument/2006/relationships/notesSlide" Target="/ppt/notesSlides/notesSlide6.xml" Id="R43efe6919b9c4a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00941afa64be0" /><Relationship Type="http://schemas.openxmlformats.org/officeDocument/2006/relationships/image" Target="/ppt/media/image3.png" Id="R64c9840377834632" /><Relationship Type="http://schemas.openxmlformats.org/officeDocument/2006/relationships/image" Target="/ppt/media/image3.svg" Id="Rbf6587e8e69f4942" /><Relationship Type="http://schemas.openxmlformats.org/officeDocument/2006/relationships/notesSlide" Target="/ppt/notesSlides/notesSlide7.xml" Id="R0a91b1dc9584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70ccc1bc64986" /><Relationship Type="http://schemas.openxmlformats.org/officeDocument/2006/relationships/notesSlide" Target="/ppt/notesSlides/notesSlide8.xml" Id="Ra42b6369ee4d42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0BA1B-C8A9-4E7C-8106-22423125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0DE17-0561-4682-9B9C-C31F38B3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2DC55-7782-4A01-A7F1-9BDA3100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E963A-9972-4879-B82A-B1DB00B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F60D5-D826-4D10-992C-E965F666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360A-D1BA-4E92-9291-29AD8A74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4F960-60B3-4BFA-8066-03591E4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False Memory Word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A7BA7-9F65-4705-9E58-795EFCC6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9eda44c9a4720">
            <a:extLst>
              <a:ext uri="{96DAC541-7B7A-43D3-8B79-37D633B846F1}">
                <asvg:svgBlip xmlns:asvg="http://schemas.microsoft.com/office/drawing/2016/SVG/main" r:embed="Rd451d00740c44b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C6DDC-09BE-49C3-B069-186E7A3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2416D-6815-4CC6-8025-BFF023F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634DB-616E-4C74-BECC-26DE08F3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9A657-A32E-4B4A-A43C-A7267281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Coherence can produce confident false memory.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13E8F-6046-4B25-B91B-E95A45D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ED49E-2AD5-4360-B2B8-EBD4E251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680D4-2249-4563-A0B8-8EE1DDD1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41716-9E67-4EC2-8236-655C9ABA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15-20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0889152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5DF2B-F6C0-482A-A397-F4822E71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F2AD-ED2D-4BB8-A3B6-12FA022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B1F73-7ABA-4057-A668-C483E46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08284-84BA-4F9B-9456-1371D57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75016-42D3-4474-A05C-6FC51A0F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B9DAC-332E-4853-B53A-8623AD9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0AD2E-ACE4-4191-BDB3-EF124823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A85AB-F2AC-4361-B9DA-ED6EA017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B4ECA-5EB2-42D2-95E2-462D3EA6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F8147-CD25-42BB-863F-F7653644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02E46-24E1-45BC-924A-E9B741F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FAD6B-C3B6-477A-8915-0262B4E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meaning and expectation can create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memory of something that was not presented.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Coherence can produce confident false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49AB3-D5BF-4251-911E-5565371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8A37B-A15E-45BA-98F6-769CE54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A4B97-88F6-44A6-8530-7116D2A1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AE353-A73D-4076-B4FD-A205A1E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Prepared word list. Example: bed, rest, tired, dream,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pillow, blanket, nap, yawn, night. Do not include the...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18F4B-EE78-42B8-BCC7-4C66BBCC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34491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DDD15-D180-40D8-905E-F8124C2F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8B8F4-7A35-4F43-BBA0-6539E60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07A0-7E92-467D-8196-E7EB443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9F8A3-7B4C-4CBA-9751-DB9EB635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A1DCD-9574-4F9D-A6A0-A895FE1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3F025-DC40-4B25-A60A-B8198D1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781FB-44BB-4259-8A5C-AA79BA3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F4012-DD0B-4AE1-BE32-91338E9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4572b4cf941e3">
            <a:extLst>
              <a:ext uri="{96DAC541-7B7A-43D3-8B79-37D633B846F1}">
                <asvg:svgBlip xmlns:asvg="http://schemas.microsoft.com/office/drawing/2016/SVG/main" r:embed="R4f73c1baeaef44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ACCB4-EDF3-4063-A748-03310D70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054BE-645B-4964-A929-1B1DED3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5E613-2BAC-4F1D-9128-EF7A75C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E3449-C435-4E64-9C9C-0DA6717B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False Memory Word List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word list around sleep that omits the word 'sleep'....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False Memory Word List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second list around sweet foods that omits 'candy' 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8E9D2-6244-447A-BA21-AB70DDE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28DBC-1954-44AA-B098-6A84058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1CAEE-C45C-43C5-AEF2-A817B3F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84F55-72D1-4BDE-BE47-0D25913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False Memory Word List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False Memory Word List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40153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CE272-6EFE-46B6-B9C1-EBFDDD89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68BC-CC27-432D-B774-E5D6B16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1A767-4EB4-4C02-90F2-9C9D1C5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54C94-1615-496D-A20B-E6D0253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0AA78-DC80-4EB5-B70A-6B3A7626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6BF02-21FB-4F75-9E59-276857C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97C54-3210-473E-9D9D-0BD9F14E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FB319-6664-4BF3-AF57-C7FAAACD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F335-0644-4593-A4E2-92EEA44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F4E20-3E91-46CF-80EC-459B7F69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CDEA0-1805-4F75-BFCB-C621A53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3D29E-BC48-4635-8F62-F884A9A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Read the word list aloud once.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complete a distractor task for one minute.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Ask which words they remember. Include the lure word "sleep" on a recognition list.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Count how many students confidently remember the lure.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6EE82-26E6-4F69-85D6-26699A6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763948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92328-0E85-4AFA-BA4C-0A94F74F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F505-5E66-4813-BD48-7AE9E0EA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2CC09-3CED-473A-8E80-D4982C12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FAF1-5A46-4938-998D-4CCEA6A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74C9F-6193-453B-A3D1-4E2FDAA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0B643-D9B6-4E2C-A4F0-67E60EF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02462-587B-48A5-8F75-BCC782B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83C64-2655-4B7D-BF0E-287E7553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0994F-E917-4620-B6FE-3D8A6F8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21C43-F7FE-4C76-99C2-901317E2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38BA3-59BB-442A-9ED2-A505B2F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7271E-F953-4941-A96F-1BCE0EC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04775-2FDF-40B1-8016-B10FC81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23C98-D88E-4636-B78A-197DF597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8A6BF-AC0C-461B-9783-9728FB33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E0A12-955F-4238-A2F7-816FF68E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FC926-1B40-455D-80F9-CCC6502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B4B78-E030-4937-A6E0-F9623388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39099-7C5C-484D-B0E7-0DF7BD2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23B4C-ADA3-4CF1-97A7-F28F85E3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0B085-E8A8-49CF-9DA8-5BE91F44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A691B-EB70-4344-BE74-B25063C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E86C2-C1BD-43AE-BA5B-4985EBE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7393F-6515-4C7A-A043-37FC9FA6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C8C77-0560-4295-96BC-DB1D897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C3A05-A8C3-4AF3-A061-15C8275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2499D-43E2-4C65-9787-C1C60B7D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B79E9-BF3F-4DE4-9462-1E927724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3316925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2AD01-C542-499B-AFC9-9E2D863F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7149D-A452-4C85-8FDF-F2BEE293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FF12C-CBB9-40E8-B6F5-8C9BCAF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4DE1B-6EBD-4DE3-9520-4FB860C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13843-9DD7-49A3-A61B-9904695E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BC22A-7F32-461C-BD4B-4E97E40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56EC0-7E70-4153-9C70-FB0A760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D5549-0698-439A-B76C-C00AD9D6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30D7C-1350-4175-9DE9-43850271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5444E-670C-4CF5-B38B-39BD04D0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A828-F9B4-4DDB-A025-93EA1CF2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61B51-347B-448A-A0A4-5853EA79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a coherent story make a belief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feel more true?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remembering and inferring?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this suggest about legal testimony, history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personal identity?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FDE61-3EDE-47FC-8F9E-8144207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D1E78-AE0F-481D-B4D3-C7733B3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53C39-0C8B-4A16-A026-1F45F138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7A838-EC10-43BE-8007-E8E1A7E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a coherent story make a belief feel more true?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remembering and inferring?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this suggest about legal testimony, history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personal identity?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A1DF2-300B-4F76-AA92-BB3F8A3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0030899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B641D-1EB5-4088-81F5-60236DD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27FBD-C83B-4A81-8D1C-F4696009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27C49-E244-44A9-9CDF-9A4A9EF7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7C7FE-233F-44B5-AA1F-7CE083D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23DD7-C831-40D3-B9C3-FA61AA4F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15480-0E23-420E-90EE-04F25C61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E6CB8-95E6-4021-8FA3-E901229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DC104-D409-4398-A0F9-D414CC3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2F755-3C3A-48E8-8EEB-4647249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CFF94-7F0D-47A8-8668-76FBB72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9BC12-12EC-4EF1-B95C-DEC760C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B7FA-6DC3-41DB-AB27-62A2C2D8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False Memory Word List: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8377B-22EE-4725-A39E-20A4A19E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B3213-69C2-486B-B5B8-440499F3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3A29-057D-4B68-B7BE-87DAA43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5FB45-DD7E-4352-8249-48D2EF5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9840377834632">
            <a:extLst>
              <a:ext uri="{96DAC541-7B7A-43D3-8B79-37D633B846F1}">
                <asvg:svgBlip xmlns:asvg="http://schemas.microsoft.com/office/drawing/2016/SVG/main" r:embed="Rbf6587e8e69f49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53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1D8A5-876C-4173-AEDF-421A76E9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C568-F38D-4726-A9C7-E3B21BA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BD98-A093-45C8-B8F7-F9CE2D23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D566B-80E4-4303-A517-6737493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9078B-2007-42B4-9882-DAF887C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0F36B-2777-4E5B-9E8B-107AE304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15-20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51180-D11D-462E-8DAC-14FF824C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43179-ADEE-4C69-89DB-C31A2B8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82A84-D896-477C-A0AE-A272A4C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002D3-A403-4235-B2CC-8F4B22B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7F8EB-198F-473D-90C6-9B74611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BE61F-2C8E-4A54-B53F-321E1F41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recognition list with confidence 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5DE8D-AC7C-4A0D-8869-CBC2E0B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AD08E-6193-4179-9D6E-E1C2F64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94EE8-9A80-4B92-B6CB-F943C23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3EDEF-7C3C-4B4D-9AD1-4E50B0E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8935C-AAEC-4CD6-8EF5-152ACBC4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A5C5-EC33-49DF-9083-FA33FC1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9D4DC-4362-4AA2-90E1-F24B2B8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EE2BA-024D-4EF8-B8E9-76F3238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7CA6A-E88E-41B1-924B-CC2A891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34418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2026-06-20T10:31:34.0990000Z</dcterms:created>
  <dcterms:modified xsi:type="dcterms:W3CDTF">2026-06-20T10:31:34.0990000Z</dcterms:modified>
</coreProperties>
</file>