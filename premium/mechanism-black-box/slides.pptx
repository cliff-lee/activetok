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e6be090264996" /><Relationship Type="http://schemas.openxmlformats.org/officeDocument/2006/relationships/extended-properties" Target="/docProps/app.xml" Id="R0411c83c433d421b" /><Relationship Type="http://schemas.openxmlformats.org/officeDocument/2006/relationships/officeDocument" Target="/ppt/presentation.xml" Id="Rd283424e52af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ea1a8c98d41e8"/>
  </p:sldMasterIdLst>
  <p:notesMasterIdLst>
    <p:notesMasterId xmlns:r="http://schemas.openxmlformats.org/officeDocument/2006/relationships" r:id="Rc9c03db091444c5a"/>
  </p:notesMasterIdLst>
  <p:sldIdLst>
    <p:sldId xmlns:r="http://schemas.openxmlformats.org/officeDocument/2006/relationships" id="256" r:id="R2f8bffe2d47f483f"/>
    <p:sldId xmlns:r="http://schemas.openxmlformats.org/officeDocument/2006/relationships" id="257" r:id="Rcec638a2b4164467"/>
    <p:sldId xmlns:r="http://schemas.openxmlformats.org/officeDocument/2006/relationships" id="258" r:id="R2d656b1d5dcf41c9"/>
    <p:sldId xmlns:r="http://schemas.openxmlformats.org/officeDocument/2006/relationships" id="259" r:id="R13d12fe27702481c"/>
    <p:sldId xmlns:r="http://schemas.openxmlformats.org/officeDocument/2006/relationships" id="260" r:id="R8c8fb9e6531b4920"/>
    <p:sldId xmlns:r="http://schemas.openxmlformats.org/officeDocument/2006/relationships" id="261" r:id="R4ebfed08c51d4fd6"/>
    <p:sldId xmlns:r="http://schemas.openxmlformats.org/officeDocument/2006/relationships" id="262" r:id="Re36359df3d4b436b"/>
    <p:sldId xmlns:r="http://schemas.openxmlformats.org/officeDocument/2006/relationships" id="263" r:id="R56402208998845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2330a872754fe0" /><Relationship Type="http://schemas.openxmlformats.org/officeDocument/2006/relationships/slideMaster" Target="/ppt/slideMasters/slideMaster1.xml" Id="R29aea1a8c98d41e8" /><Relationship Type="http://schemas.openxmlformats.org/officeDocument/2006/relationships/notesMaster" Target="/ppt/notesMasters/notesMaster1.xml" Id="Rc9c03db091444c5a" /><Relationship Type="http://schemas.openxmlformats.org/officeDocument/2006/relationships/presProps" Target="/ppt/presProps.xml" Id="R0c5ac47a33ac45a9" /><Relationship Type="http://schemas.openxmlformats.org/officeDocument/2006/relationships/tableStyles" Target="/ppt/tableStyles.xml" Id="R105a1a0a645b47d4" /><Relationship Type="http://schemas.openxmlformats.org/officeDocument/2006/relationships/slide" Target="/ppt/slides/slide1.xml" Id="R2f8bffe2d47f483f" /><Relationship Type="http://schemas.openxmlformats.org/officeDocument/2006/relationships/slide" Target="/ppt/slides/slide2.xml" Id="Rcec638a2b4164467" /><Relationship Type="http://schemas.openxmlformats.org/officeDocument/2006/relationships/slide" Target="/ppt/slides/slide3.xml" Id="R2d656b1d5dcf41c9" /><Relationship Type="http://schemas.openxmlformats.org/officeDocument/2006/relationships/slide" Target="/ppt/slides/slide4.xml" Id="R13d12fe27702481c" /><Relationship Type="http://schemas.openxmlformats.org/officeDocument/2006/relationships/slide" Target="/ppt/slides/slide5.xml" Id="R8c8fb9e6531b4920" /><Relationship Type="http://schemas.openxmlformats.org/officeDocument/2006/relationships/slide" Target="/ppt/slides/slide6.xml" Id="R4ebfed08c51d4fd6" /><Relationship Type="http://schemas.openxmlformats.org/officeDocument/2006/relationships/slide" Target="/ppt/slides/slide7.xml" Id="Re36359df3d4b436b" /><Relationship Type="http://schemas.openxmlformats.org/officeDocument/2006/relationships/slide" Target="/ppt/slides/slide8.xml" Id="R564022089988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f3de956f1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f9dde52ae42c8" /><Relationship Type="http://schemas.openxmlformats.org/officeDocument/2006/relationships/notesMaster" Target="/ppt/notesMasters/notesMaster1.xml" Id="R9465ad0ae7b6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b2954cdcd4c90" /><Relationship Type="http://schemas.openxmlformats.org/officeDocument/2006/relationships/notesMaster" Target="/ppt/notesMasters/notesMaster1.xml" Id="R338dc3da5033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74cd7d1044e3f" /><Relationship Type="http://schemas.openxmlformats.org/officeDocument/2006/relationships/notesMaster" Target="/ppt/notesMasters/notesMaster1.xml" Id="R3b0a3122ea37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a77b916f5f4aca" /><Relationship Type="http://schemas.openxmlformats.org/officeDocument/2006/relationships/notesMaster" Target="/ppt/notesMasters/notesMaster1.xml" Id="Raf46ed6e0eb144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fa2bd4b6544eee" /><Relationship Type="http://schemas.openxmlformats.org/officeDocument/2006/relationships/notesMaster" Target="/ppt/notesMasters/notesMaster1.xml" Id="Rf02efcb38a2a46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692b6d886d4363" /><Relationship Type="http://schemas.openxmlformats.org/officeDocument/2006/relationships/notesMaster" Target="/ppt/notesMasters/notesMaster1.xml" Id="Rf48305dd27a541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37e5bad51f4855" /><Relationship Type="http://schemas.openxmlformats.org/officeDocument/2006/relationships/notesMaster" Target="/ppt/notesMasters/notesMaster1.xml" Id="Rcb1ff9eb62fa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6fe2bd30b4576" /><Relationship Type="http://schemas.openxmlformats.org/officeDocument/2006/relationships/notesMaster" Target="/ppt/notesMasters/notesMaster1.xml" Id="R17d078b4625a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05d6d977c4f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589fc64fa4966" /><Relationship Type="http://schemas.openxmlformats.org/officeDocument/2006/relationships/slideLayout" Target="/ppt/slideLayouts/slideLayout1.xml" Id="R8fe13125a4b74a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13125a4b74a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76f7311db4d74" /><Relationship Type="http://schemas.openxmlformats.org/officeDocument/2006/relationships/image" Target="/ppt/media/image.png" Id="R9932bcf30ee04302" /><Relationship Type="http://schemas.openxmlformats.org/officeDocument/2006/relationships/image" Target="/ppt/media/image.svg" Id="R7d8d843cb7a142b2" /><Relationship Type="http://schemas.openxmlformats.org/officeDocument/2006/relationships/notesSlide" Target="/ppt/notesSlides/notesSlide1.xml" Id="R5508264ab1364a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e73fb7060444e" /><Relationship Type="http://schemas.openxmlformats.org/officeDocument/2006/relationships/notesSlide" Target="/ppt/notesSlides/notesSlide2.xml" Id="Rdb82bba9a838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8f18d2c964604" /><Relationship Type="http://schemas.openxmlformats.org/officeDocument/2006/relationships/image" Target="/ppt/media/image2.png" Id="R7b490bef79a64fe1" /><Relationship Type="http://schemas.openxmlformats.org/officeDocument/2006/relationships/image" Target="/ppt/media/image2.svg" Id="R6a4d7561caed491c" /><Relationship Type="http://schemas.openxmlformats.org/officeDocument/2006/relationships/notesSlide" Target="/ppt/notesSlides/notesSlide3.xml" Id="Rd8b4aaf6cf1f41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c92e5169e47a6" /><Relationship Type="http://schemas.openxmlformats.org/officeDocument/2006/relationships/notesSlide" Target="/ppt/notesSlides/notesSlide4.xml" Id="R309726d3ba44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133d02c64112" /><Relationship Type="http://schemas.openxmlformats.org/officeDocument/2006/relationships/notesSlide" Target="/ppt/notesSlides/notesSlide5.xml" Id="Rb0f299249dbc46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b2d62b7664f1b" /><Relationship Type="http://schemas.openxmlformats.org/officeDocument/2006/relationships/notesSlide" Target="/ppt/notesSlides/notesSlide6.xml" Id="R0cfe4d250fa246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8b44100e04e57" /><Relationship Type="http://schemas.openxmlformats.org/officeDocument/2006/relationships/image" Target="/ppt/media/image3.png" Id="R5e7141a6e2a945f4" /><Relationship Type="http://schemas.openxmlformats.org/officeDocument/2006/relationships/image" Target="/ppt/media/image3.svg" Id="Rddfb87ab11f64c5d" /><Relationship Type="http://schemas.openxmlformats.org/officeDocument/2006/relationships/notesSlide" Target="/ppt/notesSlides/notesSlide7.xml" Id="Rc18dfddfdee746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93a63eb76437b" /><Relationship Type="http://schemas.openxmlformats.org/officeDocument/2006/relationships/notesSlide" Target="/ppt/notesSlides/notesSlide8.xml" Id="Rdf0d7a936df441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845AAD-7D75-4FE4-A2E5-6FA9D84F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88903-A80A-48D8-8FA1-AD67E0D2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EDC71-B870-42A3-8D0E-25580542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4BB2C-545E-48CD-ABBB-FDA2A1CD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D938F-CA76-48AC-87B2-5A7A413A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86846-88C3-49E3-907C-07F476EE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4F288-E449-495C-AEF4-771E73F1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Mechanism Black 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582A8-2F86-4AEA-8D09-93C72CB1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2bcf30ee04302">
            <a:extLst>
              <a:ext uri="{96DAC541-7B7A-43D3-8B79-37D633B846F1}">
                <asvg:svgBlip xmlns:asvg="http://schemas.microsoft.com/office/drawing/2016/SVG/main" r:embed="R7d8d843cb7a142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7AC56-1460-47C8-A502-7BBF57C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D68CA-E1F4-4C6F-9C23-D16FA561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52F44-EF8B-4D2E-8CF6-9E2D95B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D6F90-2DEB-4039-BD3A-740BE013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Scientific explanation often goes beyond prediction by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proposing mechanisms.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88714-DDD2-49C8-85A0-EB68BFF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EF43C-0403-41ED-9105-0AB2E22E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F5A5B-AA42-4984-B9AD-4B9C480E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12E2D-D891-4797-B996-E2FD386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0809462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2F910-80AB-4D4F-A6B6-3DFFF47C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FAA7D-7108-483F-93B7-BEFDB561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31ED2-14E0-4F1D-8AB1-60CE094F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583EB-24BB-47BE-A8BA-152AE29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ED09C-24E8-4811-976C-AA9675CC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F6A14-9AF5-4341-920F-943AC34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D0A2D-4C64-4F78-9598-5835C221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A025B-A860-4110-B2BE-9394149F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0093-0F61-4DD4-A3C5-CF3D7CE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62B4E-84DE-46BE-B231-6E271C9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BFDF9-ABDC-419B-A764-898E02A3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B1AA4-CD9B-43B6-9C44-32AE4840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prediction, correlation,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mechanism.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Scientific explanation often goes beyond prediction by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proposing mechanisms.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8D41C-9062-4EE3-BAF4-D5A012A3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C28D6-0961-41E9-9B60-E02474D6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B03F6-EC0D-4158-9EDC-6EA0579E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CDBC4-78B0-4338-A20B-D32931E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simple sealed black-box puzzle or teacher-controlled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input-output rule.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Mechanism proposal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Input-output testing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Mechanism diagram card with spaces for rule,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prediction, and disconfirming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A9194-1A62-4814-952C-A86B857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698669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5EDE8-7CA5-4D5C-8479-F6D59CC4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105B2-5F25-4772-9FFD-5CC6F839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4EC69-8E96-4039-9C8B-4CE5912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5655E-36FD-40EE-AC13-9D850E6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16FAE-0AE3-4163-AB69-4C22939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8100F-7D43-4247-8708-F3121553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D05E3-9EFC-42AD-AD97-E67A169C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BB6ED-E42B-46FA-9A18-A9A996D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90bef79a64fe1">
            <a:extLst>
              <a:ext uri="{96DAC541-7B7A-43D3-8B79-37D633B846F1}">
                <asvg:svgBlip xmlns:asvg="http://schemas.microsoft.com/office/drawing/2016/SVG/main" r:embed="R6a4d7561caed49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FE555-1DE4-48D6-A284-01CF5A5B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8C27D-DAA2-42C0-9F46-7B9661FA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B340A-DE10-456C-B5D1-A92798F4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5E221-D200-4B5F-953A-17F23F6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Mechanism Black Box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Rule box: input a number; output is double plus three....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Mechanism Black Box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Physical box: different objects go in; the teacher...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B0176-C6B6-4008-94DB-3CA6184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B158B-FBBC-4D40-842A-ED8E641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3F93F-D5F2-4D7A-B991-B6BD57B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9570E-483D-4B77-A452-F509F92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Mechanism Black Box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Mechanism Black Box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1313536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5D8C5-B987-46E2-AA68-F632974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378B6-F01C-4E5F-A795-31E4C50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C9A9A-EF64-4BAB-A3BB-E1773C5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0A4E9-06C2-479E-83D2-D71F53AA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E62EA-D8E7-499F-A414-339695F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B481-5568-41DC-BDDE-4C36F69C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A798-AC9B-4EAF-8226-95D8F1EB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D997-052A-420E-851D-88819F8C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52088-0CEE-412C-9F60-BD36FC1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72029-E4C5-4D3A-95D0-71D1C02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4660D-CAFE-41D5-855F-912905D9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C2A7A-4F5E-4804-B78E-370254B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Introduce a black box that produces outputs from inputs according to a hidden rule.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test inputs and record outputs.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propose a mechanism that could explain the pattern.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test a new input to discriminate between mechanisms.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explanation requires more than curve-fitting.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221A8-2161-4A26-9142-12C9447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20172104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B7E3DC-D1EE-4814-909A-FBDC643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152C8-1EB0-4ED0-A63E-3A1D5C85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677D0-0CDA-47F8-BA8B-3729841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B1FF4-2DEF-44CD-B0BB-CD7CE90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61DB-8A19-4289-A5A8-C535F850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3B51E-6E5D-43F9-A1BB-D1C632F9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07549-B416-410A-9D1B-C9C0C4E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49EFB-FDFB-4138-A94D-C4F2E86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A3AAA-EE8A-4F8D-962C-0272DE8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99AAA-808D-4FB5-97F8-19CB28E3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97941-8862-45D5-8636-F8AF42A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FF9A7-351A-4EBD-B726-8A7FDD60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2D5D5-210E-4CCC-AC31-5EF42F1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72B60-7CAA-4B18-8A28-3B04393E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BE63B-3100-458E-A0B2-25A7CE6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7769E-571C-453F-850C-8BA17D1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08764-CC5B-4B62-9DC4-089BCD1B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A2F53-E6A7-4EA7-9A83-C1F104F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76A94-516E-4DB3-B274-BEEFF2C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D7F37-1415-45E4-8900-0A51E7D9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EE2BF-3C4E-4A4C-A52D-9F628C94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53C6D-5B1C-47A0-A6E7-E55670FA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16824-02D2-4836-B20E-AE414B8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B40C9-D4DC-4D41-B8BD-CD50013C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6E277-D73E-4893-A308-64F0409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DDF36-91E5-490F-8E05-DEE51EAE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E1270-21EA-49B3-AB04-1F095C10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B3CF4-C1F3-4B71-BE04-E1F6799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773716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9C5A0-9F02-4D4F-B1E9-C7CC3A8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06D40-9CD3-417C-B364-8AC5AE46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2FE48-8E27-4FC2-B7A9-E7BDD33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150A7-C173-402B-B655-BDA92A8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5FB8A-E23F-4048-9183-1E6C103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BCFC-86F5-413A-A6D8-B0FC063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C9448-733B-47A3-8CC2-F50A09D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AE7D9-C008-4819-9A71-249253A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C662-68D5-467F-BCBB-22A1080F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F09C4-177D-4C80-8556-EA809A2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914EA-A4C5-4791-800C-A29FD146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48380-FA16-4B6F-A086-D7C0A431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What is added by knowing a mechanism?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model predict well without explaining?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scientists choose between competing unseen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explanations?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B9261-F7F6-489E-BEF8-F7E202B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6C42F-C343-417A-8162-6246C850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9EF91-6284-4531-B87B-205710C6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3281A-097D-4C35-8D5E-32B7248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added by knowing a mechanism?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prediction count as explanation?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is unseen scientific knowledge justified?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C5B20-0CE0-4106-A588-E82DDA66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576855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8BCBAB-25BE-4B47-92E5-0EEC7085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6BDBC-9085-4A72-BDC1-3F0140E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0A34F-802C-4E9D-9E56-BA4AECF5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F3CC8-D687-452F-B4A7-2DD1AB7A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EACCF-4D81-403C-9AFA-D5431B39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675BE-184A-4BC4-8B7F-6662A7A2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5EB65-9CB3-4C91-9BAF-FACCE799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A4C7E-E316-40AB-964D-C69001CE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B629B-C137-47D6-9DD9-060FFECB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DA1DB-6236-424D-8F81-8A18EF2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FC59D-083C-4F42-9837-F38B4409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AA940-1D40-403D-AD74-E6BA6043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rules fit the first three inputs, so we needed a new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test case.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Our explanation became stronger when it predicted 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output we had not seen.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55666-F480-4AB0-AC2F-4E5BC0F8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455B4-9CEF-41C9-93C6-B24C2E7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49FF0-0CFD-4F45-B077-40848D0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AA542-588E-4953-847B-CB1983EE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mechanism in science with interpretation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 history or arts.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Ask groups to design a black box for another group to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investigate.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141a6e2a945f4">
            <a:extLst>
              <a:ext uri="{96DAC541-7B7A-43D3-8B79-37D633B846F1}">
                <asvg:svgBlip xmlns:asvg="http://schemas.microsoft.com/office/drawing/2016/SVG/main" r:embed="Rddfb87ab11f64c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12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83FEB8-0AD0-4EC1-93F5-8005AFE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8E7A3-10D9-4724-B0AA-A265A6D2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E33AF-43F0-4C8E-A220-D1C8FD88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EBD74-4A4E-41B5-B83B-E9D7D960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DC792-FF12-4867-B9E4-AEB25C7A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4EBF1-1BEC-45C7-8D87-FB0E7AAE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32F61-2738-4E92-A1D2-943C9C1A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27062-F89B-437B-B16D-3615397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E2FF7-291D-45DF-A9E4-2739FD7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EF25F-E6ED-4B14-96C4-1AAA67B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96C38-EDDA-418D-A60F-3FD1D2F0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07CE9-F2E9-4B30-8A39-5AE7A736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black-box input-output table with two competing mechanism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diagrams.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9B3D6-426A-4754-B8D2-B6C8FF3C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F154B-8DFE-4F84-9F0B-C29A8FCF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7FD7C-1C50-48FD-B982-693C3B6B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AAF61-6C82-4A8C-81B5-DAEF20E2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1C153-20D9-40A3-9A24-08CAF33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60F9E-1809-487B-939B-E9D7470D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9766A-5008-4E34-8A6D-3FD7F2A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C36DF-078C-46BA-8F64-C2A4F07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Anomaly Rescue Mission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0AD1B-38A1-4C95-B280-E323097B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462109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2026-06-20T10:31:40.9850000Z</dcterms:created>
  <dcterms:modified xsi:type="dcterms:W3CDTF">2026-06-20T10:31:40.9850000Z</dcterms:modified>
</coreProperties>
</file>