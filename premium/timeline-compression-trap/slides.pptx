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224dc8ec064a90" /><Relationship Type="http://schemas.openxmlformats.org/officeDocument/2006/relationships/extended-properties" Target="/docProps/app.xml" Id="Rd148a3336fbf4546" /><Relationship Type="http://schemas.openxmlformats.org/officeDocument/2006/relationships/officeDocument" Target="/ppt/presentation.xml" Id="R94207e6dbbaa41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c68f3c7bb14d1a"/>
  </p:sldMasterIdLst>
  <p:notesMasterIdLst>
    <p:notesMasterId xmlns:r="http://schemas.openxmlformats.org/officeDocument/2006/relationships" r:id="Rc9b8f942e1b54f1f"/>
  </p:notesMasterIdLst>
  <p:sldIdLst>
    <p:sldId xmlns:r="http://schemas.openxmlformats.org/officeDocument/2006/relationships" id="256" r:id="R63586b98fea4405d"/>
    <p:sldId xmlns:r="http://schemas.openxmlformats.org/officeDocument/2006/relationships" id="257" r:id="R13409eedab8f43d8"/>
    <p:sldId xmlns:r="http://schemas.openxmlformats.org/officeDocument/2006/relationships" id="258" r:id="R5bfc36213cc34316"/>
    <p:sldId xmlns:r="http://schemas.openxmlformats.org/officeDocument/2006/relationships" id="259" r:id="Ree92f1fa43ae4a7e"/>
    <p:sldId xmlns:r="http://schemas.openxmlformats.org/officeDocument/2006/relationships" id="260" r:id="R671935b8582046e8"/>
    <p:sldId xmlns:r="http://schemas.openxmlformats.org/officeDocument/2006/relationships" id="261" r:id="R756d3bfe17ab42ce"/>
    <p:sldId xmlns:r="http://schemas.openxmlformats.org/officeDocument/2006/relationships" id="262" r:id="R2552ca12361542ad"/>
    <p:sldId xmlns:r="http://schemas.openxmlformats.org/officeDocument/2006/relationships" id="263" r:id="R9ce79c743bf640a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0849ba51684aab" /><Relationship Type="http://schemas.openxmlformats.org/officeDocument/2006/relationships/slideMaster" Target="/ppt/slideMasters/slideMaster1.xml" Id="Rd1c68f3c7bb14d1a" /><Relationship Type="http://schemas.openxmlformats.org/officeDocument/2006/relationships/notesMaster" Target="/ppt/notesMasters/notesMaster1.xml" Id="Rc9b8f942e1b54f1f" /><Relationship Type="http://schemas.openxmlformats.org/officeDocument/2006/relationships/presProps" Target="/ppt/presProps.xml" Id="R6c1bbf3b3c194461" /><Relationship Type="http://schemas.openxmlformats.org/officeDocument/2006/relationships/tableStyles" Target="/ppt/tableStyles.xml" Id="Rd98d331fb36f4afc" /><Relationship Type="http://schemas.openxmlformats.org/officeDocument/2006/relationships/slide" Target="/ppt/slides/slide1.xml" Id="R63586b98fea4405d" /><Relationship Type="http://schemas.openxmlformats.org/officeDocument/2006/relationships/slide" Target="/ppt/slides/slide2.xml" Id="R13409eedab8f43d8" /><Relationship Type="http://schemas.openxmlformats.org/officeDocument/2006/relationships/slide" Target="/ppt/slides/slide3.xml" Id="R5bfc36213cc34316" /><Relationship Type="http://schemas.openxmlformats.org/officeDocument/2006/relationships/slide" Target="/ppt/slides/slide4.xml" Id="Ree92f1fa43ae4a7e" /><Relationship Type="http://schemas.openxmlformats.org/officeDocument/2006/relationships/slide" Target="/ppt/slides/slide5.xml" Id="R671935b8582046e8" /><Relationship Type="http://schemas.openxmlformats.org/officeDocument/2006/relationships/slide" Target="/ppt/slides/slide6.xml" Id="R756d3bfe17ab42ce" /><Relationship Type="http://schemas.openxmlformats.org/officeDocument/2006/relationships/slide" Target="/ppt/slides/slide7.xml" Id="R2552ca12361542ad" /><Relationship Type="http://schemas.openxmlformats.org/officeDocument/2006/relationships/slide" Target="/ppt/slides/slide8.xml" Id="R9ce79c743bf640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2ce60f50ad47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e23b0a6e6d45d7" /><Relationship Type="http://schemas.openxmlformats.org/officeDocument/2006/relationships/notesMaster" Target="/ppt/notesMasters/notesMaster1.xml" Id="R5847f3862a4b49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0457b963504327" /><Relationship Type="http://schemas.openxmlformats.org/officeDocument/2006/relationships/notesMaster" Target="/ppt/notesMasters/notesMaster1.xml" Id="R0ba73957a0884e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3fc744b8294111" /><Relationship Type="http://schemas.openxmlformats.org/officeDocument/2006/relationships/notesMaster" Target="/ppt/notesMasters/notesMaster1.xml" Id="R295fd7d2442343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34c553d8864ff1" /><Relationship Type="http://schemas.openxmlformats.org/officeDocument/2006/relationships/notesMaster" Target="/ppt/notesMasters/notesMaster1.xml" Id="R4bf2b88241d649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a586ad77ef4ce6" /><Relationship Type="http://schemas.openxmlformats.org/officeDocument/2006/relationships/notesMaster" Target="/ppt/notesMasters/notesMaster1.xml" Id="R1c00e7fcf44940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1e1db89d5e43bf" /><Relationship Type="http://schemas.openxmlformats.org/officeDocument/2006/relationships/notesMaster" Target="/ppt/notesMasters/notesMaster1.xml" Id="R865dcfb5c9a246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f95ab3aaee46ff" /><Relationship Type="http://schemas.openxmlformats.org/officeDocument/2006/relationships/notesMaster" Target="/ppt/notesMasters/notesMaster1.xml" Id="Rec2ef3e7536746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56b85f7162446c" /><Relationship Type="http://schemas.openxmlformats.org/officeDocument/2006/relationships/notesMaster" Target="/ppt/notesMasters/notesMaster1.xml" Id="R05ec98759e7f40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fd83608dfa4b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44343df2e44fe2" /><Relationship Type="http://schemas.openxmlformats.org/officeDocument/2006/relationships/slideLayout" Target="/ppt/slideLayouts/slideLayout1.xml" Id="R0873c277305c42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73c277305c42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9c2de5398d4913" /><Relationship Type="http://schemas.openxmlformats.org/officeDocument/2006/relationships/image" Target="/ppt/media/image.png" Id="R734777a06f9742a2" /><Relationship Type="http://schemas.openxmlformats.org/officeDocument/2006/relationships/image" Target="/ppt/media/image.svg" Id="R73d64866b10f4992" /><Relationship Type="http://schemas.openxmlformats.org/officeDocument/2006/relationships/notesSlide" Target="/ppt/notesSlides/notesSlide1.xml" Id="R8d153d4fb5f94c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9594c5f63f4cdc" /><Relationship Type="http://schemas.openxmlformats.org/officeDocument/2006/relationships/notesSlide" Target="/ppt/notesSlides/notesSlide2.xml" Id="R72823d2861704c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69774b86d48b1" /><Relationship Type="http://schemas.openxmlformats.org/officeDocument/2006/relationships/image" Target="/ppt/media/image2.png" Id="Rb17ac7dd49204807" /><Relationship Type="http://schemas.openxmlformats.org/officeDocument/2006/relationships/image" Target="/ppt/media/image2.svg" Id="Rca1ce31382694824" /><Relationship Type="http://schemas.openxmlformats.org/officeDocument/2006/relationships/notesSlide" Target="/ppt/notesSlides/notesSlide3.xml" Id="R72f7f69fa2ce42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c6cb248bc4d2b" /><Relationship Type="http://schemas.openxmlformats.org/officeDocument/2006/relationships/notesSlide" Target="/ppt/notesSlides/notesSlide4.xml" Id="R3ed73742c84d4f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4550f0f1754e8b" /><Relationship Type="http://schemas.openxmlformats.org/officeDocument/2006/relationships/notesSlide" Target="/ppt/notesSlides/notesSlide5.xml" Id="R3bdafe99096540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15c664b014970" /><Relationship Type="http://schemas.openxmlformats.org/officeDocument/2006/relationships/notesSlide" Target="/ppt/notesSlides/notesSlide6.xml" Id="R0a262f4d300f40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4fbd4548a4a48" /><Relationship Type="http://schemas.openxmlformats.org/officeDocument/2006/relationships/image" Target="/ppt/media/image3.png" Id="R22886ba1a47b4806" /><Relationship Type="http://schemas.openxmlformats.org/officeDocument/2006/relationships/image" Target="/ppt/media/image3.svg" Id="Rd19d08e8f53c486d" /><Relationship Type="http://schemas.openxmlformats.org/officeDocument/2006/relationships/notesSlide" Target="/ppt/notesSlides/notesSlide7.xml" Id="Rda3a43666b4a4a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2c06ac849e444f" /><Relationship Type="http://schemas.openxmlformats.org/officeDocument/2006/relationships/notesSlide" Target="/ppt/notesSlides/notesSlide8.xml" Id="Rad823187d38c4a4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A6DAB9-6EF1-46A7-A6D6-C45FF5DF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9F8B28-BC59-4F46-A17D-F4C26E27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0B9A6D-E989-4A84-B4D2-21DDD3F8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F93D5C-3A54-449C-9DEC-F6F19116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44A152-89E1-429F-AA01-A100E5DA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D27C56-7135-4554-89B1-7E5AE8B7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9463D9-12B3-42FB-A780-8EF41255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Timeline Compression Trap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CAFA61-7CA7-41BD-A753-63A77A04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4777a06f9742a2">
            <a:extLst>
              <a:ext uri="{96DAC541-7B7A-43D3-8B79-37D633B846F1}">
                <asvg:svgBlip xmlns:asvg="http://schemas.microsoft.com/office/drawing/2016/SVG/main" r:embed="R73d64866b10f499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31F06E-7C9B-4E8D-A34E-0325BF76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81789D-13AC-49D3-8A2A-24876378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530D45-B321-4D48-8FF2-3832D8B6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540973-CF24-4ADB-9CB5-D862C9DE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scale of a timeline shapes historical interpretation.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74678B-C6F5-47E3-86F7-A77FDB46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F3A1E2-E91A-4EBA-8C0B-A7EF9B85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4D6E97-ADBC-4B7B-8970-33A1BAD7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14B7B6-0E46-4EC2-8147-B6C55E12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25-35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Easy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12470396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516CC2-F68A-4116-8A4D-A87E3E94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D13A13-F931-4E20-9C1F-0AEA21D8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EAE29D-4225-468A-8355-E7C57786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3CE11-38EA-4DD9-95D9-954C776C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77F4F2-2C3C-4B97-BE56-141E9EBC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B297F-7646-4AB7-B612-AD13606B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051649-B268-443F-BFA4-0C90B613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C33FBB-0C61-4002-B95F-4F5C352E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3D78A0-88FB-498E-9B68-DA124B6D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548947-2210-4773-BBAF-EAF4B214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E2A79A-F670-4FBB-8A8D-D05CA1BE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3BF6B2-8656-49A6-8FA7-3747BB79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examine how visual scale affects judgements about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causation, continuity, and change.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scale of a timeline shapes historical interpretation.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0330A2-6563-4E7A-A1BB-14A36429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68C8A5-FA9A-49FA-9EAC-B9256F75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C7A2F7-981F-4DD3-AEF6-E93EB635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D3E64D-5CCB-49DC-820D-FFD0AB32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Event cards for a long-term historical process.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Blank timeline strips with different scales.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Event cards with dates, descriptions, and category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labels.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Two timeline strips: compressed overview and expanded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close-up.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9F6131-DEA5-48FC-8523-C7658C96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18015902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6B4105-FFC5-47AE-8BD6-B84D77BE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170837-0ABB-45AB-B2D3-840C9B91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7A0654-8B3D-4BEB-8EC5-51A94122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C22BFA-1894-4B04-9096-6DA9EEE8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CC58EB-CFD7-46BB-B0F5-6EF8D364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7B1364-C1ED-4D74-90C9-1CEF04D7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C4CBBD-7550-47B0-9051-ED1C7004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8D68BC-99E6-4021-9631-6D94002B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7ac7dd49204807">
            <a:extLst>
              <a:ext uri="{96DAC541-7B7A-43D3-8B79-37D633B846F1}">
                <asvg:svgBlip xmlns:asvg="http://schemas.microsoft.com/office/drawing/2016/SVG/main" r:embed="Rca1ce3138269482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7D46C3-DC6E-43D8-9791-53DA1E8C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D8D79E-6E50-43A1-B7BC-AF4311E8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110FA5-C9F1-47D5-8949-085E1762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3C28B5-5F41-4649-BB17-127C47A2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Timeline Compression Trap Stimulus A: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1: School example: policy change develops over...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Timeline Compression Trap Stimulus B: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2: History example: reform movement builds slowly...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397B3C-2842-466A-BD7C-838293A3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0D3EE2-7FF0-4544-B36A-CC0B5698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DC51D9-7543-42A5-B5D9-9A7E8C7F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E03172-C7A1-4FD4-B62F-3C308C39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Timeline Compression Trap Stimulus A,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what is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Timeline Compression Trap Stimulus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47377189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CDB3A9-B1D2-4A73-80F6-D155EA90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84565-2F86-4141-B7EA-6FB268F9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359117-F361-441B-A2FA-0EE4CE03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21FBF-A80D-4EB2-BA33-17A3802D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D4A208-5DD1-4E25-93F7-0487823E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A82DC5-5B47-40A7-BF56-D739C178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6BA6FA-A8DB-4F45-ADC5-29FE83BB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98E9E7-2729-4F66-BA0C-05D6A61B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EFD6B9-5008-4DCD-B5B8-1907B22E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45F7A2-AC13-4A49-9123-861DE91E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CDB0EB-827A-4C01-8F21-1B487632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B3398B-16BC-4645-AB0E-440C661F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Give groups the same set of event cards.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One group uses a compressed timeline and another uses an expanded timeline.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Students place events and write a one-sentence interpretation of the process.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Groups compare whether change looks sudden, gradual, inevitable, or contested.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5. Debrief how representation affects historical knowledge.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9B0E1B-992C-4FC0-9CFD-AF2EDAF8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History.</a:t>
            </a:r>
          </a:p>
        </p:txBody>
      </p:sp>
    </p:spTree>
    <p:extLst>
      <p:ext uri="{BB962C8B-B14F-4D97-AF65-F5344CB8AC3E}">
        <p14:creationId xmlns:p14="http://schemas.microsoft.com/office/powerpoint/2010/main" val="9606243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BF9203-C8DD-42F3-888F-95E7344E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8E2714-EF17-4ECC-8C8F-0C8CF927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8521B-5681-41FA-8341-E8F46199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438C3D-6F5F-4B87-A09C-445CA435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7FEB4-0394-40D1-B5A0-B3A1228E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4DCB88-2492-4F17-8E88-B30E48F1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603885-F5CA-401A-97B0-F661CBEC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E2A601-5B1C-4202-993A-B8E816F1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F84523-8C29-4331-845F-D7BB778C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B34D55-34E8-4D1D-8818-7FDB83C4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96A674-A73B-4A88-B3C7-8C79E31B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BFA9DF-E854-495E-AA98-373CD66B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EC15E6-AE56-4A38-9FCC-054DA218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3BC42B-1221-4C33-87F7-98AFF81B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5AE130-4467-41F8-A2C1-F932037E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9B3F7C-4FEB-4036-A9C1-19CE5A73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822921-82CF-4448-94B4-8E5AB21A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4C1089-AEE1-406D-8127-330CF6DB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5BBA5A-9DEE-449C-8A58-7F9C7F1D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895280-E115-4153-A4ED-FC91405B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9EC1E5-F091-44FA-97BE-0903D6EF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5F6B01-75C7-4A56-B8BE-FC1E3D87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DC4163-9063-41EB-BE5E-2B36485C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F21C05-0C50-42FA-99FA-27B97D78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8A74E0-263B-48C9-B49D-9A208703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322E81-6303-4748-8DF9-0F61E260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47D7F5-8197-4AAC-8AFF-D5CD0DBE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A1CA08-A4F8-4936-A1AC-D6EFC373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53229722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E5E776-EB70-47C0-BA50-F39706F9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768550-2846-426C-B921-29F8FAFB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C1F371-50E2-4231-8C1E-602532D7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6B845-CB16-4AE3-8A8E-B4949E01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631AE-FB37-4A6A-AFBE-E9DBAC44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16B75F-DDC0-492C-978E-28FBF275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DAE329-6F37-4DE8-87AC-CA79ACA9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D4D609-08E8-4CEB-B94C-7E1CF59E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ED1D1B-ED70-448C-A1E1-E0EFBF26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3130BA-33D8-4D6C-9819-C330CF36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56AA5A-1F2D-4698-B3DF-A268BE8A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C33549-09AB-4C71-9200-62FC6032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How do historical representations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shape interpretation?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Does changing scale change what counts as a cause?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When does simplification become distortion?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85B865-2820-4843-B707-4F193F87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46A4C8-36B4-406D-AABB-8F01BC57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2ABF1B-4885-4099-901D-DEBAC90F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0DBDC5-E1F0-46EB-B731-DE54D4D5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 historical representations shape interpretation?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does timeline scale reveal or hide?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When does simplification distort knowledge?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6E21F6-83FA-4751-823C-06008C46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105904365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A3BBAF-8707-41BC-B597-E562B839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0A1346-5639-41AD-9E48-AE9DDB85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AE1DA-9998-4D32-B984-3D7F328A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F0B077-F61A-4073-95D0-36363D03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F87B2-DE52-4F61-ADEC-4EECC1A1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09D35F-666C-40DE-9BCA-ECEAE9D7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416310-859F-44EA-A655-E1B4F16D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379ABA-8466-499B-820A-1BF53D14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5A55C6-7DBE-4AC9-9B8C-286C197A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DAE6B7-D5CA-42E4-A9DB-3422B53E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39BEEF-0FC7-4BEC-BA26-BE31B145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5BEE9E-B331-4157-8B6B-97DF0548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compressed version made the change look sudden and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inevitable.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expanded version showed earlier warnings and failed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attempts.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949413-FE6B-4590-A9A6-B9182586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AD1728-EF3E-4A0E-BC92-B0906050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B41BCB-134C-42C5-B956-E7B1A8C2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47B881-F7F5-43D7-99C8-92046EF4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add a third timeline focused on one actor's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perspective.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Connect timeline scale to causation essays in history.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886ba1a47b4806">
            <a:extLst>
              <a:ext uri="{96DAC541-7B7A-43D3-8B79-37D633B846F1}">
                <asvg:svgBlip xmlns:asvg="http://schemas.microsoft.com/office/drawing/2016/SVG/main" r:embed="Rd19d08e8f53c486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62734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6BED96-B2EB-42F1-8A7B-E43EFC5B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D063B0-D8A1-42C2-A798-8C2AFE85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FA6470-C96F-42A1-AAB3-55E68D8C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BA033F-4248-4DA4-BDC5-AEC5A3E2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189644-FF63-46F0-B25B-99D3AD00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D051E9-5DE9-474B-8010-85981E55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61A8FF-07C7-46C3-8E64-7F85C7D7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13743D-3638-4665-869B-957C1D3D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590330-51DD-44D2-B332-A2D13684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946933-4731-4018-B9ED-10D548B3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39348A-B65B-44BC-B2C1-39152088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572ACB-0B7F-4DC3-BCB9-861965F0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Two timelines of the same events drawn at different scales.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90E970-3E3E-4F99-B9D4-AC5D2C1E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C61A11-16D5-4902-8491-1680C51C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00A7DF-DBB8-44A1-8EC5-C8D7BF57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6BBE5F-FF15-42EE-AFC7-AAB370E9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596736-7220-469A-93D6-EF0A255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4572AB-F744-4E58-8D6C-DC7D5A74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2AFBEF-C36B-4483-9A26-4F3F03ED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7822A1-D9A1-4928-9632-4C69C898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Cause Web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Same Event, Different Historian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Graph Caption Framing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64CF58-5FFD-4D31-9719-4DCDF645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20146042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2026-06-20T10:31:39.1490000Z</dcterms:created>
  <dcterms:modified xsi:type="dcterms:W3CDTF">2026-06-20T10:31:39.1490000Z</dcterms:modified>
</coreProperties>
</file>