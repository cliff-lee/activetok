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46b0d69fd54399" /><Relationship Type="http://schemas.openxmlformats.org/officeDocument/2006/relationships/extended-properties" Target="/docProps/app.xml" Id="R296a124acb3c442b" /><Relationship Type="http://schemas.openxmlformats.org/officeDocument/2006/relationships/officeDocument" Target="/ppt/presentation.xml" Id="Re5927c2b99614b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e29ca99e454cca"/>
  </p:sldMasterIdLst>
  <p:notesMasterIdLst>
    <p:notesMasterId xmlns:r="http://schemas.openxmlformats.org/officeDocument/2006/relationships" r:id="R858d007b8a364c7f"/>
  </p:notesMasterIdLst>
  <p:sldIdLst>
    <p:sldId xmlns:r="http://schemas.openxmlformats.org/officeDocument/2006/relationships" id="256" r:id="R8e7c13acfb1b45f0"/>
    <p:sldId xmlns:r="http://schemas.openxmlformats.org/officeDocument/2006/relationships" id="257" r:id="Radde5c9a6ebf4f0b"/>
    <p:sldId xmlns:r="http://schemas.openxmlformats.org/officeDocument/2006/relationships" id="258" r:id="Rd9268c61a43b4725"/>
    <p:sldId xmlns:r="http://schemas.openxmlformats.org/officeDocument/2006/relationships" id="259" r:id="Ra6a252b658e840fa"/>
    <p:sldId xmlns:r="http://schemas.openxmlformats.org/officeDocument/2006/relationships" id="260" r:id="Raec79999b92c4259"/>
    <p:sldId xmlns:r="http://schemas.openxmlformats.org/officeDocument/2006/relationships" id="261" r:id="R6d0a0c075c4249a1"/>
    <p:sldId xmlns:r="http://schemas.openxmlformats.org/officeDocument/2006/relationships" id="262" r:id="R31a71828b4124464"/>
    <p:sldId xmlns:r="http://schemas.openxmlformats.org/officeDocument/2006/relationships" id="263" r:id="R9bf90d5a172f40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50efe860fb491f" /><Relationship Type="http://schemas.openxmlformats.org/officeDocument/2006/relationships/slideMaster" Target="/ppt/slideMasters/slideMaster1.xml" Id="R6fe29ca99e454cca" /><Relationship Type="http://schemas.openxmlformats.org/officeDocument/2006/relationships/notesMaster" Target="/ppt/notesMasters/notesMaster1.xml" Id="R858d007b8a364c7f" /><Relationship Type="http://schemas.openxmlformats.org/officeDocument/2006/relationships/presProps" Target="/ppt/presProps.xml" Id="Ra77caeebf30341e7" /><Relationship Type="http://schemas.openxmlformats.org/officeDocument/2006/relationships/tableStyles" Target="/ppt/tableStyles.xml" Id="R6825a1095bdd4f34" /><Relationship Type="http://schemas.openxmlformats.org/officeDocument/2006/relationships/slide" Target="/ppt/slides/slide1.xml" Id="R8e7c13acfb1b45f0" /><Relationship Type="http://schemas.openxmlformats.org/officeDocument/2006/relationships/slide" Target="/ppt/slides/slide2.xml" Id="Radde5c9a6ebf4f0b" /><Relationship Type="http://schemas.openxmlformats.org/officeDocument/2006/relationships/slide" Target="/ppt/slides/slide3.xml" Id="Rd9268c61a43b4725" /><Relationship Type="http://schemas.openxmlformats.org/officeDocument/2006/relationships/slide" Target="/ppt/slides/slide4.xml" Id="Ra6a252b658e840fa" /><Relationship Type="http://schemas.openxmlformats.org/officeDocument/2006/relationships/slide" Target="/ppt/slides/slide5.xml" Id="Raec79999b92c4259" /><Relationship Type="http://schemas.openxmlformats.org/officeDocument/2006/relationships/slide" Target="/ppt/slides/slide6.xml" Id="R6d0a0c075c4249a1" /><Relationship Type="http://schemas.openxmlformats.org/officeDocument/2006/relationships/slide" Target="/ppt/slides/slide7.xml" Id="R31a71828b4124464" /><Relationship Type="http://schemas.openxmlformats.org/officeDocument/2006/relationships/slide" Target="/ppt/slides/slide8.xml" Id="R9bf90d5a172f40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6e2f6c3cab42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e5de1af2244b6a" /><Relationship Type="http://schemas.openxmlformats.org/officeDocument/2006/relationships/notesMaster" Target="/ppt/notesMasters/notesMaster1.xml" Id="R82056194d0d848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a7676c3c97432b" /><Relationship Type="http://schemas.openxmlformats.org/officeDocument/2006/relationships/notesMaster" Target="/ppt/notesMasters/notesMaster1.xml" Id="R4db64ed72bee4a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054a21cba8451a" /><Relationship Type="http://schemas.openxmlformats.org/officeDocument/2006/relationships/notesMaster" Target="/ppt/notesMasters/notesMaster1.xml" Id="Rbedbe6e866bf41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699b0d4e5634057" /><Relationship Type="http://schemas.openxmlformats.org/officeDocument/2006/relationships/notesMaster" Target="/ppt/notesMasters/notesMaster1.xml" Id="R380c90ee0fe946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4839bbc3dd4dfd" /><Relationship Type="http://schemas.openxmlformats.org/officeDocument/2006/relationships/notesMaster" Target="/ppt/notesMasters/notesMaster1.xml" Id="R87e4478491e644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70d5d408ae4e77" /><Relationship Type="http://schemas.openxmlformats.org/officeDocument/2006/relationships/notesMaster" Target="/ppt/notesMasters/notesMaster1.xml" Id="R8b7d8d91c106492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c60f4665ed48cc" /><Relationship Type="http://schemas.openxmlformats.org/officeDocument/2006/relationships/notesMaster" Target="/ppt/notesMasters/notesMaster1.xml" Id="R0a95e4e8961742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2aff91cde0a48c3" /><Relationship Type="http://schemas.openxmlformats.org/officeDocument/2006/relationships/notesMaster" Target="/ppt/notesMasters/notesMaster1.xml" Id="R59402de71b8b48b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d68bab574048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87e17b0a59463c" /><Relationship Type="http://schemas.openxmlformats.org/officeDocument/2006/relationships/slideLayout" Target="/ppt/slideLayouts/slideLayout1.xml" Id="Raff81d9e7f0a42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ff81d9e7f0a42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792d34660419e" /><Relationship Type="http://schemas.openxmlformats.org/officeDocument/2006/relationships/image" Target="/ppt/media/image.png" Id="Rbb53bd1436944f3b" /><Relationship Type="http://schemas.openxmlformats.org/officeDocument/2006/relationships/image" Target="/ppt/media/image.svg" Id="R63dcd439de5e4f87" /><Relationship Type="http://schemas.openxmlformats.org/officeDocument/2006/relationships/notesSlide" Target="/ppt/notesSlides/notesSlide1.xml" Id="R8a51ffaf092e42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c20616b76b4359" /><Relationship Type="http://schemas.openxmlformats.org/officeDocument/2006/relationships/notesSlide" Target="/ppt/notesSlides/notesSlide2.xml" Id="Rab72aa4c0a8f46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303f978a9475e" /><Relationship Type="http://schemas.openxmlformats.org/officeDocument/2006/relationships/image" Target="/ppt/media/image2.png" Id="R389bef387e904cec" /><Relationship Type="http://schemas.openxmlformats.org/officeDocument/2006/relationships/image" Target="/ppt/media/image2.svg" Id="Rca104490b03f47f0" /><Relationship Type="http://schemas.openxmlformats.org/officeDocument/2006/relationships/notesSlide" Target="/ppt/notesSlides/notesSlide3.xml" Id="R2cf0e451f9ca47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f33e656664061" /><Relationship Type="http://schemas.openxmlformats.org/officeDocument/2006/relationships/notesSlide" Target="/ppt/notesSlides/notesSlide4.xml" Id="Re659af500b8f45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25f92193c4e79" /><Relationship Type="http://schemas.openxmlformats.org/officeDocument/2006/relationships/notesSlide" Target="/ppt/notesSlides/notesSlide5.xml" Id="R281ac55a46944a5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3ce9daa880450c" /><Relationship Type="http://schemas.openxmlformats.org/officeDocument/2006/relationships/notesSlide" Target="/ppt/notesSlides/notesSlide6.xml" Id="R3db07bbac43644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39fe512074503" /><Relationship Type="http://schemas.openxmlformats.org/officeDocument/2006/relationships/image" Target="/ppt/media/image3.png" Id="R11fd277d23b649d4" /><Relationship Type="http://schemas.openxmlformats.org/officeDocument/2006/relationships/image" Target="/ppt/media/image3.svg" Id="R7e934996f1d045de" /><Relationship Type="http://schemas.openxmlformats.org/officeDocument/2006/relationships/notesSlide" Target="/ppt/notesSlides/notesSlide7.xml" Id="Rc62eb1ca4bda4b7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d220cb9c64204" /><Relationship Type="http://schemas.openxmlformats.org/officeDocument/2006/relationships/notesSlide" Target="/ppt/notesSlides/notesSlide8.xml" Id="R8ad7cfda6e0e449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89AEE2-4F7A-4003-8E7B-F4BFEFF6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B97569-7929-4DA1-8275-C4AF538E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75FAF-1789-4259-B283-42098FB3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DD7DF-58BA-46A4-941A-99A9CCDB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D7BDB-200A-4AD2-B29E-4E93367AE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B748B1-10C9-42D4-A658-84719E0AF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6655DB-70CD-4C28-BE44-13370D16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Curator Choice Gallery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34542-9A67-4E4B-84B7-6BEC0D2A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3bd1436944f3b">
            <a:extLst>
              <a:ext uri="{96DAC541-7B7A-43D3-8B79-37D633B846F1}">
                <asvg:svgBlip xmlns:asvg="http://schemas.microsoft.com/office/drawing/2016/SVG/main" r:embed="R63dcd439de5e4f8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02AFF-69FB-41C8-B8E6-E7E361C2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0CE80-A066-441A-87B8-297B404E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655CE-E6B9-4BFA-9923-D4ACAEE94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7096D-774D-4FD5-80B3-D91F0896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Curators do not only display knowledge in the arts; they</a:t>
            </a:r>
          </a:p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help organize and produce 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F99439-BE3C-4789-8C18-32D06E2D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45070B-BB7B-454A-905B-771C20AC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4B413-D87D-4ABC-BFEF-5989BA850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AABB57-A04C-487C-919C-FA7754DA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1163061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F54A4-B9C7-49A7-A371-7A4308161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3F1A86-6700-4F26-B962-1E838A57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5585F-D915-41F0-AC08-94BA28E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9A3D32-28D8-4D4F-9985-2955ECF9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D5C3E-6E58-4A89-A12D-ABE39A0F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B98B8-0110-4479-A59D-B0F36CD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829B0-6135-42A4-B601-B03AA981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1B04E3-F724-423E-ABA9-01DDFC9D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01011D-1FE8-477D-8C88-EF0282B97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8D283E-FD2E-4963-BEA9-2617DEF4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C58006-BE53-4038-8CB9-780A8E466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4E614-2070-43B7-BC69-B263E589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explore how selection, sequence, and placement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shape artistic interpretation.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Curators do not only display knowledge in the arts; they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help organize and produce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E5A24D-8107-43D8-AA87-4B4A295F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86CB9D-96C2-4FB9-8911-4DD89115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C0DC0A-B5E8-4FB9-9D49-1C1F5B56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1514B-C88D-4006-BC5F-9191E682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Six to eight artwork/image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Gallery floor-plan template and wall-label cards.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Gallery floor-plan template with numbered artwork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spaces.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Wall-label card: title, placement reason, connection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to previous work.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FBE05B-61FB-4C3A-A538-EBCA72B3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44032701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000D4D3-E8A4-4311-BEEF-87E825C8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1FFEA-6225-4181-BD24-BFFB517F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D0587-A99B-4BC7-9C12-BEF7D29E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A99BF-D7DC-43BF-B79A-082E7254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7FA43-6F48-4245-BBA8-415BE9FE7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AB631-D235-4F3B-9D5F-C9D9514A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43CFA-8410-4CFA-A991-74F7B3E1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25C6E0-BA4A-4D2A-85A7-174F10C2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bef387e904cec">
            <a:extLst>
              <a:ext uri="{96DAC541-7B7A-43D3-8B79-37D633B846F1}">
                <asvg:svgBlip xmlns:asvg="http://schemas.microsoft.com/office/drawing/2016/SVG/main" r:embed="Rca104490b03f47f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1687CE-1B3F-489C-B0E8-F1EC22EA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04BA6-23E0-4D31-945F-D945DB32B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50DFAC-1058-4A14-9743-CA1330D1B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F353E9-BE68-47E9-845C-F53EDB20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Curator Choice Gallery Stimulus A: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1: Artwork set: empty chair, crowded street, broken cup,...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Curator Choice Gallery Stimulus B: Student-facing stimulus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2: Curatorial themes: loss, modern life, beauty in...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B42DA9-0960-4100-8835-79138775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B1DE5F-0D02-493F-AFF2-E2C24665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5CBE6-AA6C-484E-B7E1-BCA478C4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F81A4-CD48-4BC7-8F77-96787832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Curator Choice Gallery Stimulus A, what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Curator Choice Gallery Stimulus A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18964489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925A00-F4A2-418B-BFBA-F4BB6FE51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B98B6-01B5-4679-A41D-ECF3C7626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28F9E-D14E-4BE8-8D2B-8CD30CED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A9C1-479B-41A9-9139-A390B8EC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77FBD-4305-4FF6-94F4-6096802F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086DB-1BFF-4477-A7B0-75900931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45727-7DB9-4FDF-BA0E-752959D9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248A7A-417E-4E9F-84E8-43F77BA3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27930-7413-4010-91B9-909009077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00AE3-44F2-42FD-9CCD-B72F8070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AF4E30-2992-4F77-A682-64DA3FA0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7B101-474F-42D2-BD39-FF5173D4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Give groups the same artwork cards and a different curatorial theme.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arrange the works in a sequence and write a title for the gallery.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Students add two wall labels explaining key choices.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Groups tour each gallery and record how the sequence changed meaning.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5. Debrief curation as interpretation, argument, and knowledge production.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7F6F5-3199-4923-A52C-D8BC79938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The Arts.</a:t>
            </a:r>
          </a:p>
        </p:txBody>
      </p:sp>
    </p:spTree>
    <p:extLst>
      <p:ext uri="{BB962C8B-B14F-4D97-AF65-F5344CB8AC3E}">
        <p14:creationId xmlns:p14="http://schemas.microsoft.com/office/powerpoint/2010/main" val="13373650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EBC133-7EC7-4048-A832-F3676B7A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19BB7-1A26-474B-A088-3CC41C19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14C9C-8BE8-4DB3-A931-F12CD118A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9AB4A1-E1A1-4C48-A23D-3052BA38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02FE7-A920-47C5-9302-91832CE9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0E145-7FD1-4722-86BD-36D10BD4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5860A2-1524-45AE-96D7-0AB2A1D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9F12CD-3DD1-4B66-89A3-D708AC38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A5615-530E-4609-A2EC-3083F47B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932DB1-E5A4-49D6-B88B-9CFD03F7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D23FF-6C4E-4D7B-ACC6-497F2BF7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7D869-7730-465F-8970-D957D36A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94D351-52B2-4CC2-B670-33AEE48DD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408C1-D1BE-4D7C-A211-40D53CF6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936105-4D3D-4A80-89AF-3CD60CC5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76A102-05C0-487E-9DFF-201FE839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6C89F3-E8D8-4AC2-870C-1202188DB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CCFF59-E867-4FF1-A7C8-CB077DB3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1469A0-76E6-462E-B5D1-4C2015D9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1FB3C8-ECE5-4963-82B6-29FAC211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D73DB6-B4CC-47F6-A070-D80C88B07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6DFAF0-53F1-46B2-B852-F50587E6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B24020-E967-428D-9BCB-545E5161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E8728-193A-4AD6-96D4-E49BC65DE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0A43B8-EE3E-447D-9E70-52845843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C1699B-4A4E-49E7-B82F-6C7BA9DA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F3C3C0-3DE7-4434-A6BD-1E0BAEA2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B9AE14-4ECF-44EC-89FF-E178E8A8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171994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05FB30-4325-45ED-B5CD-5326EE12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84DC5-1B9B-453C-83B2-727A6E6D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BECC3-6756-4D30-8264-ECC2FA3E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26FED6-C07E-456B-8830-6CF68751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C9109-E30E-480C-8E66-52D973CED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19A14-B4A5-4020-9BC7-CFE1CFE0B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C25CC-0FE7-41D1-969E-0F44666F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A3C03-A3DE-45A7-B046-44807681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3D77E1-3997-4CEF-8690-BCC3E78F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A7954-640C-4BEF-B9BF-9E9B6D91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5ED9D-B787-4AE7-9ABE-27FCE66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A1F54E-8518-4B77-AEC0-D35D5E65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 institutions shape knowledge in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arrangement change what an artwork means?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responsibility does a curator have to viewers and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artists?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B422A-445B-4F52-8B43-F479A154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464995-705E-4F58-840F-E54A7C287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99A37D-7730-462C-8DF7-DD751F62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09A39C-1BF0-4098-A9C1-FCA3AF4D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 institutions shape knowledge in the arts?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selection and sequence create meaning?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 for a curatorial interpretation?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B29B0-8605-4A0D-8751-5771B12E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69845820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90044-8304-4F68-80ED-03B787F3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BCB8D-7D11-42C4-AA99-5D984BE7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B3D82E-D109-4841-B07A-08BDBC98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440C04-8531-495E-9947-3034B1E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A5025-FC43-49F4-8493-A7D19687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2BE3E-778A-4199-B022-22C0FC83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6B15D4-4908-4FC9-8EB9-430B13E3D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86A6F-CF0D-464E-BC23-1AC2730A1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CAF364-9813-4E15-960D-70D4A894F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E9EF49-A97F-47C9-9183-ACE0D6C4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ECAD31-3F1D-4202-B823-98E9B734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C860E7-FF4B-472B-948D-4C214827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Putting the family photo after the broken cup made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sequence feel like memory and loss.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same image felt comic in one gallery and serious in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another.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69D2E-17F0-436D-9DB3-006D75BB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5D348-1145-4573-80F0-B479DD44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652C83-3C69-40B9-B31C-0EB70282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D0AE0D-14CA-4CB1-B4A2-3DF5EA71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curate a mini TOK exhibition around one prompt.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Compare gallery curation with playlist order, textbook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chapters, or museum labels.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fd277d23b649d4">
            <a:extLst>
              <a:ext uri="{96DAC541-7B7A-43D3-8B79-37D633B846F1}">
                <asvg:svgBlip xmlns:asvg="http://schemas.microsoft.com/office/drawing/2016/SVG/main" r:embed="R7e934996f1d045d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61951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57B7A3-9214-42E1-9BA1-4269BC4A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2C563-ECA7-4572-AB73-04CB317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4C99E-4FF8-4712-8726-54A4A0F3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660EA-CE81-447C-B39D-58FC0001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D6B984-C5BA-4E18-BDFA-B8A56506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5F297-EDC2-4D32-8AC5-9220C5CB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The Arts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FEEDA-FEA6-43F0-9BA4-178BC2CF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FA81C-D1F3-4BEF-BDB1-5CDE8585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6872B-1125-4EEF-9F6B-7D610C12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8C38D1-45A4-4DB1-8301-F689F155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A17040-1C58-4A17-BFD6-624B516F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F33FEA-272B-4FE1-908B-22F66664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A miniature gallery plan showing artwork sequence and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curatorial title.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9991BA-699E-4AEF-A319-C34BDE4B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0FACE1-57BB-43E2-95A2-F891C00E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FD4F3B-4AD0-4629-ABCD-21D0F892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3A020-C9E2-494B-B628-08378B3F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FA4FF2-A5EF-4A39-8A5A-4156889F9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B3CB0-D143-4164-B99D-FADE0D6E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7E2F0F-E718-4CC9-A594-5351431F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83CC3-5737-4D5B-8E81-C89B7808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Context Collapse Gallery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Title Changes Meaning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Image, Many Readings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DB0487-9224-4D65-B619-84B2C314C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2070853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2026-06-20T10:31:40.3670000Z</dcterms:created>
  <dcterms:modified xsi:type="dcterms:W3CDTF">2026-06-20T10:31:40.3670000Z</dcterms:modified>
</coreProperties>
</file>