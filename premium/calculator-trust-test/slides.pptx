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3cd4ac4c2e4bd6" /><Relationship Type="http://schemas.openxmlformats.org/officeDocument/2006/relationships/extended-properties" Target="/docProps/app.xml" Id="Ra5762bf97a23410c" /><Relationship Type="http://schemas.openxmlformats.org/officeDocument/2006/relationships/officeDocument" Target="/ppt/presentation.xml" Id="Racb6ada291a645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d54720716343e6"/>
  </p:sldMasterIdLst>
  <p:notesMasterIdLst>
    <p:notesMasterId xmlns:r="http://schemas.openxmlformats.org/officeDocument/2006/relationships" r:id="R4208e9b4c3754c92"/>
  </p:notesMasterIdLst>
  <p:sldIdLst>
    <p:sldId xmlns:r="http://schemas.openxmlformats.org/officeDocument/2006/relationships" id="256" r:id="R6fc61d6ef2744ee7"/>
    <p:sldId xmlns:r="http://schemas.openxmlformats.org/officeDocument/2006/relationships" id="257" r:id="Rbf7e9e911d9f476d"/>
    <p:sldId xmlns:r="http://schemas.openxmlformats.org/officeDocument/2006/relationships" id="258" r:id="R13b4969730744498"/>
    <p:sldId xmlns:r="http://schemas.openxmlformats.org/officeDocument/2006/relationships" id="259" r:id="R8b76c91b87314522"/>
    <p:sldId xmlns:r="http://schemas.openxmlformats.org/officeDocument/2006/relationships" id="260" r:id="R59ae3dabc666462c"/>
    <p:sldId xmlns:r="http://schemas.openxmlformats.org/officeDocument/2006/relationships" id="261" r:id="Rbf39b14f4d6840d9"/>
    <p:sldId xmlns:r="http://schemas.openxmlformats.org/officeDocument/2006/relationships" id="262" r:id="R5a2e2904b8fd4889"/>
    <p:sldId xmlns:r="http://schemas.openxmlformats.org/officeDocument/2006/relationships" id="263" r:id="Rf3408d44425a43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d8f4f54404e89" /><Relationship Type="http://schemas.openxmlformats.org/officeDocument/2006/relationships/slideMaster" Target="/ppt/slideMasters/slideMaster1.xml" Id="R13d54720716343e6" /><Relationship Type="http://schemas.openxmlformats.org/officeDocument/2006/relationships/notesMaster" Target="/ppt/notesMasters/notesMaster1.xml" Id="R4208e9b4c3754c92" /><Relationship Type="http://schemas.openxmlformats.org/officeDocument/2006/relationships/presProps" Target="/ppt/presProps.xml" Id="Rf8ffca4adc584932" /><Relationship Type="http://schemas.openxmlformats.org/officeDocument/2006/relationships/tableStyles" Target="/ppt/tableStyles.xml" Id="R11d5db82f048484d" /><Relationship Type="http://schemas.openxmlformats.org/officeDocument/2006/relationships/slide" Target="/ppt/slides/slide1.xml" Id="R6fc61d6ef2744ee7" /><Relationship Type="http://schemas.openxmlformats.org/officeDocument/2006/relationships/slide" Target="/ppt/slides/slide2.xml" Id="Rbf7e9e911d9f476d" /><Relationship Type="http://schemas.openxmlformats.org/officeDocument/2006/relationships/slide" Target="/ppt/slides/slide3.xml" Id="R13b4969730744498" /><Relationship Type="http://schemas.openxmlformats.org/officeDocument/2006/relationships/slide" Target="/ppt/slides/slide4.xml" Id="R8b76c91b87314522" /><Relationship Type="http://schemas.openxmlformats.org/officeDocument/2006/relationships/slide" Target="/ppt/slides/slide5.xml" Id="R59ae3dabc666462c" /><Relationship Type="http://schemas.openxmlformats.org/officeDocument/2006/relationships/slide" Target="/ppt/slides/slide6.xml" Id="Rbf39b14f4d6840d9" /><Relationship Type="http://schemas.openxmlformats.org/officeDocument/2006/relationships/slide" Target="/ppt/slides/slide7.xml" Id="R5a2e2904b8fd4889" /><Relationship Type="http://schemas.openxmlformats.org/officeDocument/2006/relationships/slide" Target="/ppt/slides/slide8.xml" Id="Rf3408d44425a43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409f6c375149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ff6fe7aa2741ec" /><Relationship Type="http://schemas.openxmlformats.org/officeDocument/2006/relationships/notesMaster" Target="/ppt/notesMasters/notesMaster1.xml" Id="Rc2be963a484e41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92f673afeb4423" /><Relationship Type="http://schemas.openxmlformats.org/officeDocument/2006/relationships/notesMaster" Target="/ppt/notesMasters/notesMaster1.xml" Id="R14378d6a1d4148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5b641ca9564ade" /><Relationship Type="http://schemas.openxmlformats.org/officeDocument/2006/relationships/notesMaster" Target="/ppt/notesMasters/notesMaster1.xml" Id="R1a15e94d83194f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cd1163c8164be3" /><Relationship Type="http://schemas.openxmlformats.org/officeDocument/2006/relationships/notesMaster" Target="/ppt/notesMasters/notesMaster1.xml" Id="Ra110131a218a45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33327ecbc04259" /><Relationship Type="http://schemas.openxmlformats.org/officeDocument/2006/relationships/notesMaster" Target="/ppt/notesMasters/notesMaster1.xml" Id="Rcb89f7dd3d9249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b988482e764cde" /><Relationship Type="http://schemas.openxmlformats.org/officeDocument/2006/relationships/notesMaster" Target="/ppt/notesMasters/notesMaster1.xml" Id="R26f35107f2174d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f3e8a6e41a4ff4" /><Relationship Type="http://schemas.openxmlformats.org/officeDocument/2006/relationships/notesMaster" Target="/ppt/notesMasters/notesMaster1.xml" Id="Re18a578d307049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2da7d6730f4d3d" /><Relationship Type="http://schemas.openxmlformats.org/officeDocument/2006/relationships/notesMaster" Target="/ppt/notesMasters/notesMaster1.xml" Id="R40119b3b394d48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a7bfcd39d4e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09696da00740bd" /><Relationship Type="http://schemas.openxmlformats.org/officeDocument/2006/relationships/slideLayout" Target="/ppt/slideLayouts/slideLayout1.xml" Id="Ra3d31c25a1df4d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d31c25a1df4d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c37f61f234d0b" /><Relationship Type="http://schemas.openxmlformats.org/officeDocument/2006/relationships/image" Target="/ppt/media/image.png" Id="Rfb8e658c398246d7" /><Relationship Type="http://schemas.openxmlformats.org/officeDocument/2006/relationships/image" Target="/ppt/media/image.svg" Id="Rb10efc8d3eb14aee" /><Relationship Type="http://schemas.openxmlformats.org/officeDocument/2006/relationships/notesSlide" Target="/ppt/notesSlides/notesSlide1.xml" Id="Re3a689d7d05443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3973029d84f41" /><Relationship Type="http://schemas.openxmlformats.org/officeDocument/2006/relationships/notesSlide" Target="/ppt/notesSlides/notesSlide2.xml" Id="Re70dae2e56b24f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6e838c57d48b5" /><Relationship Type="http://schemas.openxmlformats.org/officeDocument/2006/relationships/image" Target="/ppt/media/image2.png" Id="R3735d29b41da438a" /><Relationship Type="http://schemas.openxmlformats.org/officeDocument/2006/relationships/image" Target="/ppt/media/image2.svg" Id="R4cf09fc87a0544ed" /><Relationship Type="http://schemas.openxmlformats.org/officeDocument/2006/relationships/notesSlide" Target="/ppt/notesSlides/notesSlide3.xml" Id="R528b48fbeb5249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e919344d84c03" /><Relationship Type="http://schemas.openxmlformats.org/officeDocument/2006/relationships/notesSlide" Target="/ppt/notesSlides/notesSlide4.xml" Id="Raea00f3d223642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1ff6146e941d1" /><Relationship Type="http://schemas.openxmlformats.org/officeDocument/2006/relationships/notesSlide" Target="/ppt/notesSlides/notesSlide5.xml" Id="Rc5a9bf57819149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0a90f4d1448b8" /><Relationship Type="http://schemas.openxmlformats.org/officeDocument/2006/relationships/notesSlide" Target="/ppt/notesSlides/notesSlide6.xml" Id="R1fb54069ee7d4e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a053248784ba8" /><Relationship Type="http://schemas.openxmlformats.org/officeDocument/2006/relationships/image" Target="/ppt/media/image3.png" Id="R4174481bb4ab42b7" /><Relationship Type="http://schemas.openxmlformats.org/officeDocument/2006/relationships/image" Target="/ppt/media/image3.svg" Id="Rb37c523cd1274f69" /><Relationship Type="http://schemas.openxmlformats.org/officeDocument/2006/relationships/notesSlide" Target="/ppt/notesSlides/notesSlide7.xml" Id="R865e3e4fa00c41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6e1bcabef465d" /><Relationship Type="http://schemas.openxmlformats.org/officeDocument/2006/relationships/notesSlide" Target="/ppt/notesSlides/notesSlide8.xml" Id="R233b1e95c58040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33B3F-6386-4AE9-8D72-A47FA534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91C28-A2F1-4021-A4A3-6AFB2451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DB9FF-8ED8-4704-9210-2D890FE4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77FD6-E3D3-448B-938D-F6BF1CC1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310D2-FD8B-4D06-BAB1-2B0AB1C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F381C-D639-486D-8077-1D7CCC6B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6C640-6EF7-46CC-BA2B-47DE6A6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Calculator Trust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DA19B-603B-43E2-9538-9F3DD7DA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e658c398246d7">
            <a:extLst>
              <a:ext uri="{96DAC541-7B7A-43D3-8B79-37D633B846F1}">
                <asvg:svgBlip xmlns:asvg="http://schemas.microsoft.com/office/drawing/2016/SVG/main" r:embed="Rb10efc8d3eb14a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49360-6B21-4E4F-B551-8ED5B4B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A46FB-49AE-4A39-A6C5-0A44AF75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B81C9-2884-444A-9D60-7D09FE39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216E9-BEC3-4CA1-89C1-148EC618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Tools need interpretation.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EE804-E000-4521-A769-48351B44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61F10-3387-48B2-BCDC-C787F83C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79E83-13F2-466C-9464-9E6137B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6BA27-9AAB-42C4-B761-16B22256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7387809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FF8C0-8335-4A34-A5AD-390B5390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E237-BBEC-4592-B72A-F2B12E1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080EB-3415-4547-B6D6-F3CE8AC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DAD1F-577E-454D-BE2C-0FC89C32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24D08-5C71-4D19-87CC-922EA94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64F3E-2DE8-438F-B4D3-74D9C3C6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F6938-47A7-4110-9553-E02AD863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CE450-9F3B-4D3E-951B-600CCA69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D0783-3BB5-46A4-8EEC-102E0DA6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DE306-BAB8-4012-9439-8A7C55D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EFED5-D91E-4337-AFD3-10106E71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72707-8B0D-4FA1-B802-4655F75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investigate how mathematical technology can both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reveal and mislead.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Tools need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ACE72-8AA2-47DA-A87C-7E3684E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D4100-26A3-46BB-A1A7-E03E2203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AB2E4-93BB-4FAB-B291-04DB5157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1D6FD-A1D3-40B6-82E2-59702678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Graphing calculator, spreadsheet or computer algebra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system.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CEBD4-2272-4C8A-95AE-BD3E630F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8991878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BE449A-9B84-44BF-A2F8-CA1EF0F8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96204-7FC6-45A4-B2DF-05A2488D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8A816-51C6-42C2-AAF4-E3599627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2E654-D92C-4C3E-AF57-2F9527D7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6B8A1-A6DC-4457-9D7B-F0CD35A1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56E82-3112-470C-8A93-9F5C5A9E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35279-C6B1-4C30-A074-DA8D09B4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34D7A-D300-40B0-8443-02BCB5C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5d29b41da438a">
            <a:extLst>
              <a:ext uri="{96DAC541-7B7A-43D3-8B79-37D633B846F1}">
                <asvg:svgBlip xmlns:asvg="http://schemas.microsoft.com/office/drawing/2016/SVG/main" r:embed="R4cf09fc87a0544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AE7FD-E779-4C92-9772-38A44BEC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5471D-709A-44A8-8BF5-78EB069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7F5B9-B4E3-45B8-BC04-4300CCB6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A2A89-BD28-44F1-9014-E0C464A4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 Trust Test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A calculator output checked against estimation, mental...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 Trust Test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A deliberately mistyped expression that creates a...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31EBB-2D52-40CA-B04F-435DE168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B694E-2AF0-486D-BE05-7551044F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01135-BCE6-43FE-AC52-159415B7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4ED21-7A54-447B-A81B-F7BCDEF7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Calculator Trust Test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Calculator Trust Test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3295390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4C4CE-D3F1-4D10-92B7-3FD1D556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7AAEE-223A-450D-9F16-C5380907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16844-516D-454E-B1AF-E04FDB00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04719-35DF-4F3C-82AD-D832F01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B1CCD-1DE5-45D8-A4B1-82E5750F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5122C-F924-4DBA-8E74-ACC59392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D7FE8-9928-476F-B339-C61E6F05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F9744-4E8D-4749-B01F-C924DE91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01D94-8FA5-4ED6-809A-A6A7AC6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E28B1-0C87-434D-94E7-95601521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C15F7-4323-416E-9011-F349DD21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944A9-D803-4C94-A42B-EF94CF79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examples where technology can mislead: restricted graph window, rounded decimals,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regression on inappropriate data, or a graph that hides an asymptote.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explain what the tool displays and what it does not display.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They write a warning label for the tool.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responsibility for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E7CD6-660C-4650-9D20-19EA0BD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5729332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00229-FB24-4E6C-8C7E-EA47EA24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2F897-0582-454F-9339-C66AD71E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D4063-A32C-48AC-A4C4-44B171C4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8D2D6-AF1C-4329-B522-EF32C505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7704F-A488-483D-8050-63B84F17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E3C09-990F-43A6-8AA3-2DA8790C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93A58-74DB-4863-B863-7E05F07E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3246E-54D5-40D5-B619-78473B5E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FAA4E-BCA1-4F31-A542-811EDAC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945F6-5894-4332-B202-6C665F56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DDA87-A72F-408F-BEAA-29E285A6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846BE-2890-4A41-A285-4A985DC9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27324-A56F-443F-881A-30408C36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F3E63-2E73-4D25-9229-2A8224DE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04E82-B900-4216-ADA5-867EA63B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A4164-BD6E-4FA7-A71E-2E6A8AE9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49C7A-9A51-440F-AC76-C073B04B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BA05B-7248-47A8-8A3E-086EB662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2A047-B570-4720-B951-AEF6446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54A31-AEDD-43D7-91B7-2F53F524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9F345-3ADE-42F2-B759-BA321561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43C61-E961-4DFB-ACFB-1CBA24EE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314DC-2B45-4E33-AD52-F140C6D4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6BE62-1EBF-4F2A-A13F-13814C87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7078F-07D0-40F8-B240-9347D7DC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90B5F-F6A7-47DF-B7F8-6F0C051A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A55AF-EAF4-457A-A388-A8BF8E5D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E83DB-F62F-4B60-950C-6D313CBD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3816601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9AAFD-65EF-438D-A928-2BB12D89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0903F-0053-4309-B469-9424A893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7C8B1-1327-493D-BCD8-DC2A9394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DBA78-B945-4D39-B7D5-F230BC0C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FB7D3-DC83-4E61-8AB5-DD4B376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85E60-02BC-44A5-969C-5280D72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F32AA-5E20-489E-B1A9-2871EF67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26A2F-AD0B-4482-BAC0-5CAD89B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901CF-5F37-4D4B-9E45-D5371CD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70CD8-C324-4332-8CB0-3CBC0312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F42D7-7764-4063-AEC4-F8E5D6DA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4ACCB-2805-4D07-8EBD-29709091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technology make mathematical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more reliable?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can mathematical tools mislead us?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responsible for interpreting a result: tool 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20348-C549-41DC-9805-A7C29B90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17200-71A5-478C-BAEA-EB2C56EA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30F52-59B3-4A4E-94AA-5E0F013F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5F880-7F93-4656-832C-6F27A32A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technology make mathematical knowledge more reliable?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can mathematical tools mislead us?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responsible for interpreting a result: tool 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A5178-4584-4947-BFBC-5D474D1A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6667807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C31C84-0EEA-4319-A431-D3198DD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EC1BD-7670-4F49-ABBF-87EB9B7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6479D-AF76-41E3-A700-D3ABAD04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F2454-8A42-4933-99A3-59FF93FB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4D4D9-A21B-412E-9567-EF3A0380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A13EB-21D5-4361-8DA0-8515FC48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D645C-6C51-46BD-B2F5-44B49BF4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D80D-FC09-4016-BD85-F55672D4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55147-0014-4EA1-A38C-F5D83655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2933E-3D69-414E-B911-7AB6A54D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07815-1202-442B-AB08-293BC5C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DAAEF-CFEA-4DF3-B039-D4720468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Calculator Trust Test: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B1CD4-5555-45ED-8FD1-C8D298A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0309A-F1BC-48B1-B403-991F43EE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FC110-88BB-4CEA-997E-DC4DA94A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7ABF5-CF33-4371-9765-4BDF9F0B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4481bb4ab42b7">
            <a:extLst>
              <a:ext uri="{96DAC541-7B7A-43D3-8B79-37D633B846F1}">
                <asvg:svgBlip xmlns:asvg="http://schemas.microsoft.com/office/drawing/2016/SVG/main" r:embed="Rb37c523cd1274f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543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E32C5-A5F4-4FB5-AAE7-C252501B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44583-1B79-4939-BC1B-3C27DA67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1E465-74E0-4F7C-BFF2-F5888A92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35CF8-BBA7-409D-A9AB-1A96B873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556FD-281E-4CEF-AB4F-160C3305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A65EE-2E49-4991-8851-E9AD95E5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8865D-E00F-404D-B68D-041FCEE4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94DD1-FA40-4970-B23A-81C3E56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80508-2E85-4AC0-98A8-2C221512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DB57D-1FF0-4682-A8FE-396E8E47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71FAF-C563-4936-A80F-D4011992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8A9C0-50FA-4FB1-B1BB-C0E15851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graphing calculator screenshot with an explanatory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warning. Area of Knowledge: Natural Sciences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0D6B1-DA25-4CA5-8FDB-3F8969A1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427E2-213D-4240-862B-2F030273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97481-9034-4B95-B632-00A6AE2D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8D194-87B5-4488-AAAC-23A310C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3ECFA-CDEA-4525-B84A-D9BABD7A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0F83A-9946-4E48-8726-600A796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7E5CF-0C8B-4146-BE0E-59146A7D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8DB75-6D05-4A39-8441-74479669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Monty Hall Shock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Axiom Switch Universe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3D208-B6D5-4D3D-9148-625F115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82953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2026-06-20T10:31:35.9070000Z</dcterms:created>
  <dcterms:modified xsi:type="dcterms:W3CDTF">2026-06-20T10:31:35.9070000Z</dcterms:modified>
</coreProperties>
</file>