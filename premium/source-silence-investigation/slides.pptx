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1cc2bc524f41a7" /><Relationship Type="http://schemas.openxmlformats.org/officeDocument/2006/relationships/extended-properties" Target="/docProps/app.xml" Id="R92376ed091c443f4" /><Relationship Type="http://schemas.openxmlformats.org/officeDocument/2006/relationships/officeDocument" Target="/ppt/presentation.xml" Id="R573e9e4e4e6543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55801dfd244ba5"/>
  </p:sldMasterIdLst>
  <p:notesMasterIdLst>
    <p:notesMasterId xmlns:r="http://schemas.openxmlformats.org/officeDocument/2006/relationships" r:id="R618c4b9257dd4952"/>
  </p:notesMasterIdLst>
  <p:sldIdLst>
    <p:sldId xmlns:r="http://schemas.openxmlformats.org/officeDocument/2006/relationships" id="256" r:id="R6d54912993024745"/>
    <p:sldId xmlns:r="http://schemas.openxmlformats.org/officeDocument/2006/relationships" id="257" r:id="Rede1d667d6e94e6d"/>
    <p:sldId xmlns:r="http://schemas.openxmlformats.org/officeDocument/2006/relationships" id="258" r:id="R1357b5fa39ef4b39"/>
    <p:sldId xmlns:r="http://schemas.openxmlformats.org/officeDocument/2006/relationships" id="259" r:id="R7f7c01dd467e47d2"/>
    <p:sldId xmlns:r="http://schemas.openxmlformats.org/officeDocument/2006/relationships" id="260" r:id="R783389a76caa4d2e"/>
    <p:sldId xmlns:r="http://schemas.openxmlformats.org/officeDocument/2006/relationships" id="261" r:id="Ra5a12efe45ad4ce2"/>
    <p:sldId xmlns:r="http://schemas.openxmlformats.org/officeDocument/2006/relationships" id="262" r:id="Rbd774f21a8194b3a"/>
    <p:sldId xmlns:r="http://schemas.openxmlformats.org/officeDocument/2006/relationships" id="263" r:id="Re9419f53eeb44c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1a6876942d401a" /><Relationship Type="http://schemas.openxmlformats.org/officeDocument/2006/relationships/slideMaster" Target="/ppt/slideMasters/slideMaster1.xml" Id="Rae55801dfd244ba5" /><Relationship Type="http://schemas.openxmlformats.org/officeDocument/2006/relationships/notesMaster" Target="/ppt/notesMasters/notesMaster1.xml" Id="R618c4b9257dd4952" /><Relationship Type="http://schemas.openxmlformats.org/officeDocument/2006/relationships/presProps" Target="/ppt/presProps.xml" Id="Rf7a09e61a7e44e07" /><Relationship Type="http://schemas.openxmlformats.org/officeDocument/2006/relationships/tableStyles" Target="/ppt/tableStyles.xml" Id="R81dfdc35b3f640d4" /><Relationship Type="http://schemas.openxmlformats.org/officeDocument/2006/relationships/slide" Target="/ppt/slides/slide1.xml" Id="R6d54912993024745" /><Relationship Type="http://schemas.openxmlformats.org/officeDocument/2006/relationships/slide" Target="/ppt/slides/slide2.xml" Id="Rede1d667d6e94e6d" /><Relationship Type="http://schemas.openxmlformats.org/officeDocument/2006/relationships/slide" Target="/ppt/slides/slide3.xml" Id="R1357b5fa39ef4b39" /><Relationship Type="http://schemas.openxmlformats.org/officeDocument/2006/relationships/slide" Target="/ppt/slides/slide4.xml" Id="R7f7c01dd467e47d2" /><Relationship Type="http://schemas.openxmlformats.org/officeDocument/2006/relationships/slide" Target="/ppt/slides/slide5.xml" Id="R783389a76caa4d2e" /><Relationship Type="http://schemas.openxmlformats.org/officeDocument/2006/relationships/slide" Target="/ppt/slides/slide6.xml" Id="Ra5a12efe45ad4ce2" /><Relationship Type="http://schemas.openxmlformats.org/officeDocument/2006/relationships/slide" Target="/ppt/slides/slide7.xml" Id="Rbd774f21a8194b3a" /><Relationship Type="http://schemas.openxmlformats.org/officeDocument/2006/relationships/slide" Target="/ppt/slides/slide8.xml" Id="Re9419f53eeb44c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3967d60d3a40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d8722553324d16" /><Relationship Type="http://schemas.openxmlformats.org/officeDocument/2006/relationships/notesMaster" Target="/ppt/notesMasters/notesMaster1.xml" Id="R927c46f63f704e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35e62a445a4bc3" /><Relationship Type="http://schemas.openxmlformats.org/officeDocument/2006/relationships/notesMaster" Target="/ppt/notesMasters/notesMaster1.xml" Id="R826aaf16b5bb4c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9347a1aabb43fb" /><Relationship Type="http://schemas.openxmlformats.org/officeDocument/2006/relationships/notesMaster" Target="/ppt/notesMasters/notesMaster1.xml" Id="Rf2ac154e219d47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264d89c53f4a82" /><Relationship Type="http://schemas.openxmlformats.org/officeDocument/2006/relationships/notesMaster" Target="/ppt/notesMasters/notesMaster1.xml" Id="Rf1ae9c6f283644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5613d8d47a466c" /><Relationship Type="http://schemas.openxmlformats.org/officeDocument/2006/relationships/notesMaster" Target="/ppt/notesMasters/notesMaster1.xml" Id="R9569685ce93e46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4b453d21aa4f6a" /><Relationship Type="http://schemas.openxmlformats.org/officeDocument/2006/relationships/notesMaster" Target="/ppt/notesMasters/notesMaster1.xml" Id="Rc1b68af48d0f45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c963cf03bf442b" /><Relationship Type="http://schemas.openxmlformats.org/officeDocument/2006/relationships/notesMaster" Target="/ppt/notesMasters/notesMaster1.xml" Id="R41c741d8dcc142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be12bf12d2497a" /><Relationship Type="http://schemas.openxmlformats.org/officeDocument/2006/relationships/notesMaster" Target="/ppt/notesMasters/notesMaster1.xml" Id="R110f2c83a4c048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237f15fa740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b52801ed824ef0" /><Relationship Type="http://schemas.openxmlformats.org/officeDocument/2006/relationships/slideLayout" Target="/ppt/slideLayouts/slideLayout1.xml" Id="R5bde5576087248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de5576087248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773d96cdb4053" /><Relationship Type="http://schemas.openxmlformats.org/officeDocument/2006/relationships/image" Target="/ppt/media/image.png" Id="Rc01cdde449d9455c" /><Relationship Type="http://schemas.openxmlformats.org/officeDocument/2006/relationships/image" Target="/ppt/media/image.svg" Id="R73f3462681084b1f" /><Relationship Type="http://schemas.openxmlformats.org/officeDocument/2006/relationships/notesSlide" Target="/ppt/notesSlides/notesSlide1.xml" Id="R1a3dbd24b66341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68fb70b184f75" /><Relationship Type="http://schemas.openxmlformats.org/officeDocument/2006/relationships/notesSlide" Target="/ppt/notesSlides/notesSlide2.xml" Id="Rfa5e02cb689b41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8fb6081b9453e" /><Relationship Type="http://schemas.openxmlformats.org/officeDocument/2006/relationships/image" Target="/ppt/media/image2.png" Id="R6d0fae4510f64718" /><Relationship Type="http://schemas.openxmlformats.org/officeDocument/2006/relationships/image" Target="/ppt/media/image2.svg" Id="R69111600c60c4973" /><Relationship Type="http://schemas.openxmlformats.org/officeDocument/2006/relationships/notesSlide" Target="/ppt/notesSlides/notesSlide3.xml" Id="R304ecab723724c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bfc79fa6a4015" /><Relationship Type="http://schemas.openxmlformats.org/officeDocument/2006/relationships/notesSlide" Target="/ppt/notesSlides/notesSlide4.xml" Id="Rfc3cc0f2a1ab4e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077994cf94495" /><Relationship Type="http://schemas.openxmlformats.org/officeDocument/2006/relationships/notesSlide" Target="/ppt/notesSlides/notesSlide5.xml" Id="R186f88cf769347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6ae8806024b9b" /><Relationship Type="http://schemas.openxmlformats.org/officeDocument/2006/relationships/notesSlide" Target="/ppt/notesSlides/notesSlide6.xml" Id="R254e6ee439a942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463f394ff448e" /><Relationship Type="http://schemas.openxmlformats.org/officeDocument/2006/relationships/image" Target="/ppt/media/image3.png" Id="R8a5e83da08694504" /><Relationship Type="http://schemas.openxmlformats.org/officeDocument/2006/relationships/image" Target="/ppt/media/image3.svg" Id="Re9a3dcb2202746d7" /><Relationship Type="http://schemas.openxmlformats.org/officeDocument/2006/relationships/notesSlide" Target="/ppt/notesSlides/notesSlide7.xml" Id="Re7079ca45b2f43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42a061d53403c" /><Relationship Type="http://schemas.openxmlformats.org/officeDocument/2006/relationships/notesSlide" Target="/ppt/notesSlides/notesSlide8.xml" Id="Rd52b17f023ff42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A9AEF2-928A-4BA5-998A-6252EC2A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6A579-6411-4860-9DE1-809CBDA4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E44D1-0D23-4735-99A0-0D6CF90E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BDAD0-37D2-4777-AE9F-02D87574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DDC74-579D-41D1-AB4D-D7386132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F6F3C-83B5-41D4-A6F4-76118986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9990F-D2CE-47E7-BB0F-4F1843D5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Source Silence Investigation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350B0-6A29-4BBD-9BA2-81CAE489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cdde449d9455c">
            <a:extLst>
              <a:ext uri="{96DAC541-7B7A-43D3-8B79-37D633B846F1}">
                <asvg:svgBlip xmlns:asvg="http://schemas.microsoft.com/office/drawing/2016/SVG/main" r:embed="R73f3462681084b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C67F2-CD77-4864-A8EC-89A85A24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FAC6E-8D12-4369-A0CE-5A6EF918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0EACB-D994-41FC-8D73-E27EA3BC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1A42C-5D52-4669-8DB8-F998ACD0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Historical knowledge depends not only on surviving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sources, but also on recognizing what did not survive.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9CA5E-A308-464A-87AA-19901294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7B647-B854-4EC4-BB48-5F012575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9C758-04FD-46B1-A263-611DC471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0D5CF-7DB1-42B7-A59E-507740CE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719949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5FF835-F904-4DDA-A787-A2348417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A7F6B-337C-445A-A91F-517B84F5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41DEE-9EB9-4A2B-9F1D-D4229757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8C243-D627-416A-9C97-4D3CEE4E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5130C-BDE2-415A-A494-28D61D48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2054C-2A62-4E42-AD07-315F40DB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A2980-D077-4CCD-953E-63F9F935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4607E-0D97-4191-875E-06DC1B16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14120-E509-4C47-87A4-5F68A9A0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4FD43-1F86-4C20-8232-3D4CC7BE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4C95A-5346-4FC9-9B4C-954FA25F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504CD-2CBF-4627-AFB4-2BA54019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identify absences, silences, and preservation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bias in historical evidence.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Historical knowledge depends not only on surviving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sources, but also on recognizing what did not survive.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8F78B-B885-420B-9A28-90BF0B20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0EFA1-EF23-43FC-A25A-8B0D9AEF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7DED3-6637-4BF5-9357-F3384065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9640D-F06F-465F-886A-7431EAC7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Fictional or real source packet with several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perspectives present and at least one missing.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Silence audit sheet.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Silence audit sheet: present voices, missing voices,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possible reasons, impact on conclusion.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Uncertainty language bank: possibly, likely, cannot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establish, source packet suggests.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A8BC9-71CC-4A34-BEE2-AAA6CF05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21312560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15CCDA-4B97-46C2-8584-2A75BAE8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49B01-69C8-4699-9B4C-D3273211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80656-41AF-41B1-BA57-4D0C94FD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590AF-AADF-4758-B304-54252C91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20D38-1D83-49D8-811F-7C6AADA8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11906-B975-438F-A3E8-4910ECC4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7F201-F220-446E-9A12-E73DBBF9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31ADA-98DE-4597-BACC-C01DBDD0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fae4510f64718">
            <a:extLst>
              <a:ext uri="{96DAC541-7B7A-43D3-8B79-37D633B846F1}">
                <asvg:svgBlip xmlns:asvg="http://schemas.microsoft.com/office/drawing/2016/SVG/main" r:embed="R69111600c60c49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29E87-BBDA-4131-B96A-6BBC9ABF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32344-C023-4883-986A-6D922A5B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22694-4D2D-4979-93EA-671B04F3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8BAD6-41FB-4DB9-A104-E0FA5C5B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Source Silence Investigation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Packet: official school notice, newspaper...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Source Silence Investigation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Packet: merchant account, travel diary, law...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76877-CC31-49A8-95E1-6F26B328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9688F-6176-4FD3-940A-9677DCEA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BE2C9-B3C9-453C-8D34-A28D3751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91BF4-9EDC-4E26-927F-ADF9B93B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Source Silence Investigation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Source Silence Investigation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2616477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F739C8-C595-4749-8E2D-B05E7B94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7D30D-407B-44A8-8DFF-5193BBBE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83492-51DD-4855-ADBE-0D37821E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166BA-6C26-487C-8D9E-DD833375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C14A9-187B-4DC0-A886-28FF88F4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35A39-F411-4766-83E4-DA8C5E2F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793C3-DC55-4D61-AA09-DAA92DD8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C1127-B6A2-42E5-B6BE-9365E973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73067-EAD5-4021-A85A-A1B12AC3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64CFC-A5B0-4EB3-A6DD-BEFA48A1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F58BA-E8F5-4DAF-BAB5-93AB83C9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C58EB-DC94-45F0-AE6B-3C503E86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groups a short source packet about one event.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list whose voices, records, or perspectives are present.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infer which voices may be missing and why.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revise one conclusion to include uncertainty from source silence.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historians responsibly reason from incomplete archives.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B8FE4-DC94-4DD9-8E25-22E27740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History.</a:t>
            </a:r>
          </a:p>
        </p:txBody>
      </p:sp>
    </p:spTree>
    <p:extLst>
      <p:ext uri="{BB962C8B-B14F-4D97-AF65-F5344CB8AC3E}">
        <p14:creationId xmlns:p14="http://schemas.microsoft.com/office/powerpoint/2010/main" val="11563796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179C71-EBB6-4BB1-9804-3EBE9DF9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CEB4E-D799-4C23-97D1-02478F8A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93C7A-511C-4B4F-B6B7-499D5126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1358A-63DE-45A5-9ACD-66961906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667DE-581F-41CF-9D63-1C285E5B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F5A9C-249F-4EDF-8D84-7CAB77B6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10591-E073-40B8-8954-1DE50C50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2B4E2-E01E-4DD9-9DA4-D5B752AB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3FBD5-8A5B-4C74-978E-FC8738F9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97BB8-E0E9-4CC7-ABEB-7941E4E8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960C6-FCD8-4599-9471-172D23A0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66AEB-2460-4D1F-BA47-FAE3BE49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EBF68-D033-492B-B454-E3033432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2B00D-9428-474B-95C1-39D49B79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DB9D6-B513-4B1B-9499-22297D59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66151-A9BE-4C83-9997-2B6D5CC3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CA524-3CBC-45AE-96F0-3A28D3FF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D88C5-7DB4-4599-A09B-ACCA126D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85FAF-4ABD-4359-A8FC-96B4495C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C426E-83D7-45E9-BFFB-3C0BA7A7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8987B-F6B6-465D-8677-5D1230FD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067B6-1175-4784-B5B5-DE130C15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D57E9-29A9-49AE-80ED-39DE31BA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86D3E1-B886-4B0C-8C3D-CAD9404D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9A7AA5-D5CF-4B63-9671-BF28FEF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91551-F5C6-477F-8114-7B730DB5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A6506D-5BD2-4D3B-8760-B9E376D4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142443-753D-4894-A86E-FED4F2D4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8401343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51D6FE-BA22-4C0D-9F4D-C208C63C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A0503-F984-46E4-9F98-23202D53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895D4-08A4-474E-A9B2-2EBD992A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A5ECD-E094-4503-9011-F420F4B7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D9634-9AB5-442A-A19B-71BDA570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2107F-949B-46E0-A1BD-C7E6E889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71554-4B3B-45AB-8E70-53880089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FCE2E-2B86-47AD-BF26-19CA2A1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5591C-540F-4E10-8C03-20B5E5A4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1F889-243C-428E-BA22-918493E0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D39E5-8FFA-4123-B199-245EA8E9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BAF27-A8FE-4B6C-823C-447D80DA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can we know responsibly when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 is missing?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absence of evidence evidence of absence?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preservation and power shape historical knowledge?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04D8B-A4E0-401F-9DDC-2283DE34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A07CE-482A-49DD-9DB1-D47A1FF1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DE474-1528-405C-B12E-05CD9CB3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8729C-C680-4B5E-9C64-9A125F69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we know responsibly when evidence is missing?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archives shape historical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does source silence reveal about power?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E5A56-8B2F-4B7F-BDA1-6452BD2C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8295829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CB330A-84E9-4B70-AD96-84A7E808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CF9CF-68DE-4592-99C2-F221EDF7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19A44-43DB-4C58-A91D-372DE32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6D431-FB6D-400F-86B8-263267E3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A482A-DDA5-4113-BA43-D7A977F5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A04BC-F8D6-4470-8933-CCD7F13D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23BEE-6108-42F9-88D2-BC7E6BA8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B4C91-FE2B-4D9F-BEDC-80505DE0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65D8C-4D7D-4323-9417-47ACC87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55FD9-8224-4CDA-A5CA-14A6982D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9AE54-C535-4263-89E9-F9610A7C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12D54-F975-40A2-A7CE-38204426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archive lets us know the policy existed but not how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students experienced it.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We revised our claim from 'students accepted it' to 'the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available sources do not show student opposition'.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425C7-CBD3-4E90-8E06-C8CC566B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E6B8C-53DC-4C43-AD1C-D3B2AB82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B4197-2764-401D-B34E-4B67B31F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C65BF-56F3-48BF-9790-7EBA2F90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add a missing-source request: what source would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most improve the account?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source silence to museums, family histories,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national archives.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e83da08694504">
            <a:extLst>
              <a:ext uri="{96DAC541-7B7A-43D3-8B79-37D633B846F1}">
                <asvg:svgBlip xmlns:asvg="http://schemas.microsoft.com/office/drawing/2016/SVG/main" r:embed="Re9a3dcb2202746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580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995DE-06AD-403C-9AA2-041683BD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E9FC6-950F-44CA-8823-B384D61E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17718-44F8-460F-B207-17C765AF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B4ED8-18DD-4C26-AA73-FFDB61E8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C78A3-CA51-4E31-AD81-0EA7F0B7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091E4-DEE6-432E-ACC0-193BD6BB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90E78-80D6-42EF-9121-D29609AC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73432-E256-4C86-AA74-44520467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04EB3-0814-447C-B6B7-99872746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43889-D97F-4B38-AA31-8F8612BA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515F9-3B8A-4D0A-AB7E-6C8449C3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BE558-24DF-4CF6-B5E2-D4FE1B05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source packet annotated with present voices and missing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voices.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19B61-E413-4DD8-B09A-3EB5E71E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8D9B0-9646-4837-9023-38B610AD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F1360-2169-40FC-8939-8EE9C4EE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E22BF-359D-4CD1-910B-BE54E845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D6201-4D28-4CB1-9F8C-2315EA3B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DA6DC-F8D7-4AC5-8E0D-0AD5685B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E2E9D-43D4-4F64-AC19-074781E9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92C7F-C3AC-4146-85FD-47EB1E24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Broken Archive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Memory versus Monument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Event, Different Historian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64682-49B0-430C-B08E-F22EED81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763721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2026-06-20T10:31:40.2720000Z</dcterms:created>
  <dcterms:modified xsi:type="dcterms:W3CDTF">2026-06-20T10:31:40.2720000Z</dcterms:modified>
</coreProperties>
</file>