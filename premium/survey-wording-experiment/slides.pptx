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f0bc2ac0e44468" /><Relationship Type="http://schemas.openxmlformats.org/officeDocument/2006/relationships/extended-properties" Target="/docProps/app.xml" Id="R6c33fe98740042cc" /><Relationship Type="http://schemas.openxmlformats.org/officeDocument/2006/relationships/officeDocument" Target="/ppt/presentation.xml" Id="R2cf88fd587f648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8a3941987e46e1"/>
  </p:sldMasterIdLst>
  <p:notesMasterIdLst>
    <p:notesMasterId xmlns:r="http://schemas.openxmlformats.org/officeDocument/2006/relationships" r:id="R88958fb6fdf1402b"/>
  </p:notesMasterIdLst>
  <p:sldIdLst>
    <p:sldId xmlns:r="http://schemas.openxmlformats.org/officeDocument/2006/relationships" id="256" r:id="R19d13c560b9a41c4"/>
    <p:sldId xmlns:r="http://schemas.openxmlformats.org/officeDocument/2006/relationships" id="257" r:id="R6ae19cf725d74b5d"/>
    <p:sldId xmlns:r="http://schemas.openxmlformats.org/officeDocument/2006/relationships" id="258" r:id="Ra7ac4c86119f4226"/>
    <p:sldId xmlns:r="http://schemas.openxmlformats.org/officeDocument/2006/relationships" id="259" r:id="R0fa17da00ca14abe"/>
    <p:sldId xmlns:r="http://schemas.openxmlformats.org/officeDocument/2006/relationships" id="260" r:id="Ra99f29dae74844e6"/>
    <p:sldId xmlns:r="http://schemas.openxmlformats.org/officeDocument/2006/relationships" id="261" r:id="Rd196ce9ea97b4339"/>
    <p:sldId xmlns:r="http://schemas.openxmlformats.org/officeDocument/2006/relationships" id="262" r:id="Re078168052e144aa"/>
    <p:sldId xmlns:r="http://schemas.openxmlformats.org/officeDocument/2006/relationships" id="263" r:id="R203245adb4094f6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95e2d9b5ed4a5a" /><Relationship Type="http://schemas.openxmlformats.org/officeDocument/2006/relationships/slideMaster" Target="/ppt/slideMasters/slideMaster1.xml" Id="R148a3941987e46e1" /><Relationship Type="http://schemas.openxmlformats.org/officeDocument/2006/relationships/notesMaster" Target="/ppt/notesMasters/notesMaster1.xml" Id="R88958fb6fdf1402b" /><Relationship Type="http://schemas.openxmlformats.org/officeDocument/2006/relationships/presProps" Target="/ppt/presProps.xml" Id="Re092582219914058" /><Relationship Type="http://schemas.openxmlformats.org/officeDocument/2006/relationships/tableStyles" Target="/ppt/tableStyles.xml" Id="R507fe7edffbe42da" /><Relationship Type="http://schemas.openxmlformats.org/officeDocument/2006/relationships/slide" Target="/ppt/slides/slide1.xml" Id="R19d13c560b9a41c4" /><Relationship Type="http://schemas.openxmlformats.org/officeDocument/2006/relationships/slide" Target="/ppt/slides/slide2.xml" Id="R6ae19cf725d74b5d" /><Relationship Type="http://schemas.openxmlformats.org/officeDocument/2006/relationships/slide" Target="/ppt/slides/slide3.xml" Id="Ra7ac4c86119f4226" /><Relationship Type="http://schemas.openxmlformats.org/officeDocument/2006/relationships/slide" Target="/ppt/slides/slide4.xml" Id="R0fa17da00ca14abe" /><Relationship Type="http://schemas.openxmlformats.org/officeDocument/2006/relationships/slide" Target="/ppt/slides/slide5.xml" Id="Ra99f29dae74844e6" /><Relationship Type="http://schemas.openxmlformats.org/officeDocument/2006/relationships/slide" Target="/ppt/slides/slide6.xml" Id="Rd196ce9ea97b4339" /><Relationship Type="http://schemas.openxmlformats.org/officeDocument/2006/relationships/slide" Target="/ppt/slides/slide7.xml" Id="Re078168052e144aa" /><Relationship Type="http://schemas.openxmlformats.org/officeDocument/2006/relationships/slide" Target="/ppt/slides/slide8.xml" Id="R203245adb4094f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89ce73bad942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3ee104147647fa" /><Relationship Type="http://schemas.openxmlformats.org/officeDocument/2006/relationships/notesMaster" Target="/ppt/notesMasters/notesMaster1.xml" Id="R3ab883618de84f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ac79d5cc014e51" /><Relationship Type="http://schemas.openxmlformats.org/officeDocument/2006/relationships/notesMaster" Target="/ppt/notesMasters/notesMaster1.xml" Id="Rc9b60913c7a043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f0d9059a414241" /><Relationship Type="http://schemas.openxmlformats.org/officeDocument/2006/relationships/notesMaster" Target="/ppt/notesMasters/notesMaster1.xml" Id="R17c28f2336f645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519edfec74449d" /><Relationship Type="http://schemas.openxmlformats.org/officeDocument/2006/relationships/notesMaster" Target="/ppt/notesMasters/notesMaster1.xml" Id="R31520aeb9a284c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2e50759a694e03" /><Relationship Type="http://schemas.openxmlformats.org/officeDocument/2006/relationships/notesMaster" Target="/ppt/notesMasters/notesMaster1.xml" Id="R180c114c1a8c41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b6a6400b75445d" /><Relationship Type="http://schemas.openxmlformats.org/officeDocument/2006/relationships/notesMaster" Target="/ppt/notesMasters/notesMaster1.xml" Id="R7dcedaa7455844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45da56b1fe43e4" /><Relationship Type="http://schemas.openxmlformats.org/officeDocument/2006/relationships/notesMaster" Target="/ppt/notesMasters/notesMaster1.xml" Id="Rc8c7dc72836844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68674ec8944d02" /><Relationship Type="http://schemas.openxmlformats.org/officeDocument/2006/relationships/notesMaster" Target="/ppt/notesMasters/notesMaster1.xml" Id="Rb964c5b64a7843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f1b78f25a543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e85f5bf1f042c1" /><Relationship Type="http://schemas.openxmlformats.org/officeDocument/2006/relationships/slideLayout" Target="/ppt/slideLayouts/slideLayout1.xml" Id="Rd337aeaf22214d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37aeaf22214d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1aadb83754deb" /><Relationship Type="http://schemas.openxmlformats.org/officeDocument/2006/relationships/image" Target="/ppt/media/image.png" Id="R858e5c0fd69d4ccf" /><Relationship Type="http://schemas.openxmlformats.org/officeDocument/2006/relationships/image" Target="/ppt/media/image.svg" Id="R5744850efc7142e9" /><Relationship Type="http://schemas.openxmlformats.org/officeDocument/2006/relationships/notesSlide" Target="/ppt/notesSlides/notesSlide1.xml" Id="Rc04bc65571e84b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21bfbf6a542bd" /><Relationship Type="http://schemas.openxmlformats.org/officeDocument/2006/relationships/notesSlide" Target="/ppt/notesSlides/notesSlide2.xml" Id="R7398eacd4d0349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f53c2984a4955" /><Relationship Type="http://schemas.openxmlformats.org/officeDocument/2006/relationships/image" Target="/ppt/media/image2.png" Id="R3a19a3b44dd44715" /><Relationship Type="http://schemas.openxmlformats.org/officeDocument/2006/relationships/image" Target="/ppt/media/image2.svg" Id="R2a914bedea944f01" /><Relationship Type="http://schemas.openxmlformats.org/officeDocument/2006/relationships/notesSlide" Target="/ppt/notesSlides/notesSlide3.xml" Id="Re1129a4d52a743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cadba494e47ec" /><Relationship Type="http://schemas.openxmlformats.org/officeDocument/2006/relationships/notesSlide" Target="/ppt/notesSlides/notesSlide4.xml" Id="Ra43caeae753948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59ccc1e9b43e3" /><Relationship Type="http://schemas.openxmlformats.org/officeDocument/2006/relationships/notesSlide" Target="/ppt/notesSlides/notesSlide5.xml" Id="R4e665845635548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c6bba509b4ce6" /><Relationship Type="http://schemas.openxmlformats.org/officeDocument/2006/relationships/notesSlide" Target="/ppt/notesSlides/notesSlide6.xml" Id="R404e13c7980741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76546523649c7" /><Relationship Type="http://schemas.openxmlformats.org/officeDocument/2006/relationships/image" Target="/ppt/media/image3.png" Id="R72bab0d1bd4c4835" /><Relationship Type="http://schemas.openxmlformats.org/officeDocument/2006/relationships/image" Target="/ppt/media/image3.svg" Id="R6da6b65d5c254c92" /><Relationship Type="http://schemas.openxmlformats.org/officeDocument/2006/relationships/notesSlide" Target="/ppt/notesSlides/notesSlide7.xml" Id="Rcfe3d1be9a1249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eb4fbcdd74c6a" /><Relationship Type="http://schemas.openxmlformats.org/officeDocument/2006/relationships/notesSlide" Target="/ppt/notesSlides/notesSlide8.xml" Id="Rfe3192581559497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CE3CA2-150E-4A85-8F54-70C7BA49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1ADB7-17A5-4EF5-95D5-0BCA0EFF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A2649F-0C5D-4032-8374-757FB59B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C61778-AC9B-4CD5-93F8-3AF4DBF4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0C276-D2EC-4015-9F21-09FBAB55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1B6D91-3D7F-4A11-9EFF-659CA04E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25-30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30431-58D2-4E1F-B1D0-4919E0CB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Survey Wording Experiment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A1C298-9578-47CF-92AD-B166B67B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8e5c0fd69d4ccf">
            <a:extLst>
              <a:ext uri="{96DAC541-7B7A-43D3-8B79-37D633B846F1}">
                <asvg:svgBlip xmlns:asvg="http://schemas.microsoft.com/office/drawing/2016/SVG/main" r:embed="R5744850efc7142e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769EAF-D2A4-4D19-8DD7-92A20C58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C777E2-A1C7-47C6-B6CC-A556405A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F2C135-EEA7-4B83-8AD4-C3E7C3F0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F8397A-0E8B-4C54-A2FE-468E3E84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Measuring beliefs can alter the result.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5B9CAC-8A7A-49B9-9981-BE1F6A12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D8F4F3-E063-4C4E-8830-62054456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A042C4-5867-4015-8AEF-1E74418C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0B2501-6295-4E33-8C24-FCF80BF9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25-30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145604102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B27F96-EB8A-403F-A9E0-B7D2E9DC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7510B-7606-47F2-9C7E-6DA239DF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B33FA0-844D-47C1-8DCA-2B783A51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10D649-7CB7-461D-A0BC-E6D5B4B1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C8E3D-8330-49E4-9554-8AD4DD4A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FE866-DC88-476F-BFC6-76649181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25-30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F3C269-373C-4C6E-9E11-3C4B3AB1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2A33AD-9F94-4400-A2E2-A22422E8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5E000E-4942-4C15-9F6E-3E36E173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4FFD35-9526-4361-83A7-55A993BD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69FEF4-C4FE-4680-870B-E1EC9507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48D009-63F4-4124-8E09-F7EC58FA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see how the act of measurement can shape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human-science data.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Measuring beliefs can alter the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1F59D4-9047-418E-B6DC-634398F9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CCE7A2-A98A-44E6-AF72-FA6DA24F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FFDD01-DDFE-4653-A612-A44CCACF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FDC39-B687-4B4D-BCBA-809A0347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Two versions of a survey question.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Printable student worksheet with observation,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inference, evidence, and confidence columns.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Teacher notes with setup checklist, sample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facilitation language, misconceptions, and assessment...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29A799-6F82-461B-B589-1E7BB483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14218592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D681F4-1308-4AD4-B58B-C29ADD83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D66CDF-B79A-4A7F-9D8F-8BC47F63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C62AE-5351-4DD4-B2C5-FDC7B270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7DAD30-8633-4623-AC02-E0401B71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EE18A-5867-477B-B792-BA4ACAE8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26E83-20D9-471D-BE6C-BAF077A3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25-30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D1AD58-C911-4CF6-A4B3-D3043F4B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6137A9-B59A-4B8E-82DA-BA7CC7D1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19a3b44dd44715">
            <a:extLst>
              <a:ext uri="{96DAC541-7B7A-43D3-8B79-37D633B846F1}">
                <asvg:svgBlip xmlns:asvg="http://schemas.microsoft.com/office/drawing/2016/SVG/main" r:embed="R2a914bedea944f0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EBA033-E16D-4184-A9EA-E3F2E397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ECF409-3C09-499F-9517-EA9DDB81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64E5BE-F524-4FB4-876A-F26E9E43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9B9D8E-A844-4274-8949-06E2D034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Survey Wording Experiment Stimulus A: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1: Two versions of the same question using...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Survey Wording Experiment Stimulus B: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2: A neutral, loaded, and leading survey item on...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F76E56-C16C-4E17-9650-1A3C6738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06B9AB-A7B4-43D6-9A61-1B632353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D1C5CC-DB56-431E-8165-B33865D0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CD97FB-D273-45CA-AFF2-54F3AD5E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Survey Wording Experiment Stimulus A,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what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Survey Wording Experiment Stimulus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6213581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0F8D63-26E1-49F2-8820-35887ED9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4BD8F-0CE8-417E-89D6-0BE70C8F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0BE3C-6E7B-4447-BBE3-6100EF71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F8E6C3-AE55-4872-BD8A-2700CB05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B69BA-5F01-4883-87ED-73B1A932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12A0C1-4089-4520-8018-434E58E0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25-30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2A077C-4293-4E81-905A-1F30C451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6DEBF-CE7D-4030-B753-0696A882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35D1FF-1B5C-4B8B-8078-99DCC092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926C9D-3145-4452-8863-6117CBD5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00198D-76D4-44D5-9BB4-A215C057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EB159A-F812-49AE-8BE8-41F931A4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Half the class receives: "Should students be allowed to use AI to support learning?"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The other half receives: "Should students be allowed to use AI to complete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 schoolwork?"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Compare results.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Students redesign the question to reduce bias.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571096-CDA1-4FF3-A167-347E94F1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Human Sc...</a:t>
            </a:r>
          </a:p>
        </p:txBody>
      </p:sp>
    </p:spTree>
    <p:extLst>
      <p:ext uri="{BB962C8B-B14F-4D97-AF65-F5344CB8AC3E}">
        <p14:creationId xmlns:p14="http://schemas.microsoft.com/office/powerpoint/2010/main" val="16508025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D217FC-4BEC-40F8-AB33-0A8BFE56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8D81B-5E08-44B9-BB82-66E1E715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2B1FA-E369-4635-80EC-60BD3381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72EF17-0AA5-4EFB-A4DC-F28FCE5D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39F2D-2D4D-4952-BEB7-EDE9CE7F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BDF517-33CB-47A3-8AF2-BCE2EFA5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25-30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0D7EE-0405-445A-87A0-01CFCAC3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77DDBF-F30B-42CE-9118-E946B880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98D8F-226F-4806-B731-60F958AD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B1D261-BE59-4977-8542-5A08BCB8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6C18EC-723C-4731-9D2D-A75488F3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069FE6-9AED-4448-A225-119906C5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6A7A7E-C46C-4FA0-98A4-9ACDD330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573029-2A8B-45EB-A658-03117E33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6CB412-2B14-49A7-A92E-D53D870E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ED8BF2-573D-43F9-8211-4B1719C0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B45ADA-1EAF-43EC-A22A-122D375A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F784C4-0B20-410B-BC36-031BD9DC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55BB8F-5225-449C-82DE-88A7C89F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156F7D-14B3-4FAE-A0B5-3DD29B1A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D85DD0-BEA3-4E41-A141-63061D87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A9D251-839C-4A64-B691-0A6D1812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8066F3-27EA-449D-822D-BD53F9E0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59F07B-5B63-428D-AA8B-0DC7DAA8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F8A1BD-F6E3-48A4-B2A6-678C1D48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E33307-2BAF-40F5-998B-E3629A23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5C0941-0B41-4D61-AA3D-1C58D2C0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26DDEB-9E9D-4396-82F3-999A356E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747115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E80C11-A931-42E7-B3E1-623586A9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03A94-8DC9-4B5B-8D9C-B52422FA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2A0EE-BEA7-417D-BFBD-2A73EC6E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E06B30-5FDF-4EBE-91EB-BA82C08F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7DAF35-3B5E-41CE-815D-B7A36423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1BBC70-9D8F-496A-9F82-682AFFDF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25-30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912215-34B6-4266-AA6F-184A3C3B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DB2CF3-CE68-49A9-BB66-7D5D0159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57FEC6-8671-49A3-B044-D32FF98D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ADC8FC-DCAC-4A0C-B62F-6323EED5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6B9222-4F56-408E-ACE5-A51A8C08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F5D835-F394-4D0A-8536-A2AB7D0A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Can surveys measure beliefs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objectively?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does wording shape data?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Are human sciences less certain, or differently certain?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D3A443-CB4A-4704-8325-32F88D64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4F455A-39A2-4A28-B22A-8657E650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A68598-11C1-4496-9DA5-4F034764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25FB93-1E28-4B80-84A7-24984506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surveys measure beliefs objectively?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does wording shape data?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Are human sciences less certain, or differently certain?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012A14-7CD3-4210-9ABC-2501831B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4035538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38E650-E849-4189-9C76-09912B4E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C311DA-725D-4F88-9724-EB5C9401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858DF0-EDFF-43A7-A608-A71E9B3A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58BAD8-0830-48BF-B7C5-2465B4EC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874A4D-05DE-418F-B96D-88541227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E3252-442E-4A3F-B891-40D6F8F8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25-30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58AF6E-6729-4D80-96A4-FBCDD5D2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31F5AC-F9AA-4178-9F9A-419910D6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B5C12E-286F-4B00-98BD-D572F9B8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87EBA5-A892-4722-BEC4-DEDC9FF0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F786B2-7923-4A90-98BD-78DB1306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C8CA3F-8D5E-4D44-817B-9AF18D39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student claim connected to Survey Wording Experiment: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"My first judgement felt obvious, but my evidence was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thinner than I realised."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revised claim that names a method, perspective,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language choice that changed the result.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9AD62F-A8D1-41C0-8661-7B37F2E7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B5060C-0B6E-4871-A725-B3C38A75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A34F17-0E3A-49A3-8B87-09875441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EC2F9A-F3FC-4CF8-913B-3D233434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Design a second version of the activity that tests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same knowledge issue in another AOK.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Find a real-world example where the same knowledge problem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matters outside the classroom.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bab0d1bd4c4835">
            <a:extLst>
              <a:ext uri="{96DAC541-7B7A-43D3-8B79-37D633B846F1}">
                <asvg:svgBlip xmlns:asvg="http://schemas.microsoft.com/office/drawing/2016/SVG/main" r:embed="R6da6b65d5c254c9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25773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85FA0E-4A34-4A44-9460-08529F3D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AB75EC-58E1-4A95-9642-53F1E545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85E1E-121B-4C29-87AC-92E3F7F9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83D7E-D0EC-4420-8FC1-89756B6D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6AABDD-4C83-4303-BA7F-65D64E85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EB3DB1-08C8-4930-921A-DBE01AC3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25-30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13D86-68AC-43D9-B2BE-72E4C471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598F55-5B31-46E3-A7B4-2C6228BD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00B270-2D21-4E34-803D-459A2D7A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BDAAEB-D35F-479D-AF09-2027B921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8D83FF-32B0-4139-A50F-AC944D72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F2378-2D67-405D-B34B-5EA3C52A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Two survey forms with different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858B99-24A5-42FE-91EE-EA55BD47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45C7E1-E4C7-4B7C-9BE9-C9E1B289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CD811D-7A70-40D9-89E8-7F48992F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952462-5B24-4D3B-ACBE-6F170AA4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9384E6-2217-4B23-9E70-1EB433AF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30DEC5-33FE-4E97-A056-102B9594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10EC58-E413-40EA-A1CA-574E4CC8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51C1F2-3F5D-4C50-A1DB-E205378C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Ultimatum Game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Conformity without Humiliation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Replication Debate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3E84B8-280A-42CF-A178-7CBF7067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2865830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2026-06-20T10:31:36.4700000Z</dcterms:created>
  <dcterms:modified xsi:type="dcterms:W3CDTF">2026-06-20T10:31:36.4700000Z</dcterms:modified>
</coreProperties>
</file>