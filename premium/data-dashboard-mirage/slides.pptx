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4b102bee77462c" /><Relationship Type="http://schemas.openxmlformats.org/officeDocument/2006/relationships/extended-properties" Target="/docProps/app.xml" Id="R7269a63eb04e40c6" /><Relationship Type="http://schemas.openxmlformats.org/officeDocument/2006/relationships/officeDocument" Target="/ppt/presentation.xml" Id="R530875455c2f43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07279d48304c16"/>
  </p:sldMasterIdLst>
  <p:notesMasterIdLst>
    <p:notesMasterId xmlns:r="http://schemas.openxmlformats.org/officeDocument/2006/relationships" r:id="Rd61d7b2fd7fa4709"/>
  </p:notesMasterIdLst>
  <p:sldIdLst>
    <p:sldId xmlns:r="http://schemas.openxmlformats.org/officeDocument/2006/relationships" id="256" r:id="Re231c43fe67840fc"/>
    <p:sldId xmlns:r="http://schemas.openxmlformats.org/officeDocument/2006/relationships" id="257" r:id="R9fcbff6ccc0a4915"/>
    <p:sldId xmlns:r="http://schemas.openxmlformats.org/officeDocument/2006/relationships" id="258" r:id="R151b910dc5914907"/>
    <p:sldId xmlns:r="http://schemas.openxmlformats.org/officeDocument/2006/relationships" id="259" r:id="R6ae1e11fa1a24c5b"/>
    <p:sldId xmlns:r="http://schemas.openxmlformats.org/officeDocument/2006/relationships" id="260" r:id="R8b24e8a21b9940ca"/>
    <p:sldId xmlns:r="http://schemas.openxmlformats.org/officeDocument/2006/relationships" id="261" r:id="Rdba04936de9a41e1"/>
    <p:sldId xmlns:r="http://schemas.openxmlformats.org/officeDocument/2006/relationships" id="262" r:id="Rb47afef4ee944606"/>
    <p:sldId xmlns:r="http://schemas.openxmlformats.org/officeDocument/2006/relationships" id="263" r:id="R0746496201a44b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413544f07946e3" /><Relationship Type="http://schemas.openxmlformats.org/officeDocument/2006/relationships/slideMaster" Target="/ppt/slideMasters/slideMaster1.xml" Id="R4407279d48304c16" /><Relationship Type="http://schemas.openxmlformats.org/officeDocument/2006/relationships/notesMaster" Target="/ppt/notesMasters/notesMaster1.xml" Id="Rd61d7b2fd7fa4709" /><Relationship Type="http://schemas.openxmlformats.org/officeDocument/2006/relationships/presProps" Target="/ppt/presProps.xml" Id="R192b155e964c46bf" /><Relationship Type="http://schemas.openxmlformats.org/officeDocument/2006/relationships/tableStyles" Target="/ppt/tableStyles.xml" Id="R0f10bed5a0d34752" /><Relationship Type="http://schemas.openxmlformats.org/officeDocument/2006/relationships/slide" Target="/ppt/slides/slide1.xml" Id="Re231c43fe67840fc" /><Relationship Type="http://schemas.openxmlformats.org/officeDocument/2006/relationships/slide" Target="/ppt/slides/slide2.xml" Id="R9fcbff6ccc0a4915" /><Relationship Type="http://schemas.openxmlformats.org/officeDocument/2006/relationships/slide" Target="/ppt/slides/slide3.xml" Id="R151b910dc5914907" /><Relationship Type="http://schemas.openxmlformats.org/officeDocument/2006/relationships/slide" Target="/ppt/slides/slide4.xml" Id="R6ae1e11fa1a24c5b" /><Relationship Type="http://schemas.openxmlformats.org/officeDocument/2006/relationships/slide" Target="/ppt/slides/slide5.xml" Id="R8b24e8a21b9940ca" /><Relationship Type="http://schemas.openxmlformats.org/officeDocument/2006/relationships/slide" Target="/ppt/slides/slide6.xml" Id="Rdba04936de9a41e1" /><Relationship Type="http://schemas.openxmlformats.org/officeDocument/2006/relationships/slide" Target="/ppt/slides/slide7.xml" Id="Rb47afef4ee944606" /><Relationship Type="http://schemas.openxmlformats.org/officeDocument/2006/relationships/slide" Target="/ppt/slides/slide8.xml" Id="R0746496201a44b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dc0e14bba441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eff0e96834eec" /><Relationship Type="http://schemas.openxmlformats.org/officeDocument/2006/relationships/notesMaster" Target="/ppt/notesMasters/notesMaster1.xml" Id="Rd9284a7d95ec4f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8e956286ad48d1" /><Relationship Type="http://schemas.openxmlformats.org/officeDocument/2006/relationships/notesMaster" Target="/ppt/notesMasters/notesMaster1.xml" Id="R6eab62cb394844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a985c4ef4c4613" /><Relationship Type="http://schemas.openxmlformats.org/officeDocument/2006/relationships/notesMaster" Target="/ppt/notesMasters/notesMaster1.xml" Id="R76b8bd9cc8a246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8b856790ef4870" /><Relationship Type="http://schemas.openxmlformats.org/officeDocument/2006/relationships/notesMaster" Target="/ppt/notesMasters/notesMaster1.xml" Id="R569d71f9afe544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44d1d37441499c" /><Relationship Type="http://schemas.openxmlformats.org/officeDocument/2006/relationships/notesMaster" Target="/ppt/notesMasters/notesMaster1.xml" Id="R470c5df938004b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5e6c1a5fa4087" /><Relationship Type="http://schemas.openxmlformats.org/officeDocument/2006/relationships/notesMaster" Target="/ppt/notesMasters/notesMaster1.xml" Id="R3274642eaba842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95674a1ee64033" /><Relationship Type="http://schemas.openxmlformats.org/officeDocument/2006/relationships/notesMaster" Target="/ppt/notesMasters/notesMaster1.xml" Id="R4749a64b475746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1bfa0f653b4229" /><Relationship Type="http://schemas.openxmlformats.org/officeDocument/2006/relationships/notesMaster" Target="/ppt/notesMasters/notesMaster1.xml" Id="R6e1cceb0d3f54b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f6dafc94d4c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fe5541109c4df7" /><Relationship Type="http://schemas.openxmlformats.org/officeDocument/2006/relationships/slideLayout" Target="/ppt/slideLayouts/slideLayout1.xml" Id="Ra171274354ef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71274354ef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38b699d884fd0" /><Relationship Type="http://schemas.openxmlformats.org/officeDocument/2006/relationships/image" Target="/ppt/media/image.png" Id="R63b4100c2d494bf1" /><Relationship Type="http://schemas.openxmlformats.org/officeDocument/2006/relationships/image" Target="/ppt/media/image.svg" Id="R33e2776cfc7b44fc" /><Relationship Type="http://schemas.openxmlformats.org/officeDocument/2006/relationships/notesSlide" Target="/ppt/notesSlides/notesSlide1.xml" Id="R623f81539de646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2181edf2a451c" /><Relationship Type="http://schemas.openxmlformats.org/officeDocument/2006/relationships/notesSlide" Target="/ppt/notesSlides/notesSlide2.xml" Id="Rab85326137bf4c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9a71bbf534713" /><Relationship Type="http://schemas.openxmlformats.org/officeDocument/2006/relationships/image" Target="/ppt/media/image2.png" Id="R892ad963a13b47cf" /><Relationship Type="http://schemas.openxmlformats.org/officeDocument/2006/relationships/image" Target="/ppt/media/image2.svg" Id="Rd92ff4c4bb8b4c6a" /><Relationship Type="http://schemas.openxmlformats.org/officeDocument/2006/relationships/notesSlide" Target="/ppt/notesSlides/notesSlide3.xml" Id="R5e90b17a82de44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ec0ecb6d54e4d" /><Relationship Type="http://schemas.openxmlformats.org/officeDocument/2006/relationships/notesSlide" Target="/ppt/notesSlides/notesSlide4.xml" Id="R55f98625c06b4b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45f2d00c84d14" /><Relationship Type="http://schemas.openxmlformats.org/officeDocument/2006/relationships/notesSlide" Target="/ppt/notesSlides/notesSlide5.xml" Id="Ra3e8432e50eb4a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24de05f1a4ff6" /><Relationship Type="http://schemas.openxmlformats.org/officeDocument/2006/relationships/notesSlide" Target="/ppt/notesSlides/notesSlide6.xml" Id="R4b40b0a20ded4a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1508440b14e0f" /><Relationship Type="http://schemas.openxmlformats.org/officeDocument/2006/relationships/image" Target="/ppt/media/image3.png" Id="R9946c8c43d884186" /><Relationship Type="http://schemas.openxmlformats.org/officeDocument/2006/relationships/image" Target="/ppt/media/image3.svg" Id="Rf04a68d52b044079" /><Relationship Type="http://schemas.openxmlformats.org/officeDocument/2006/relationships/notesSlide" Target="/ppt/notesSlides/notesSlide7.xml" Id="R4229ef0db6c84b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2d1b5a0bd4275" /><Relationship Type="http://schemas.openxmlformats.org/officeDocument/2006/relationships/notesSlide" Target="/ppt/notesSlides/notesSlide8.xml" Id="R5b618293f8f849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B46A12-1AF1-424E-B24B-70CB23A2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62573-DBD2-4C49-9982-9335CF84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A6580-338F-4882-81F4-DAC4690F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12629-09F7-418B-A1FE-43392BC0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17E6A-D3CB-455C-9BBF-9F3EF0D5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2422D-F347-433B-99FC-0F08A0E5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8690D-537D-439A-867F-4D1A028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Data Dashboard Mirage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494A0-2E60-4226-9E87-44D9D9C2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4100c2d494bf1">
            <a:extLst>
              <a:ext uri="{96DAC541-7B7A-43D3-8B79-37D633B846F1}">
                <asvg:svgBlip xmlns:asvg="http://schemas.microsoft.com/office/drawing/2016/SVG/main" r:embed="R33e2776cfc7b44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3A245-AAED-4056-8223-7F3709B5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63A92-24C3-4270-9144-1E986D1C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40EC7-CC72-4212-8372-3BCAF97D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C27C9-5B29-4D80-9B8C-184129A7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Dashboards do not simply show data; they prioritize,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compress, and narrate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CC4E5-B1AE-4791-B2F1-68B5FE47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5A8A8-FCB3-4D2F-B0C6-C686E89C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9B2B5-9DCC-46CF-A178-9AE10272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E5E17-192C-4A8E-96AD-F7E1C67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9717451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6A315-FA41-44DB-B9D6-0968447E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FD435-0334-4AE3-ACA8-FB80E309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7C393-72C5-4E96-BBF9-0D89488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AB262-463A-4D5B-BE8A-F7C2319F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C941C-94F7-426E-9517-E70E3E8C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1760E-F50B-4898-9B2A-54B99F77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C082D-2FCE-4F5A-ADF6-EF79E888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48555-9C7B-44B4-A5E6-90E4460D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15F6A-957B-40DB-BDCD-AB9C6823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CBD56-4E38-4FFA-814A-513663B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3C8BB-0E91-4C56-B4F7-B9ADD5FD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606C8-BF34-4052-A0F0-287EABD2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examine how dashboard design turns data into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 claim.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Dashboards do not simply show data; they prioritize,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compress, and narrate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00C38-03AA-421C-A6F4-DA905B05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F6A1F-C8F3-472C-88A1-EB7B3094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CDE00-D45E-4890-B7D7-1B3D6496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EA3D4-7040-4D2E-91F3-EBD2D9DA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mock dashboards using the same fictional dataset.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Dashboard audit checklist.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Dashboard audit checklist: title, color, scale,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missing context, default ordering, highlighted number.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Redesign template for a more transparent dashboard.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B153C-0342-4AC1-B5E7-AC1E578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025676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07BEE-0231-4C45-8EF5-58502123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4470A-CED8-463E-9B4D-094537AC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0299D-E1B1-4FC7-9006-EC6E43FF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1F3CD-CC38-421F-961E-75329FE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03ABD-A7C0-4866-B304-42930C44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660F9-F334-4A48-8801-9218D626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A6B80-21D4-4925-A77A-0B0BA17C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886DF-7E2A-40D3-B380-33043B9D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ad963a13b47cf">
            <a:extLst>
              <a:ext uri="{96DAC541-7B7A-43D3-8B79-37D633B846F1}">
                <asvg:svgBlip xmlns:asvg="http://schemas.microsoft.com/office/drawing/2016/SVG/main" r:embed="Rd92ff4c4bb8b4c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EC76B-FB3E-416F-A522-095A14AA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E7344-2842-4CA7-8701-5B704A80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1A798-D650-4129-9DB4-C573F29F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10C6-83BD-493A-84BA-3F75216D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Data Dashboard Mirage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Dashboard A highlights falling late arrivals in green;...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Data Dashboard Mirage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Dashboard A ranks classes by average score; Dashboard B...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D805F-5755-4815-897E-F2A84CB9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EF36E-FE96-4B20-ABD5-F437F3A9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22C4C-0BA8-4024-9C24-6A322957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D040B-0804-465B-BCAB-79ED2642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Data Dashboard Mirage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Data Dashboard Mirage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6267285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FDC163-3918-4660-A2A3-5E984418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CD555-070D-4026-9969-1B268372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F09B1-C4A4-4D89-B033-D91CF4B5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CEF45-3DD2-499C-A4C7-35D9D91F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AC0EC-4E5E-4571-B251-F90C6EF5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807C7-D746-4769-990F-A23F85CD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18B2E-DF72-48AF-A7EE-9B12CEA3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CB058-6084-4EE7-AEF2-4D34534E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2B99C-023C-4A01-8477-FDF30369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A2F38-12E9-4DB5-AFDF-416BBBB4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F39B7-936A-4530-881E-E9957C82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039A3-B604-4341-B24F-9DFFB3DE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students two dashboards with the same underlying data but different layouts.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identify the story each dashboard seems to tell.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trace which design choices create that impression.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redesign one dashboard for greater transparency.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interfaces shape what users think they know.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5A812-9709-4CE6-9194-D87D2365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14474396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8CB048-FE5E-4C3C-9931-6951E2D7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1C574-70FF-461F-9964-C0C39D11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9E21E-A213-42E8-8BC3-58F419AB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5F055-230F-4D27-AA89-2E52251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FA272-AFC2-4427-8348-577751A4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331CB-9A69-4047-9A25-5C71A865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C54A0-1D8C-4888-AE29-B2FE5CF8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47F83-630C-4910-A21B-CAD37C36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FB64B-B082-4F3E-824E-7EFE7F45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15CB8-CDE4-48E4-935D-BA426C6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F972B-BEF9-4524-9B27-638FC5FC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E1D8E-7A94-4A6E-A4EC-270E5E73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32575-40C3-4BF9-B995-35B068C2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56CE5-86E5-4A2F-9911-9B0277B6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BB3E3-B261-44AB-B0F4-52BEF97C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A5274-34EE-43FA-879E-C7B5D700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1F054-9E0C-4B49-95A4-D7B10703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ACDA5-F1B4-4A15-B564-93F85944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57CE0-D4AB-439E-B026-2181C378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6072D-70FF-4DA7-AD26-00168240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06F1B-16B8-4C5E-B33D-CF23EE03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37FFA-D08A-44AB-8DC7-0C3ABC16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5545E-D804-463A-8D45-1DAE77D9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4CCF3-B76F-4A6C-8ECC-5DF0A51C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8122A-B1AE-4AA3-8D7F-7F8CA85F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366A78-B55B-49B2-AF10-0414C79B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76314-8A96-4CD1-8BB7-B18A2925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94D642-DB8F-4130-9441-D428C732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8888006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B65B1-3152-461B-ACAB-A4402C87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F45F7-42F9-4FE8-9FC5-0635F543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8C0EF-F01F-4A85-A308-DCBC2537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527D4-9906-48AF-B728-329FB24C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A9F4C-D163-4F30-974E-66E0D655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BD760-44CA-4051-95ED-0486134C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8E752-3541-475D-8B01-41E05214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F7A47-2893-4F46-92F9-AA41C75D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1FBAD-7773-4039-8F86-011000D9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693CD-29E3-4B43-9D49-D252AB1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2558A-B9F5-4458-A136-1676D0B3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D986E-932A-4580-B636-31C0C48C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does data visualization become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argument?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dashboard be accurate and still misleading?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should designers owe users who rely on visualized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data?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BC1D0-7F2C-43E3-AAF2-94A27E28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69668-E2BC-41BD-94C9-EB414BC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2C9E7-41B7-4D3C-A825-01B0B6E0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C0E7E-5063-4FAE-A604-FA421F57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data visualization become argument?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interfaces shape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 technological representation responsible?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496E9-4230-4039-AD27-070C61D9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5503465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37DA6-0F6C-4980-A910-F2692589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EF723-692A-43DC-99A4-E98F40EE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9BFD2-A328-43B2-98A7-C93684F3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F9FA-E11F-49B8-9986-948D44DD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92C20-1ADF-42B4-80B9-FAA35BEE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E7CC0-9EC3-4A73-A5EC-1438B2AF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68479-E1FB-4EA7-8328-565C4DB2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38454-F431-4A16-9242-7B86E8C5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5F19A-E2A4-4A4D-AC5A-99808C9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DEC57-C4FE-4985-9B4A-167A525E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CD318-A293-4D66-BA21-845E9FD9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9FD3C-CA38-4748-9F56-3F7F8C4C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green metric made the school look successful even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though absences were rising.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Both dashboards were accurate, but each made a different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issue feel urgent.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0C3A6-F861-423C-A7E4-D8610DAB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54029-A051-46A3-A8AC-CEC08562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4646C-F9EE-4FB6-B68A-7A7B3B9C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9E7A2-C8D1-4C8D-B429-D14D9651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redesign a school dashboard for students,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parents, and teachers separately.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dashboard design to public health, climate,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finance communication.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6c8c43d884186">
            <a:extLst>
              <a:ext uri="{96DAC541-7B7A-43D3-8B79-37D633B846F1}">
                <asvg:svgBlip xmlns:asvg="http://schemas.microsoft.com/office/drawing/2016/SVG/main" r:embed="Rf04a68d52b0440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989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265EDA-A4B5-4A1C-BCC3-47FD2876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DF313-B3B4-4375-9996-3F51C675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E98DE-725A-4C3A-9DF4-DB01494E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B0304-9E2D-43C0-A6CA-5994FA90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49640-50E5-480B-97DF-B0E6D7F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27210-5C8D-4D2B-87E3-C344F428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FFFF5-3A1D-429D-908F-691CF25F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48C27-A80C-44F7-ABAD-976F1FC2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BF057-D008-4A80-8D9D-76C0A358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0C150-E84D-4559-A090-1A012DF4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157BA-6A85-427A-9148-57B91BD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D3B29-EF35-43B5-A724-B6E95D93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dashboard screenshots using the same data with different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visual emphasis.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8FDBA-BAFE-4E06-8082-146DE50E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5DA19-7632-4B22-ACA4-725352F4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D6898-AB09-4A91-880E-60F3F1CF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180D7-6BCA-4DB0-9AA0-BE0E3EB1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28CE3-973F-4F12-930E-E608A326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7B9DD-3259-4462-A4EB-D563446F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7E2D4-66A1-4C0B-AE82-8F7487D9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170AF-9F92-4295-8D18-218CBC4A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Graph Caption Framing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Algorithmic Feed Simulation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Measurement Changes Phenomenon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9A754-6441-4C64-A23F-11D0219C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377169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2026-06-20T10:31:40.6880000Z</dcterms:created>
  <dcterms:modified xsi:type="dcterms:W3CDTF">2026-06-20T10:31:40.6880000Z</dcterms:modified>
</coreProperties>
</file>