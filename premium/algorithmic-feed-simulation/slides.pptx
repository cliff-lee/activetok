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3abcc06c3a4bf7" /><Relationship Type="http://schemas.openxmlformats.org/officeDocument/2006/relationships/extended-properties" Target="/docProps/app.xml" Id="Ra61276952ec747ab" /><Relationship Type="http://schemas.openxmlformats.org/officeDocument/2006/relationships/officeDocument" Target="/ppt/presentation.xml" Id="R175de72e984142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8f76dd02b54e7f"/>
  </p:sldMasterIdLst>
  <p:notesMasterIdLst>
    <p:notesMasterId xmlns:r="http://schemas.openxmlformats.org/officeDocument/2006/relationships" r:id="Ra5d243f933394a09"/>
  </p:notesMasterIdLst>
  <p:sldIdLst>
    <p:sldId xmlns:r="http://schemas.openxmlformats.org/officeDocument/2006/relationships" id="256" r:id="R83c04c8327614617"/>
    <p:sldId xmlns:r="http://schemas.openxmlformats.org/officeDocument/2006/relationships" id="257" r:id="R5db012dd143a4703"/>
    <p:sldId xmlns:r="http://schemas.openxmlformats.org/officeDocument/2006/relationships" id="258" r:id="R91c9da5f6d1f4cea"/>
    <p:sldId xmlns:r="http://schemas.openxmlformats.org/officeDocument/2006/relationships" id="259" r:id="Rfd32661470674c0c"/>
    <p:sldId xmlns:r="http://schemas.openxmlformats.org/officeDocument/2006/relationships" id="260" r:id="R95edbb14c0074589"/>
    <p:sldId xmlns:r="http://schemas.openxmlformats.org/officeDocument/2006/relationships" id="261" r:id="Rf9cc7f3a74b04ef4"/>
    <p:sldId xmlns:r="http://schemas.openxmlformats.org/officeDocument/2006/relationships" id="262" r:id="R6cad9eb1b0634379"/>
    <p:sldId xmlns:r="http://schemas.openxmlformats.org/officeDocument/2006/relationships" id="263" r:id="Rda8fc3bfaea54c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b5e9970577462f" /><Relationship Type="http://schemas.openxmlformats.org/officeDocument/2006/relationships/slideMaster" Target="/ppt/slideMasters/slideMaster1.xml" Id="Rde8f76dd02b54e7f" /><Relationship Type="http://schemas.openxmlformats.org/officeDocument/2006/relationships/notesMaster" Target="/ppt/notesMasters/notesMaster1.xml" Id="Ra5d243f933394a09" /><Relationship Type="http://schemas.openxmlformats.org/officeDocument/2006/relationships/presProps" Target="/ppt/presProps.xml" Id="R2363082b9e514806" /><Relationship Type="http://schemas.openxmlformats.org/officeDocument/2006/relationships/tableStyles" Target="/ppt/tableStyles.xml" Id="R07d04d5f9f6c4c58" /><Relationship Type="http://schemas.openxmlformats.org/officeDocument/2006/relationships/slide" Target="/ppt/slides/slide1.xml" Id="R83c04c8327614617" /><Relationship Type="http://schemas.openxmlformats.org/officeDocument/2006/relationships/slide" Target="/ppt/slides/slide2.xml" Id="R5db012dd143a4703" /><Relationship Type="http://schemas.openxmlformats.org/officeDocument/2006/relationships/slide" Target="/ppt/slides/slide3.xml" Id="R91c9da5f6d1f4cea" /><Relationship Type="http://schemas.openxmlformats.org/officeDocument/2006/relationships/slide" Target="/ppt/slides/slide4.xml" Id="Rfd32661470674c0c" /><Relationship Type="http://schemas.openxmlformats.org/officeDocument/2006/relationships/slide" Target="/ppt/slides/slide5.xml" Id="R95edbb14c0074589" /><Relationship Type="http://schemas.openxmlformats.org/officeDocument/2006/relationships/slide" Target="/ppt/slides/slide6.xml" Id="Rf9cc7f3a74b04ef4" /><Relationship Type="http://schemas.openxmlformats.org/officeDocument/2006/relationships/slide" Target="/ppt/slides/slide7.xml" Id="R6cad9eb1b0634379" /><Relationship Type="http://schemas.openxmlformats.org/officeDocument/2006/relationships/slide" Target="/ppt/slides/slide8.xml" Id="Rda8fc3bfaea54c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e487dff4844b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83068b1e4e4230" /><Relationship Type="http://schemas.openxmlformats.org/officeDocument/2006/relationships/notesMaster" Target="/ppt/notesMasters/notesMaster1.xml" Id="R644d53ef6f874a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16f6097ed14462" /><Relationship Type="http://schemas.openxmlformats.org/officeDocument/2006/relationships/notesMaster" Target="/ppt/notesMasters/notesMaster1.xml" Id="Rb14257d2d8fb4e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3ef1c75465495f" /><Relationship Type="http://schemas.openxmlformats.org/officeDocument/2006/relationships/notesMaster" Target="/ppt/notesMasters/notesMaster1.xml" Id="R99719d64bbdb4b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695e9e7a354a6c" /><Relationship Type="http://schemas.openxmlformats.org/officeDocument/2006/relationships/notesMaster" Target="/ppt/notesMasters/notesMaster1.xml" Id="R3c4fa926e0bb41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9e1844217d414f" /><Relationship Type="http://schemas.openxmlformats.org/officeDocument/2006/relationships/notesMaster" Target="/ppt/notesMasters/notesMaster1.xml" Id="R1ea28d126de643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2d5cb0380441df" /><Relationship Type="http://schemas.openxmlformats.org/officeDocument/2006/relationships/notesMaster" Target="/ppt/notesMasters/notesMaster1.xml" Id="Reb44b7bdd1484b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8dc01b74064fa7" /><Relationship Type="http://schemas.openxmlformats.org/officeDocument/2006/relationships/notesMaster" Target="/ppt/notesMasters/notesMaster1.xml" Id="R13eb73a6c4db4f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4b4b0bf2854650" /><Relationship Type="http://schemas.openxmlformats.org/officeDocument/2006/relationships/notesMaster" Target="/ppt/notesMasters/notesMaster1.xml" Id="R4f3fe5da7c9841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412de2ca041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d76261f8244623" /><Relationship Type="http://schemas.openxmlformats.org/officeDocument/2006/relationships/slideLayout" Target="/ppt/slideLayouts/slideLayout1.xml" Id="Rf24dd9e97f55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4dd9e97f55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bdd72681e4bc3" /><Relationship Type="http://schemas.openxmlformats.org/officeDocument/2006/relationships/image" Target="/ppt/media/image.png" Id="Ra554efa35a6342e7" /><Relationship Type="http://schemas.openxmlformats.org/officeDocument/2006/relationships/image" Target="/ppt/media/image.svg" Id="Rde166318c35c4c52" /><Relationship Type="http://schemas.openxmlformats.org/officeDocument/2006/relationships/notesSlide" Target="/ppt/notesSlides/notesSlide1.xml" Id="Ra3b6e134727841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da197bfcd4485" /><Relationship Type="http://schemas.openxmlformats.org/officeDocument/2006/relationships/notesSlide" Target="/ppt/notesSlides/notesSlide2.xml" Id="R6f8d66ca0b8347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f1170d258426f" /><Relationship Type="http://schemas.openxmlformats.org/officeDocument/2006/relationships/image" Target="/ppt/media/image2.png" Id="Rd208d0e2dc07444b" /><Relationship Type="http://schemas.openxmlformats.org/officeDocument/2006/relationships/image" Target="/ppt/media/image2.svg" Id="R8b27dc2503fa4dbe" /><Relationship Type="http://schemas.openxmlformats.org/officeDocument/2006/relationships/notesSlide" Target="/ppt/notesSlides/notesSlide3.xml" Id="Rb96933fd679144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d9ce204da4f84" /><Relationship Type="http://schemas.openxmlformats.org/officeDocument/2006/relationships/notesSlide" Target="/ppt/notesSlides/notesSlide4.xml" Id="Rb6657edbd2c04f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823a220784b90" /><Relationship Type="http://schemas.openxmlformats.org/officeDocument/2006/relationships/notesSlide" Target="/ppt/notesSlides/notesSlide5.xml" Id="R0ca35b2efd1a4f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9c76aeee34223" /><Relationship Type="http://schemas.openxmlformats.org/officeDocument/2006/relationships/notesSlide" Target="/ppt/notesSlides/notesSlide6.xml" Id="R0cf4625c9b8e4e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369ea74b64f5e" /><Relationship Type="http://schemas.openxmlformats.org/officeDocument/2006/relationships/image" Target="/ppt/media/image3.png" Id="R829645335cba4b8e" /><Relationship Type="http://schemas.openxmlformats.org/officeDocument/2006/relationships/image" Target="/ppt/media/image3.svg" Id="Rc0f1510ab3b647e5" /><Relationship Type="http://schemas.openxmlformats.org/officeDocument/2006/relationships/notesSlide" Target="/ppt/notesSlides/notesSlide7.xml" Id="R35a57ca8f55642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f1a632b674fd4" /><Relationship Type="http://schemas.openxmlformats.org/officeDocument/2006/relationships/notesSlide" Target="/ppt/notesSlides/notesSlide8.xml" Id="Rf70a92041f70473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BFE4A-AEDB-4972-9ABB-067F283C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DEAA7-8E8C-4D0C-AEDE-13E26ABA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8A3CC-A3D3-4068-9F96-3AFB543C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F1575-12C2-4891-BB9F-DD7D18A7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5B62F-94A7-4985-B929-4F1FC2A6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29218-4248-4952-AF3E-2418B5AB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30905-64EB-404E-A734-4F0B6CFE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Algorithmic Feed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E72BD-F9F3-4633-B500-4789D86F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4efa35a6342e7">
            <a:extLst>
              <a:ext uri="{96DAC541-7B7A-43D3-8B79-37D633B846F1}">
                <asvg:svgBlip xmlns:asvg="http://schemas.microsoft.com/office/drawing/2016/SVG/main" r:embed="Rde166318c35c4c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401D2-BBF5-4832-8D87-39A39F9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121B2-D608-43F9-807A-C54BBE58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96823-1590-4CF2-AC4C-C0D975DA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AA281-5851-4F5B-94B7-385DEA08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feed is a knowledge filter.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28FD0-98D4-4529-B55B-9FC74FFF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3946B-2FF2-4586-92F8-2A9C80BA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6C2FD-1B64-4705-B85C-0E7E7C6A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045D1-55FD-4FB9-A90F-BA23B3BF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4175935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B6FF69-6850-4781-A4C7-BDB4DE72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0AB41-6961-4ABA-A463-588DF3E6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6251B-D15C-48BF-BF2F-3B67B21F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70177-BD38-4443-9EDD-3D474DE1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1889A-3792-43C6-B88D-71E0DB8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4F316-64F1-49C4-B208-C13FC926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CDE34-5C8A-4A0F-9501-CEC3627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265C9-634F-4E50-AD49-A94D3140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AEDB8-0DDC-48AD-A69B-C1845C51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8792B-9852-427B-A783-B9A91460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EFE67-856A-4023-994C-B459A6BD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2938D-1671-46B1-96B2-6F2C13B6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experience how personalisation filters knowledge.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feed is a knowledge filter.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2E32E-14F8-4E22-927A-D398678E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38EA3-5F20-44FB-9046-6BFC747B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44C99-B523-4C0D-B952-0FFE0B74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0B2FA-F80A-4398-AA76-EECB9ABA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30-40 content cards: science, news, memes, sport,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celebrity, adverts, revision tips, conspiracy claims,...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AB7B2-880D-4B54-9F8B-70FC2ECB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0439962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4EF8A-05DC-432A-887D-6C1FC932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5B85A-21CE-4B87-9692-8154C553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06F5D-900C-4F1B-9B8C-42DF0A30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6D127-AF6A-4B19-B5A0-120AAE60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A7FED-7EAA-4055-8038-73104ADA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56E27-AA1C-44A8-B2F1-40506A75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2148D-245A-49D4-84E5-4F7BDD66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B324D-EEB4-4524-9FD8-7900DD6E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8d0e2dc07444b">
            <a:extLst>
              <a:ext uri="{96DAC541-7B7A-43D3-8B79-37D633B846F1}">
                <asvg:svgBlip xmlns:asvg="http://schemas.microsoft.com/office/drawing/2016/SVG/main" r:embed="R8b27dc2503fa4d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D7AE6-2CA2-4BEB-A5A8-C259C81F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AFBB7-5418-46E5-B286-4F4D8DCF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63A03-F116-4FFB-B1DC-48EE809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B7C8E-70C1-444B-B0D4-EB7985E3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Algorithmic Feed Simulation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Paper post cards ranked by engagement,...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Algorithmic Feed Simulation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 feed that changes after each student 'likes'...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E3E63-2F43-4667-9799-006C9947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392D3-03E8-4CF3-B7B5-0B101E72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57A3E-6AEA-4248-8DCF-0F307B3E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43BDD-614E-4F6E-BB2F-B72142B9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Algorithmic Feed Simulation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Algorithmic Feed Simulation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8992174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AF8319-2A12-4AAF-AA71-C7372053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7F7D1-B73D-4BFB-B58F-D0F73983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CC5B4-600B-483F-AD97-8206CE3B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50F30-A4FB-424A-8214-F4069E93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F1C72-2655-47BF-A099-AC3EE0FD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F2244-904E-45D9-AD5D-F224BCBB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505F4-0528-4DF6-81F7-FCC6DD7C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71BEA-EDD9-46D0-8651-706D23AB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83139-1F58-4961-838B-1C682F6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49FBB-E17B-45BD-91B4-00D5F45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AE75C-FE05-4578-84E0-71ABC91E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C4BD7-06E0-47D1-AE41-52A69CB1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Students secretly choose five cards they would click.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 teacher acts as the algorithm and gives each student more cards similar to their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choices.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Repeat for three rounds.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compare how different feeds became over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1D0A1-31F0-452F-9A0B-CEDA126F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13537512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B19104-CB68-442E-B9E9-9DC84F95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F8F50-9F01-4B0A-AFE7-90A695FF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871BB-244B-4D35-B2DA-2C1A9BE9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6FDFE-735D-483F-AE83-C17D2DF0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3B3F2-CB88-42B2-A2A4-1159C74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6BC0A-8318-4AE5-AA66-F1EE2FAE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6A5D7-B5FB-4624-9E1B-BC4395A4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89EE2-C854-43B2-A07E-EF22686B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52FF4-EA32-474B-BD16-1F23C374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D49E6-D577-4A49-9C0E-FE00FF4D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00740-2042-4128-9754-B775F003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54CD2-51C5-479B-8B1D-17BDDF4E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AD1D1-5A24-42FB-AC83-6A61D1F4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E48E9-7CA0-4C81-B754-78CF7A4C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4F1F8-EA9A-48AB-8988-7A0DCB62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1F41E-ABB4-4752-AB16-60125ED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96C66-1456-4CB9-8DA3-387BF1A7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8D46A-88DA-4B46-99B1-2FAFF557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6D54D-6DF3-4478-B6B6-16E1448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C310B-3987-4AB0-8916-B1489ECF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BF572-0242-4DF9-93C8-E19BA0B3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DE631-FE95-4FE8-865F-544CDBEE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6C682-4DC8-4FFB-86A1-B907DF7B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8A7FD-E507-4B3C-98CB-4F9AFF31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3996CB-ECBA-4326-AA27-7B83BFB5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8D6C3-8E86-4BF5-AAAA-B26A4519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5CC47-CAD2-42A4-AE73-503A83A4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B427A-4BC6-443E-B267-8D6EB286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1821703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A81C47-D672-49C2-BDDF-F3F9C227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D30DC-8A4E-4568-A2E2-EAB6035F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6C343-E961-4719-8029-5B523A13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1B6C2-970D-42F9-AD6E-74E426CE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999C6-8069-49DC-A0AC-DFC0D42C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6804C-1E5A-4679-858F-3FC31699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5D90A-3628-405E-BECD-0758C77A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B790A-07D9-4AC9-81B7-554A6441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ACFDC-DF8F-445F-A1BA-F5AED422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D19BE-414C-4292-9B14-8A240ABC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FE859-D211-4F40-8D17-F35DBF1D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DE543-FE5C-4DB8-B74C-792442BD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 algorithms expand knowledge or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narrow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a personalised feed a window, a mirror or a cage?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is responsible for algorithmic bias: user, designer,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company or society?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F538D-75D2-4834-AEE9-A79735CD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C06F2-9951-4669-8506-0586425A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7E7E2-6014-4202-A73B-A0D89452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B386C-02A3-4808-85AA-E32D14C6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 algorithms expand knowledge or narrow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a personalised feed a window, a mirror or a cage?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is responsible for algorithmic bias: user, designer,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company or society?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F8D26-C296-43CC-8E21-D575D5E0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6278819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DDDCC4-EF29-4F6B-99AA-DE7E5A9A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BFA5F-183C-4629-8604-DD29AAD5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55B20-823D-4D56-A392-268C878A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9DBFF-9DC6-4FD7-821E-6F6EA1AC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D6C83-88C6-452E-AC32-940392D4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CBF5B-DF79-447E-8D14-CA531C23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9AC50-25AB-4A5B-867C-829ED047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BF075-FFBF-4D1D-AD4C-4DA559E9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BA133-DCD9-4290-A3CD-B31359B7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AA3BF-8DA5-4FCF-B6B2-AC6FEB83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ED2C2-C217-46B9-8F09-47B3890D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0381C-313B-4044-B0EF-EB2D3582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Algorithmic Feed Simulation: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31944-7B2A-4F8D-82A5-994CB763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9CEEE-D597-41EA-A05B-830A1EFB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F7928-CF1E-4F5E-83D7-3719403E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11DD9-151B-4937-AA6E-67B7A561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645335cba4b8e">
            <a:extLst>
              <a:ext uri="{96DAC541-7B7A-43D3-8B79-37D633B846F1}">
                <asvg:svgBlip xmlns:asvg="http://schemas.microsoft.com/office/drawing/2016/SVG/main" r:embed="Rc0f1510ab3b647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343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F5A5B-67DB-4839-AD30-74570E10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000F4-030C-4C7C-A23E-C826E856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8FCAB-D250-401E-8E38-1C15E9EC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C8E64-111F-4E5D-93D8-98F7C1DD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D1CDA-A0F1-48C6-91FD-6C65D05A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2260F-D3BD-4918-8308-2B001D35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6E781-32D5-423C-B8FD-8A59E35F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4EE14-6525-4118-8C87-B8B8B8CF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8C676-34A6-4E8B-A85E-9BE0488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471B6-D72D-4134-9F3A-642538F3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192A2-7937-4CD9-BFB5-D9C4F279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3B164-45B5-4D26-B85F-4F280AB8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simulated feed showing repeated recommendations.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50A0C-13FC-4BB0-A75C-7C6D7A29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156F3-2C8C-49D2-92EC-6D6B4D8D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7D794-49A1-4E48-A569-4243558D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3A1C6-CFF5-4855-829B-B5BF1AD9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47A66-BF54-4210-B1CA-13781623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4C770-5B39-4A99-B6B3-1C6CC1DD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B8115-8866-4FA4-9004-BB482238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9A298-AA43-4E49-8F52-DBF6328F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Search Engine Ranking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AI Hallucination Courtroom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Deepfake Detection 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89E56-52A0-4C6D-A5C6-4145E7FC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066036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2026-06-20T10:31:34.3840000Z</dcterms:created>
  <dcterms:modified xsi:type="dcterms:W3CDTF">2026-06-20T10:31:34.3840000Z</dcterms:modified>
</coreProperties>
</file>