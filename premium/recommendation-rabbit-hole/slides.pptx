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603a7331c4494b" /><Relationship Type="http://schemas.openxmlformats.org/officeDocument/2006/relationships/extended-properties" Target="/docProps/app.xml" Id="R8fda8094bbab4591" /><Relationship Type="http://schemas.openxmlformats.org/officeDocument/2006/relationships/officeDocument" Target="/ppt/presentation.xml" Id="Rd42391b51b5d43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644634c4264fa5"/>
  </p:sldMasterIdLst>
  <p:notesMasterIdLst>
    <p:notesMasterId xmlns:r="http://schemas.openxmlformats.org/officeDocument/2006/relationships" r:id="Re35f504ce44e4a72"/>
  </p:notesMasterIdLst>
  <p:sldIdLst>
    <p:sldId xmlns:r="http://schemas.openxmlformats.org/officeDocument/2006/relationships" id="256" r:id="Rfe695ac9b5084987"/>
    <p:sldId xmlns:r="http://schemas.openxmlformats.org/officeDocument/2006/relationships" id="257" r:id="R8a762a4d43204610"/>
    <p:sldId xmlns:r="http://schemas.openxmlformats.org/officeDocument/2006/relationships" id="258" r:id="R86a79d2bbdc54772"/>
    <p:sldId xmlns:r="http://schemas.openxmlformats.org/officeDocument/2006/relationships" id="259" r:id="R45a08fc19f6e4daf"/>
    <p:sldId xmlns:r="http://schemas.openxmlformats.org/officeDocument/2006/relationships" id="260" r:id="R8ce71bb684de40f7"/>
    <p:sldId xmlns:r="http://schemas.openxmlformats.org/officeDocument/2006/relationships" id="261" r:id="R5a3f1e2517694438"/>
    <p:sldId xmlns:r="http://schemas.openxmlformats.org/officeDocument/2006/relationships" id="262" r:id="Rfae2ace772d24047"/>
    <p:sldId xmlns:r="http://schemas.openxmlformats.org/officeDocument/2006/relationships" id="263" r:id="R2d9ad4c92e2f43c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e45a49815d45c6" /><Relationship Type="http://schemas.openxmlformats.org/officeDocument/2006/relationships/slideMaster" Target="/ppt/slideMasters/slideMaster1.xml" Id="R8d644634c4264fa5" /><Relationship Type="http://schemas.openxmlformats.org/officeDocument/2006/relationships/notesMaster" Target="/ppt/notesMasters/notesMaster1.xml" Id="Re35f504ce44e4a72" /><Relationship Type="http://schemas.openxmlformats.org/officeDocument/2006/relationships/presProps" Target="/ppt/presProps.xml" Id="R889845394c5c4567" /><Relationship Type="http://schemas.openxmlformats.org/officeDocument/2006/relationships/tableStyles" Target="/ppt/tableStyles.xml" Id="R98da0b72b76c4cc4" /><Relationship Type="http://schemas.openxmlformats.org/officeDocument/2006/relationships/slide" Target="/ppt/slides/slide1.xml" Id="Rfe695ac9b5084987" /><Relationship Type="http://schemas.openxmlformats.org/officeDocument/2006/relationships/slide" Target="/ppt/slides/slide2.xml" Id="R8a762a4d43204610" /><Relationship Type="http://schemas.openxmlformats.org/officeDocument/2006/relationships/slide" Target="/ppt/slides/slide3.xml" Id="R86a79d2bbdc54772" /><Relationship Type="http://schemas.openxmlformats.org/officeDocument/2006/relationships/slide" Target="/ppt/slides/slide4.xml" Id="R45a08fc19f6e4daf" /><Relationship Type="http://schemas.openxmlformats.org/officeDocument/2006/relationships/slide" Target="/ppt/slides/slide5.xml" Id="R8ce71bb684de40f7" /><Relationship Type="http://schemas.openxmlformats.org/officeDocument/2006/relationships/slide" Target="/ppt/slides/slide6.xml" Id="R5a3f1e2517694438" /><Relationship Type="http://schemas.openxmlformats.org/officeDocument/2006/relationships/slide" Target="/ppt/slides/slide7.xml" Id="Rfae2ace772d24047" /><Relationship Type="http://schemas.openxmlformats.org/officeDocument/2006/relationships/slide" Target="/ppt/slides/slide8.xml" Id="R2d9ad4c92e2f43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64ab8f376d45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ade545eff24b37" /><Relationship Type="http://schemas.openxmlformats.org/officeDocument/2006/relationships/notesMaster" Target="/ppt/notesMasters/notesMaster1.xml" Id="R2ffe67199caf4d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9e152a3abb427c" /><Relationship Type="http://schemas.openxmlformats.org/officeDocument/2006/relationships/notesMaster" Target="/ppt/notesMasters/notesMaster1.xml" Id="R55896d70d78149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b81d1823dc436c" /><Relationship Type="http://schemas.openxmlformats.org/officeDocument/2006/relationships/notesMaster" Target="/ppt/notesMasters/notesMaster1.xml" Id="R859b0a2e660949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6e2ef8e22e4ed0" /><Relationship Type="http://schemas.openxmlformats.org/officeDocument/2006/relationships/notesMaster" Target="/ppt/notesMasters/notesMaster1.xml" Id="Rde0adaff5a7e4e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2d2cbbdb894d96" /><Relationship Type="http://schemas.openxmlformats.org/officeDocument/2006/relationships/notesMaster" Target="/ppt/notesMasters/notesMaster1.xml" Id="R4b592ca2f0b149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e88d3b673a4f3c" /><Relationship Type="http://schemas.openxmlformats.org/officeDocument/2006/relationships/notesMaster" Target="/ppt/notesMasters/notesMaster1.xml" Id="R50743c69b5f14a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ca5f2aa0014677" /><Relationship Type="http://schemas.openxmlformats.org/officeDocument/2006/relationships/notesMaster" Target="/ppt/notesMasters/notesMaster1.xml" Id="R0534f854881240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93fc23557b4e08" /><Relationship Type="http://schemas.openxmlformats.org/officeDocument/2006/relationships/notesMaster" Target="/ppt/notesMasters/notesMaster1.xml" Id="R9171c4684d7640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e4c51d6ba041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281adbeba74d75" /><Relationship Type="http://schemas.openxmlformats.org/officeDocument/2006/relationships/slideLayout" Target="/ppt/slideLayouts/slideLayout1.xml" Id="R820a3b3fe1314e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0a3b3fe1314e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7d5fec1d14107" /><Relationship Type="http://schemas.openxmlformats.org/officeDocument/2006/relationships/image" Target="/ppt/media/image.png" Id="Rdabaaab32bd54971" /><Relationship Type="http://schemas.openxmlformats.org/officeDocument/2006/relationships/image" Target="/ppt/media/image.svg" Id="R27c8e32578404865" /><Relationship Type="http://schemas.openxmlformats.org/officeDocument/2006/relationships/notesSlide" Target="/ppt/notesSlides/notesSlide1.xml" Id="R355371b96ccd4a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bde4380254454" /><Relationship Type="http://schemas.openxmlformats.org/officeDocument/2006/relationships/notesSlide" Target="/ppt/notesSlides/notesSlide2.xml" Id="Rd67fd0d6c45b47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9c4ab2dfc41b9" /><Relationship Type="http://schemas.openxmlformats.org/officeDocument/2006/relationships/image" Target="/ppt/media/image2.png" Id="Rbf443c9b772f4180" /><Relationship Type="http://schemas.openxmlformats.org/officeDocument/2006/relationships/image" Target="/ppt/media/image2.svg" Id="R8b04728a701a43cc" /><Relationship Type="http://schemas.openxmlformats.org/officeDocument/2006/relationships/notesSlide" Target="/ppt/notesSlides/notesSlide3.xml" Id="Rcb0e0b0f9f7744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cad1c3e64478f" /><Relationship Type="http://schemas.openxmlformats.org/officeDocument/2006/relationships/notesSlide" Target="/ppt/notesSlides/notesSlide4.xml" Id="R5bde3099f07f41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8dceb76264e02" /><Relationship Type="http://schemas.openxmlformats.org/officeDocument/2006/relationships/notesSlide" Target="/ppt/notesSlides/notesSlide5.xml" Id="Ra0782e37e92a44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d3fdd3c9342fb" /><Relationship Type="http://schemas.openxmlformats.org/officeDocument/2006/relationships/notesSlide" Target="/ppt/notesSlides/notesSlide6.xml" Id="Re5a152eb19ce47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2663af0de4689" /><Relationship Type="http://schemas.openxmlformats.org/officeDocument/2006/relationships/image" Target="/ppt/media/image3.png" Id="Rba9f1490e8a34bfe" /><Relationship Type="http://schemas.openxmlformats.org/officeDocument/2006/relationships/image" Target="/ppt/media/image3.svg" Id="R80bd0a33ea7f4691" /><Relationship Type="http://schemas.openxmlformats.org/officeDocument/2006/relationships/notesSlide" Target="/ppt/notesSlides/notesSlide7.xml" Id="Re5fbe3295d1845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3468891514944" /><Relationship Type="http://schemas.openxmlformats.org/officeDocument/2006/relationships/notesSlide" Target="/ppt/notesSlides/notesSlide8.xml" Id="R1b971b10d4d642a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E9AE44-0DCC-46B8-912E-78E017F0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73CBD-1746-4882-B0B2-87F82B0F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AC084-CEEC-4FAC-AC1E-098CC0A5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6C197-0B17-4FF8-BF52-875FCE02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A616B-8BA1-4BD2-8731-55F5FBA8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78FA8-1DA4-477A-BAD4-911AD2E6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35D97-9C25-4E96-9EAB-250B98E2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Recommendation Rabbit Hole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D282F-FCF2-4822-AE82-EF0E0199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aaab32bd54971">
            <a:extLst>
              <a:ext uri="{96DAC541-7B7A-43D3-8B79-37D633B846F1}">
                <asvg:svgBlip xmlns:asvg="http://schemas.microsoft.com/office/drawing/2016/SVG/main" r:embed="R27c8e325784048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280D8-DEC1-43A6-9D79-DBF5C50D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FF393-D8C7-4707-879E-46045DEB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4CBEB-60A8-4B04-9493-053B5B91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6C46B-F615-41C7-A8F3-93BC91CE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feed can become a path dependency: early clicks shape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later knowledge possibilities.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599673-2EF2-40C9-9129-0A852382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952DA9-A06D-4E04-B1F5-79685D9D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45B7FE-6A0E-484D-BBA3-9FB52651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DBF13A-6AD0-4482-A41B-F75A9AD2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30-40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7337668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95328E-F014-4FFC-85A1-3AD22CCF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5BDDC-99CB-4AF8-8D01-D170CBB4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B1405-53D7-4FC2-870C-08C6A25F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B328F-C8F2-43CF-8CBC-A1F5496D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25358-27ED-4433-9533-6D884924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75355-9CF6-4BCC-9EA6-A7C85AFC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61D93-52FE-42D8-B967-7BED6795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A6A94-BF35-4B57-9A2B-5C1BBFC5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47892-5307-4776-A992-18800987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0B3BD1-AA3D-481F-B5E0-EB3584E6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FCFFA-72A9-4E52-8819-0A76EC36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BFF79-08C1-4539-AA38-D270A63E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model how recommendation systems can amplify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interests, assumptions, and emotional content.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feed can become a path dependency: early clicks shape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later knowledge possibilities.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FE689-42B5-44CA-99F4-148991F4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9D7419-7148-469A-B3C5-645CE39A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4AF7C8-E1C3-4B42-8760-1EA57BC2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C4FDA-EF96-49F4-BF43-E9642A3C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Topic cards, engagement tokens, and recommendation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rule cards.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Path tracker showing each round of recommendations.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Feed path tracker with rounds, clicked item, new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recommendations, and perceived worldview.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Recommendation rule cards: similar topic, stronger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emotion, most engaged, highest reliability.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7B86D7-F16A-473C-8C40-A6C31B1D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3813342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11C225-94E3-4586-AD5A-F0C8CC0C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D6505-629C-4754-8496-E4B240DD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D04CC-A37F-48C2-9A21-179DFCD3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95FDD-7D27-4D75-878C-63C183E6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67D0E-C0F6-4901-A08A-233A4069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B85E6-C0EF-453F-A371-F8D91FB6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C2EC7-D09E-4A7E-AE87-824CAB25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AE5A6-B4B4-4156-954E-368E29B7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443c9b772f4180">
            <a:extLst>
              <a:ext uri="{96DAC541-7B7A-43D3-8B79-37D633B846F1}">
                <asvg:svgBlip xmlns:asvg="http://schemas.microsoft.com/office/drawing/2016/SVG/main" r:embed="R8b04728a701a43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0EFD4-86B4-422F-A822-64054AD9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C5A1F-89BA-4931-A9F8-A0E07914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87490-8541-4289-9330-0ECF95E9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432FA-DD7A-47E7-B083-00C4BC2E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Recommendation Rabbit Hole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Starting interest: exam stress; feed branches...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Recommendation Rabbit Hole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Starting interest: climate action; feed...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C7A06C-14BF-470B-9800-394C0016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14B54E-49D5-48A1-B141-7FC1EE4F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8267C-9518-4807-938D-F4B06BFB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06171F-06BB-4C58-9F0F-D68C294C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Recommendation Rabbit Hole Stimulus A,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what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Recommendation Rabbit Hole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7570271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8C2A57-C7EE-4663-9CCC-9863A03C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9AEC8-0948-415D-A474-59096792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37E2C-5F19-4137-B6BC-31B8E222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71480-17B4-469B-84CA-A2FEA4E7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2AAD7-7C66-40F8-BF75-04144970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4182A-DBE2-430A-A01A-0994A6F5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FE78D-9E7E-40C2-99E8-7D26F96A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F370C-8CE2-4512-A162-A50E45F2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BEA06-9BAC-4751-9D0B-8D02E17B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D9538-5854-403E-B0BF-204CFD32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B5C04-0DE5-4739-ABDF-1B155774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256A5-0201-4DBF-ABAA-C01FDC55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Give each student or group a starting interest card.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Students choose one item from a small feed of mixed content.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The algorithm adds more cards similar to the chosen card in the next round.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Repeat for three or four rounds and map how feeds diverge.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what users might come to believe is normal, popular, or true.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C4353-3A14-498F-B7AF-FBF3AD04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Knowledg...</a:t>
            </a:r>
          </a:p>
        </p:txBody>
      </p:sp>
    </p:spTree>
    <p:extLst>
      <p:ext uri="{BB962C8B-B14F-4D97-AF65-F5344CB8AC3E}">
        <p14:creationId xmlns:p14="http://schemas.microsoft.com/office/powerpoint/2010/main" val="19537899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D5A068-58BD-4DB4-BE36-260656A2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5F1B0-BE7C-4248-8C52-FE95892B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A07A2-0C8A-482E-AA90-938410F5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1B8E3-2291-473E-8850-4C07B80E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12776-414E-4F88-810D-613CC3AD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C13D7-C0D2-4EAC-9543-D0778B5D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FD03B-0C8D-4803-AECD-8142BFD0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82EF1-1F49-4D89-9D83-BA0CDB28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4F58E-49CC-4EB1-B5BC-2D439368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99A26-DDE8-4886-8B06-5CC267FF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0F0F9-AF7C-4F29-93A6-C54D21C4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1019A-E611-46F2-A993-420C0175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1D9041-0104-4E23-91A6-7B3F87D4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5EA79D-940C-4AE7-AE79-7FBFC5B5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7E481D-825B-4033-A331-EFB3881F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D22C4A-2322-4D1C-8112-C0200874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46FF4F-DBB7-4EBB-95C2-800EED49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98266-403F-40C8-AA25-A4F8B294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FF591A-58AA-4831-9EC0-CFB80917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017B10-54FF-45F1-A78A-847697F0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B354E1-FEFD-4AA4-8F66-532E4844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75CEC5-31A5-4966-8E0D-63297D4A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0D51BF-DE86-4EFE-9D3F-ECE3B892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E4753B-BB09-4AE2-AF74-A50355DB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0B4AD0-8259-4348-85DD-3EE6A298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05884D-AE8F-41D2-BF54-62B0D33A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17D1FE-1E71-4609-B283-1D92CEF3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841AD6-3111-43AD-B0ED-1CE46052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5065427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9E5AF4-2518-4EDB-BCB7-734946A7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9F17D-4299-48C1-A5F7-4BDC27FC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A98CE-84D7-4347-BFC5-FB2B3C0A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56BD4-6E6B-4EC5-86A3-2E92AC11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D3185-2B11-4F91-918C-F757F4CB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5586F-073B-4475-BA59-8F765491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D8639-733F-4130-9392-DE3129D0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374DB-C400-477D-9496-3A4C12FD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04A38-A495-4FCE-8CE7-511F3F35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6741B-B97C-45A1-83C6-8756A8AD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ABAEC-FAAE-44BC-B42C-ECAAF59C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ABB1E-F209-4EDA-950E-7DEBB7EC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When does personalization become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distortion?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Is a recommendation a neutral convenience or an argument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about relevance?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Who is responsible for the knowledge environment created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by a feed?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C5DCB9-EF99-4A5B-A69F-06C6093A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8D9BEB-3B01-4C9A-8138-92816D0D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B5480D-CF8F-4009-A6A7-8B38A3A5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2B8E4-6EBC-46A5-9BBE-7F4282B4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does personalization become distortion?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technological systems shape what knowers notice?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visibility be mistaken for importance?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33E96A-080F-4CA6-8401-68A00688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71953640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FC9422-C128-4740-8178-EC665567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6F430-A804-4A32-A777-EBDB07B2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03006-9D94-49D2-B9AE-620E659B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EF01D-4AF1-408C-B0D7-56E742AA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DB18A-CEC9-41E5-83B4-34BAF01C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4B2FB-5577-4C41-960A-1A21F931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FB4B6-9252-4EA0-8C6B-B67C3413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16D4C-0B69-4A08-B0B4-FAD29A35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7C73B-3214-4E1C-89F8-490BA300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CAE10-77C1-420E-BEC0-595705E4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6958A-2FC2-42EC-A1A8-2C68DE79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C8518D-65B6-4156-9363-544502DE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My feed made the issue seem more extreme because each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round selected stronger emotional content.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algorithm did not lie, but it changed what I thought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was common.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66CAD-0BF8-4DB2-A25B-6181AA54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C8872B-1103-4A17-826E-10FF1B87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FA58FB-EF0C-4716-B4E6-891BFBBF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63707F-AE7B-4B1C-81A7-EBE99798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design an alternative feed rule that balances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curiosity, reliability, and wellbeing.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Connect the path map to a TOK exhibition object such as a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phone screen.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f1490e8a34bfe">
            <a:extLst>
              <a:ext uri="{96DAC541-7B7A-43D3-8B79-37D633B846F1}">
                <asvg:svgBlip xmlns:asvg="http://schemas.microsoft.com/office/drawing/2016/SVG/main" r:embed="R80bd0a33ea7f46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2939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FDCCB8-F197-4AF0-A37D-4920599E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463FB-AC44-4E5A-926E-371EF404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DF05D-CD83-4F02-A276-DF03F448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F74CA-6C41-4A6D-9A2D-32F1D3BF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514A6-C5AC-4564-8CC0-08EA42C9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9C260-C498-4F98-AD29-01AFBC7F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3E8B1-E7C2-432A-B122-E67F24DD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AB645-4446-4E5E-8469-4C652039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042FD-F8F1-45F1-96A6-57CCD552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5D5320-B523-4B20-AD78-917AEEA0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4A7D5A-7AFB-4F11-97E1-E0D726E4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98294-7146-436D-9FB6-4B862EF2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feed path map showing how one early click led to a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narrower information stream.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CAFE2-900F-4CEF-B80D-D45D09A9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FF689-3B45-41C0-A9BB-96791B5C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88724F-9130-4538-B226-D6743D64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3126E2-2074-4752-BBBC-3C7CB10B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7AE795-58DC-42AE-8A27-B99A27E3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AC80F5-C3A1-4D56-B3B8-2697282A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1164B5-D7E1-495C-A075-BA1C8A23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1856D4-6915-4E95-8D6B-057B8B83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Algorithmic Feed Simulation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Search Engine Ranking Game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Deepfake Detection Challenge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46B3F5-583F-4033-90C0-AEAEF6A1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20683326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2026-06-20T10:31:38.1180000Z</dcterms:created>
  <dcterms:modified xsi:type="dcterms:W3CDTF">2026-06-20T10:31:38.1180000Z</dcterms:modified>
</coreProperties>
</file>