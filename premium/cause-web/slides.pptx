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29f949044e4f37" /><Relationship Type="http://schemas.openxmlformats.org/officeDocument/2006/relationships/extended-properties" Target="/docProps/app.xml" Id="R643f36ef5209468c" /><Relationship Type="http://schemas.openxmlformats.org/officeDocument/2006/relationships/officeDocument" Target="/ppt/presentation.xml" Id="R3f30cf5912f7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52abbd078641ab"/>
  </p:sldMasterIdLst>
  <p:notesMasterIdLst>
    <p:notesMasterId xmlns:r="http://schemas.openxmlformats.org/officeDocument/2006/relationships" r:id="R0e501621714949ab"/>
  </p:notesMasterIdLst>
  <p:sldIdLst>
    <p:sldId xmlns:r="http://schemas.openxmlformats.org/officeDocument/2006/relationships" id="256" r:id="R03ff70600efd455b"/>
    <p:sldId xmlns:r="http://schemas.openxmlformats.org/officeDocument/2006/relationships" id="257" r:id="R3bbb13bd21e04e7f"/>
    <p:sldId xmlns:r="http://schemas.openxmlformats.org/officeDocument/2006/relationships" id="258" r:id="R0d44768014d646fe"/>
    <p:sldId xmlns:r="http://schemas.openxmlformats.org/officeDocument/2006/relationships" id="259" r:id="Redb025046bf24f18"/>
    <p:sldId xmlns:r="http://schemas.openxmlformats.org/officeDocument/2006/relationships" id="260" r:id="R166040c8677d44e3"/>
    <p:sldId xmlns:r="http://schemas.openxmlformats.org/officeDocument/2006/relationships" id="261" r:id="R6abcfc28cccf4893"/>
    <p:sldId xmlns:r="http://schemas.openxmlformats.org/officeDocument/2006/relationships" id="262" r:id="R3b2d7f65c36d46df"/>
    <p:sldId xmlns:r="http://schemas.openxmlformats.org/officeDocument/2006/relationships" id="263" r:id="R9255186f3f2c40c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e92c5d9da440b3" /><Relationship Type="http://schemas.openxmlformats.org/officeDocument/2006/relationships/slideMaster" Target="/ppt/slideMasters/slideMaster1.xml" Id="R3152abbd078641ab" /><Relationship Type="http://schemas.openxmlformats.org/officeDocument/2006/relationships/notesMaster" Target="/ppt/notesMasters/notesMaster1.xml" Id="R0e501621714949ab" /><Relationship Type="http://schemas.openxmlformats.org/officeDocument/2006/relationships/presProps" Target="/ppt/presProps.xml" Id="Rb4bb2155c62c4091" /><Relationship Type="http://schemas.openxmlformats.org/officeDocument/2006/relationships/tableStyles" Target="/ppt/tableStyles.xml" Id="R3c29c8f40b0d4f0e" /><Relationship Type="http://schemas.openxmlformats.org/officeDocument/2006/relationships/slide" Target="/ppt/slides/slide1.xml" Id="R03ff70600efd455b" /><Relationship Type="http://schemas.openxmlformats.org/officeDocument/2006/relationships/slide" Target="/ppt/slides/slide2.xml" Id="R3bbb13bd21e04e7f" /><Relationship Type="http://schemas.openxmlformats.org/officeDocument/2006/relationships/slide" Target="/ppt/slides/slide3.xml" Id="R0d44768014d646fe" /><Relationship Type="http://schemas.openxmlformats.org/officeDocument/2006/relationships/slide" Target="/ppt/slides/slide4.xml" Id="Redb025046bf24f18" /><Relationship Type="http://schemas.openxmlformats.org/officeDocument/2006/relationships/slide" Target="/ppt/slides/slide5.xml" Id="R166040c8677d44e3" /><Relationship Type="http://schemas.openxmlformats.org/officeDocument/2006/relationships/slide" Target="/ppt/slides/slide6.xml" Id="R6abcfc28cccf4893" /><Relationship Type="http://schemas.openxmlformats.org/officeDocument/2006/relationships/slide" Target="/ppt/slides/slide7.xml" Id="R3b2d7f65c36d46df" /><Relationship Type="http://schemas.openxmlformats.org/officeDocument/2006/relationships/slide" Target="/ppt/slides/slide8.xml" Id="R9255186f3f2c40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aca3f36ae34b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171c87b28243aa" /><Relationship Type="http://schemas.openxmlformats.org/officeDocument/2006/relationships/notesMaster" Target="/ppt/notesMasters/notesMaster1.xml" Id="R0773b48750c647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9fa306090848ba" /><Relationship Type="http://schemas.openxmlformats.org/officeDocument/2006/relationships/notesMaster" Target="/ppt/notesMasters/notesMaster1.xml" Id="R4c778d4cea87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66225e669f4733" /><Relationship Type="http://schemas.openxmlformats.org/officeDocument/2006/relationships/notesMaster" Target="/ppt/notesMasters/notesMaster1.xml" Id="R7836fde49702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703a0186f440ed" /><Relationship Type="http://schemas.openxmlformats.org/officeDocument/2006/relationships/notesMaster" Target="/ppt/notesMasters/notesMaster1.xml" Id="Rfaaa7cba9cf547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83b96740d44163" /><Relationship Type="http://schemas.openxmlformats.org/officeDocument/2006/relationships/notesMaster" Target="/ppt/notesMasters/notesMaster1.xml" Id="Re370b00487f241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63c303917a45b9" /><Relationship Type="http://schemas.openxmlformats.org/officeDocument/2006/relationships/notesMaster" Target="/ppt/notesMasters/notesMaster1.xml" Id="R75f10409fa0d43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c54191ac8e43bc" /><Relationship Type="http://schemas.openxmlformats.org/officeDocument/2006/relationships/notesMaster" Target="/ppt/notesMasters/notesMaster1.xml" Id="R969c9e62cebb44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7a085cb0b0497d" /><Relationship Type="http://schemas.openxmlformats.org/officeDocument/2006/relationships/notesMaster" Target="/ppt/notesMasters/notesMaster1.xml" Id="R61afda4cad5748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ab29bf1c047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9dceffb993421d" /><Relationship Type="http://schemas.openxmlformats.org/officeDocument/2006/relationships/slideLayout" Target="/ppt/slideLayouts/slideLayout1.xml" Id="R53f47c6ed477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47c6ed477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faa6abd3b439e" /><Relationship Type="http://schemas.openxmlformats.org/officeDocument/2006/relationships/image" Target="/ppt/media/image.png" Id="R0f06e2d9cd8744a9" /><Relationship Type="http://schemas.openxmlformats.org/officeDocument/2006/relationships/image" Target="/ppt/media/image.svg" Id="R7806ccc944eb4126" /><Relationship Type="http://schemas.openxmlformats.org/officeDocument/2006/relationships/notesSlide" Target="/ppt/notesSlides/notesSlide1.xml" Id="R14d4a17247ef4d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044df743f4f9e" /><Relationship Type="http://schemas.openxmlformats.org/officeDocument/2006/relationships/notesSlide" Target="/ppt/notesSlides/notesSlide2.xml" Id="R25b5de7a843c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8bba38f294b43" /><Relationship Type="http://schemas.openxmlformats.org/officeDocument/2006/relationships/image" Target="/ppt/media/image2.png" Id="Re1094510ecdf43f6" /><Relationship Type="http://schemas.openxmlformats.org/officeDocument/2006/relationships/image" Target="/ppt/media/image2.svg" Id="R6b48b14a4cf34440" /><Relationship Type="http://schemas.openxmlformats.org/officeDocument/2006/relationships/notesSlide" Target="/ppt/notesSlides/notesSlide3.xml" Id="Rb0a79c43d36845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a0376276c42fe" /><Relationship Type="http://schemas.openxmlformats.org/officeDocument/2006/relationships/notesSlide" Target="/ppt/notesSlides/notesSlide4.xml" Id="Rccc26d8a5d3247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f82ad34e04ac7" /><Relationship Type="http://schemas.openxmlformats.org/officeDocument/2006/relationships/notesSlide" Target="/ppt/notesSlides/notesSlide5.xml" Id="R10ba29bc29ec46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b88417c8c4a75" /><Relationship Type="http://schemas.openxmlformats.org/officeDocument/2006/relationships/notesSlide" Target="/ppt/notesSlides/notesSlide6.xml" Id="R99658774862d4d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911723ef64454" /><Relationship Type="http://schemas.openxmlformats.org/officeDocument/2006/relationships/image" Target="/ppt/media/image3.png" Id="Rced3829d186f40e4" /><Relationship Type="http://schemas.openxmlformats.org/officeDocument/2006/relationships/image" Target="/ppt/media/image3.svg" Id="R86d6d0b3bfc649eb" /><Relationship Type="http://schemas.openxmlformats.org/officeDocument/2006/relationships/notesSlide" Target="/ppt/notesSlides/notesSlide7.xml" Id="Rdc2078bab5cd48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db224273d4f7f" /><Relationship Type="http://schemas.openxmlformats.org/officeDocument/2006/relationships/notesSlide" Target="/ppt/notesSlides/notesSlide8.xml" Id="Rc2b0f4ed1fab44c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B8CAA-46E8-4553-BEB0-0410775A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7B28E-B771-4381-8B74-7C592A43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1FC3F-9246-4E54-A5E4-F1EB240E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8B91B5-0F08-4CCF-8F52-AFE29698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68952C-1DBE-4361-B334-AA8F758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F394B-A1A0-495D-9019-8AB1FAE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7D266-3D36-4F69-8D92-AA527B22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Cause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5474D-3ACE-43B8-98D6-4F4B0564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6e2d9cd8744a9">
            <a:extLst>
              <a:ext uri="{96DAC541-7B7A-43D3-8B79-37D633B846F1}">
                <asvg:svgBlip xmlns:asvg="http://schemas.microsoft.com/office/drawing/2016/SVG/main" r:embed="R7806ccc944eb412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A83AD-2D2C-43B6-A16A-BF8A9CC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A04452-1C44-46C3-833F-9E056DA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F44BB-4FB6-4F6B-9225-4285EA0D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25954-46C9-4DDE-BB3C-122673A3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Causation is layered and contestable.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AE310-0FD3-402B-B1DC-06899A2D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E1E5A-D264-406E-BE36-4F6E578A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88967-578B-44E8-B08D-73DCFED5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A2F8F-C3C2-48C4-ADC7-7AB3898D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3600412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8095C7-47EA-41A0-B752-F1D9E9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8A517-C0A6-4707-847A-14B3F0D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24D5C-633A-47A3-B289-D0BB4BEC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0661C-E392-4DBE-8CE7-69CE0972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9B7D5-3C2E-48CE-9837-266EFDCF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C3C17-FADA-45B0-9DA0-DFCD3B2C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4B947-8C87-4D46-8B68-589E28D1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93F954-7DF9-4C19-B2E8-6B253DF8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E060F-91B2-40BE-9C3D-E6AC176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201FA-7143-479C-BC5D-DBE5A9C3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314684-87F5-4C7D-ADFD-6A210DAC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05CB7-3522-4985-9F05-6A76561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investigate complex causation in historical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explanation.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Causation is layered and contestable.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1D9491-AEBB-4E10-AC63-79DD1234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FC8E7-5D64-4B2D-90EE-9C37168F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5246E-354E-4287-B3BD-D315FEBF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E5A8D-CECA-45F9-833C-0BA98C7E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Large paper or digital whiteboard. Event prompt: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outbreak of war, collapse of a company, spread of a...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9CFB6-8F70-4345-882A-837111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730068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6E897-C563-492D-928B-F2046BA4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D672B-80B4-4A7E-938F-FF06E1E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C42CE-5B7D-4587-93BE-F14CA328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8BEFD-5FEA-4450-894B-CCB5059C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6F5E06-9E3C-411B-9407-8ED7E87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EEEEF-BE70-47DF-8137-F969E5E0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F9EBC-CE6F-4CBA-B6A6-D8230A48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B8875-C2D9-41F9-B2E7-855359C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94510ecdf43f6">
            <a:extLst>
              <a:ext uri="{96DAC541-7B7A-43D3-8B79-37D633B846F1}">
                <asvg:svgBlip xmlns:asvg="http://schemas.microsoft.com/office/drawing/2016/SVG/main" r:embed="R6b48b14a4cf344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3BD590-7323-4396-B53E-35AB98F5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77A35-9CE3-4D04-9C2B-340F032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19FA3-FD24-4B5B-8A5F-210BE990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135FB-5D49-4FBB-AA68-445CA285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 Stimulus A: Student-facing stimulus 1: A web of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causes for a school rule change, historical event, 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Cause Web Stimulus B: Student-facing stimulus 2: Cards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sorted into trigger, background condition, actor,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C55EA-B6A2-472D-B1B8-48E2EE0C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D3009-BA19-4435-ABBE-B47EE9D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9C358-342E-41B3-8FC7-57B1B143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6D7D0-64E8-48B7-81B0-7D44A4AD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Cause Web Stimulus A, what is your first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Cause Web Stimulus A did you use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706711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1C7EF-BF73-4EF9-97CF-AE807155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53E97-FF14-44F1-9B08-988700D3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96453-EDF6-4A9C-9B1D-260CE573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28AD3A-3E31-48C9-AAF1-B5B98D42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54684-75B7-4D7E-969F-4F2ADE8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157DA-9953-4D87-95C8-ADBCDE49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714BD-468A-4EF9-87AB-79B801BE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704BA-9C9E-41FD-877C-0689F099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83CAA-7A7C-46F9-94A3-1F6DFFE7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11C27-4CD9-41EB-AD19-95B9D38F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97BBC-EB21-452D-B392-F01E3C34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7D656-9738-436F-94A9-89D327F9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Students create a web of causes.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They label causes as long-term, short-term, structural, individual, accidental or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 ideological.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They choose the three most important causes and justify their ranking.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compare rankings.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E1230-32FA-4469-B60A-DF55AAEC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History.</a:t>
            </a:r>
          </a:p>
        </p:txBody>
      </p:sp>
    </p:spTree>
    <p:extLst>
      <p:ext uri="{BB962C8B-B14F-4D97-AF65-F5344CB8AC3E}">
        <p14:creationId xmlns:p14="http://schemas.microsoft.com/office/powerpoint/2010/main" val="10023499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FDB39-FCC5-4353-AE42-695C6385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F640-96C9-4BAF-815A-2EBC95F0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FBAF0-B3CB-416D-9E70-C8699539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3A2C-487C-4319-A675-75DC23D2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93E20-B461-4AD9-B25C-0418F5FE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4BB21-973B-4A56-994E-C0C1A31C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DD770-0C45-4687-8BAE-1BBC2253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CCB5B-60A0-42BF-8CBA-056DB9C9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47B7B1-6D2C-4AA9-87F3-E147C70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E65FE-07CB-4CE5-84FD-5D312BC9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81E57-ACA1-4C54-801E-33BE36A4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2C869-AA61-4FA6-908F-89D6DFAA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86080-2420-43B8-BA2E-A92B0CDC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AB47F4-BFAD-422A-A898-998D3BD1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E875F-CC22-4D54-8B96-3AA9CA7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1F85F7-8B88-4AF2-BF86-D037C79C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20754-7C01-44CA-8D75-12EAF4ED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81489-221B-4B5D-8816-0A97B608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438358-6EDD-4492-B905-25C4786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A3477-7342-4E92-9F06-043A3720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C28DF-7FA7-4794-9F5F-2DDAE88B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E7A9D-380A-4AC8-98B8-3E8EF4E5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A7C7B8-B6BE-4F3E-9340-051BDAF7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072A4-14A7-4637-AC34-92033BCC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D96065-9936-4E61-82AD-D9B58E8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52817-CAB9-4E42-A0DC-4F6802FE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6BB1DD-30A7-48AE-92C8-4DADB8DA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0640A5-A4C7-48EB-BDFD-A5C8A80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4464454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0D568-7E9E-4058-AC06-F086208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6E15B-FF21-41AC-89F6-2648FEFF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A3004-9852-40AC-826C-D6D18CA1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3839E-2147-4176-97A2-AE1EB64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F467A-A1E1-41A9-9E8F-B2BCDA9C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E05A4-E1AE-49C2-B68D-3828949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EDAF5-3E4D-4931-BCBB-1A4191B3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A0DCA-F7F1-4907-A591-5EB260E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62FBF-2EDD-42D6-89A3-EC8802B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3905B-0109-466A-8BF0-E5C8D392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AD4B7-717E-4D8A-8288-2D00438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02694-EBF6-45C2-BE68-08D5D3B1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 historians decide which causes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 most?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historical events inevitable?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role of chance in historical knowledge?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EDBD7-58C1-4B89-9928-C679FEA4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499E69-211C-4715-8271-3065E7E7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718C95-65CD-4AF2-8227-DBD04A5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D70EB-EE72-4915-9CA7-243C7770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historians decide which causes matter most?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Are historical events inevitable?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is the role of chance in historical knowledge?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3170A1-BC0A-4A31-9C03-17B5902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8447164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900F29-BFB3-45FD-9CF2-477CC4D7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4501F-D8BB-468B-B2B7-6199230F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45A8E-2193-431D-B4B7-D0C96936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AD1F5-7F82-4F31-8423-636824B7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F3D46-D50B-4483-A2C3-722CEC3F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365857-6D19-4439-9189-40E39052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8287-7F60-4BE4-BF81-EF031F24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16C97-4AC4-481E-88BD-D651B55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FB6BE-6BBC-4FC3-81B1-B249E75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34345-E78A-46AD-9769-9F20D241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9893D-A61F-4360-9067-9FAB2EF0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62F58-3AB5-48D8-9713-CE9E8C5E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Cause Web: "My first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judgement felt obvious, but my evidence was thinner than I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8A6B1-4E87-4EB0-9438-D401FD95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7D8BD-0AC3-4F2C-B33C-752357D9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F6657-EFCB-4E6E-A17E-65C3A9F6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71F86-10E8-45B6-A9BA-5A801193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3829d186f40e4">
            <a:extLst>
              <a:ext uri="{96DAC541-7B7A-43D3-8B79-37D633B846F1}">
                <asvg:svgBlip xmlns:asvg="http://schemas.microsoft.com/office/drawing/2016/SVG/main" r:embed="R86d6d0b3bfc649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62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28D4AC-B7A6-454F-9FC7-0F6AD358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81C86-5322-4904-85B7-25F22770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9971F-9797-401F-8FC5-DC40334E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FFF8E-E609-4A6A-922E-68BB9E33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A1F3C-25B6-43B1-973C-0B7ABFEE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532D6-6CEA-4B4C-8040-932F7CA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History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7A389D-C20D-4563-9E5C-6F5FF019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5CE1F-CC6A-45FB-997B-5365E0B8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24A35-FB59-4109-B6D8-36489C8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767A-FDB7-4850-BD87-F2F88AEB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B1CA5-35B8-40A2-875A-4674B5E3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F2216A-CE2A-4671-9FF7-241F867B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cause web with ranked causes.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21687-BF2B-451D-9DC6-1A93BD9F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73156-822D-4AAB-BC96-5A61A46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45DB4-B017-4A2F-B89F-10045A69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C47CBC-D033-463C-B037-69156B55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E74D7C-B641-44BE-BA9C-E87548D6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4F41D7-C878-4F0F-8B2B-3DAF90A2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AE896-A277-41EB-9908-B94692A6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D1B85-50FE-4739-97E3-34B91A9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Broken Archive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Event, Different Historian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Presentism Trial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65F8D-4BB9-47EA-A1A2-99E9D0BB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733889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2026-06-20T10:31:37.0360000Z</dcterms:created>
  <dcterms:modified xsi:type="dcterms:W3CDTF">2026-06-20T10:31:37.0360000Z</dcterms:modified>
</coreProperties>
</file>