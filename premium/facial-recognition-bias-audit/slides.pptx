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b0e2a6c2ae44bc" /><Relationship Type="http://schemas.openxmlformats.org/officeDocument/2006/relationships/extended-properties" Target="/docProps/app.xml" Id="Re09a2bdbd03c43da" /><Relationship Type="http://schemas.openxmlformats.org/officeDocument/2006/relationships/officeDocument" Target="/ppt/presentation.xml" Id="R7d7e6386d9df43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3f7d82483d4173"/>
  </p:sldMasterIdLst>
  <p:notesMasterIdLst>
    <p:notesMasterId xmlns:r="http://schemas.openxmlformats.org/officeDocument/2006/relationships" r:id="R7bb6b76940e14127"/>
  </p:notesMasterIdLst>
  <p:sldIdLst>
    <p:sldId xmlns:r="http://schemas.openxmlformats.org/officeDocument/2006/relationships" id="256" r:id="R54f081b1fce44132"/>
    <p:sldId xmlns:r="http://schemas.openxmlformats.org/officeDocument/2006/relationships" id="257" r:id="R7ce5073fb9f94e5c"/>
    <p:sldId xmlns:r="http://schemas.openxmlformats.org/officeDocument/2006/relationships" id="258" r:id="Re43d632a47384e4e"/>
    <p:sldId xmlns:r="http://schemas.openxmlformats.org/officeDocument/2006/relationships" id="259" r:id="Rc1680034c70a49f7"/>
    <p:sldId xmlns:r="http://schemas.openxmlformats.org/officeDocument/2006/relationships" id="260" r:id="R45d472f1257e4167"/>
    <p:sldId xmlns:r="http://schemas.openxmlformats.org/officeDocument/2006/relationships" id="261" r:id="R463ee1f577814ac4"/>
    <p:sldId xmlns:r="http://schemas.openxmlformats.org/officeDocument/2006/relationships" id="262" r:id="Rad026e753f8d4085"/>
    <p:sldId xmlns:r="http://schemas.openxmlformats.org/officeDocument/2006/relationships" id="263" r:id="Ra69b45cbff6b47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b1d37cca146cb" /><Relationship Type="http://schemas.openxmlformats.org/officeDocument/2006/relationships/slideMaster" Target="/ppt/slideMasters/slideMaster1.xml" Id="R343f7d82483d4173" /><Relationship Type="http://schemas.openxmlformats.org/officeDocument/2006/relationships/notesMaster" Target="/ppt/notesMasters/notesMaster1.xml" Id="R7bb6b76940e14127" /><Relationship Type="http://schemas.openxmlformats.org/officeDocument/2006/relationships/presProps" Target="/ppt/presProps.xml" Id="R69fb9cd4490d407f" /><Relationship Type="http://schemas.openxmlformats.org/officeDocument/2006/relationships/tableStyles" Target="/ppt/tableStyles.xml" Id="Rb2e572553e1e4469" /><Relationship Type="http://schemas.openxmlformats.org/officeDocument/2006/relationships/slide" Target="/ppt/slides/slide1.xml" Id="R54f081b1fce44132" /><Relationship Type="http://schemas.openxmlformats.org/officeDocument/2006/relationships/slide" Target="/ppt/slides/slide2.xml" Id="R7ce5073fb9f94e5c" /><Relationship Type="http://schemas.openxmlformats.org/officeDocument/2006/relationships/slide" Target="/ppt/slides/slide3.xml" Id="Re43d632a47384e4e" /><Relationship Type="http://schemas.openxmlformats.org/officeDocument/2006/relationships/slide" Target="/ppt/slides/slide4.xml" Id="Rc1680034c70a49f7" /><Relationship Type="http://schemas.openxmlformats.org/officeDocument/2006/relationships/slide" Target="/ppt/slides/slide5.xml" Id="R45d472f1257e4167" /><Relationship Type="http://schemas.openxmlformats.org/officeDocument/2006/relationships/slide" Target="/ppt/slides/slide6.xml" Id="R463ee1f577814ac4" /><Relationship Type="http://schemas.openxmlformats.org/officeDocument/2006/relationships/slide" Target="/ppt/slides/slide7.xml" Id="Rad026e753f8d4085" /><Relationship Type="http://schemas.openxmlformats.org/officeDocument/2006/relationships/slide" Target="/ppt/slides/slide8.xml" Id="Ra69b45cbff6b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1eecd52c5e42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c5bbcd61564b64" /><Relationship Type="http://schemas.openxmlformats.org/officeDocument/2006/relationships/notesMaster" Target="/ppt/notesMasters/notesMaster1.xml" Id="Rf0c25d0bf8f8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a43722e06249ef" /><Relationship Type="http://schemas.openxmlformats.org/officeDocument/2006/relationships/notesMaster" Target="/ppt/notesMasters/notesMaster1.xml" Id="R0e594b23e69841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ed096f29794a8a" /><Relationship Type="http://schemas.openxmlformats.org/officeDocument/2006/relationships/notesMaster" Target="/ppt/notesMasters/notesMaster1.xml" Id="Rfaad3150827449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50ab6dcba74b66" /><Relationship Type="http://schemas.openxmlformats.org/officeDocument/2006/relationships/notesMaster" Target="/ppt/notesMasters/notesMaster1.xml" Id="Rce165b5ad6584c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7f1c772b664c89" /><Relationship Type="http://schemas.openxmlformats.org/officeDocument/2006/relationships/notesMaster" Target="/ppt/notesMasters/notesMaster1.xml" Id="Re812e8279dbb41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8c29c62f4946be" /><Relationship Type="http://schemas.openxmlformats.org/officeDocument/2006/relationships/notesMaster" Target="/ppt/notesMasters/notesMaster1.xml" Id="R6da2aabfc61348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8418d3259a4160" /><Relationship Type="http://schemas.openxmlformats.org/officeDocument/2006/relationships/notesMaster" Target="/ppt/notesMasters/notesMaster1.xml" Id="Rad217c02454a41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45a7f2ed294033" /><Relationship Type="http://schemas.openxmlformats.org/officeDocument/2006/relationships/notesMaster" Target="/ppt/notesMasters/notesMaster1.xml" Id="Rc8d442f4ce7147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3aa50a4cc49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4d3fcac8bd412c" /><Relationship Type="http://schemas.openxmlformats.org/officeDocument/2006/relationships/slideLayout" Target="/ppt/slideLayouts/slideLayout1.xml" Id="R5d8012b3aab145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8012b3aab145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8961d87414927" /><Relationship Type="http://schemas.openxmlformats.org/officeDocument/2006/relationships/image" Target="/ppt/media/image.png" Id="R651455501df74735" /><Relationship Type="http://schemas.openxmlformats.org/officeDocument/2006/relationships/image" Target="/ppt/media/image.svg" Id="Rcf45230535c94799" /><Relationship Type="http://schemas.openxmlformats.org/officeDocument/2006/relationships/notesSlide" Target="/ppt/notesSlides/notesSlide1.xml" Id="Ra94d7a4b27b9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f8175128a41f9" /><Relationship Type="http://schemas.openxmlformats.org/officeDocument/2006/relationships/notesSlide" Target="/ppt/notesSlides/notesSlide2.xml" Id="R0e5fa4a97bdd4e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534a2a88946b7" /><Relationship Type="http://schemas.openxmlformats.org/officeDocument/2006/relationships/image" Target="/ppt/media/image2.png" Id="Rfba8f6c2ebb74cd4" /><Relationship Type="http://schemas.openxmlformats.org/officeDocument/2006/relationships/image" Target="/ppt/media/image2.svg" Id="R782627ea188b49ca" /><Relationship Type="http://schemas.openxmlformats.org/officeDocument/2006/relationships/notesSlide" Target="/ppt/notesSlides/notesSlide3.xml" Id="Ra0c3fca9f3834e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6a34183d0446b" /><Relationship Type="http://schemas.openxmlformats.org/officeDocument/2006/relationships/notesSlide" Target="/ppt/notesSlides/notesSlide4.xml" Id="R52917b3b484548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ef68691a841e5" /><Relationship Type="http://schemas.openxmlformats.org/officeDocument/2006/relationships/notesSlide" Target="/ppt/notesSlides/notesSlide5.xml" Id="R2a882c2299bf45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e6a926ad341aa" /><Relationship Type="http://schemas.openxmlformats.org/officeDocument/2006/relationships/notesSlide" Target="/ppt/notesSlides/notesSlide6.xml" Id="R8bd815d9d6e34d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3889d3b624c05" /><Relationship Type="http://schemas.openxmlformats.org/officeDocument/2006/relationships/image" Target="/ppt/media/image3.png" Id="Rd2880816a8304ee3" /><Relationship Type="http://schemas.openxmlformats.org/officeDocument/2006/relationships/image" Target="/ppt/media/image3.svg" Id="Rab11eea6962c4be4" /><Relationship Type="http://schemas.openxmlformats.org/officeDocument/2006/relationships/notesSlide" Target="/ppt/notesSlides/notesSlide7.xml" Id="Rfce8be4100e84c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6b1ef89dd477e" /><Relationship Type="http://schemas.openxmlformats.org/officeDocument/2006/relationships/notesSlide" Target="/ppt/notesSlides/notesSlide8.xml" Id="R7aafe1caf47a4c9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076EB-8D73-45D7-BE4C-030030A3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41FC0-24E2-4BB2-A98C-DD5BDC6A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E95C9-E1B9-4C22-B4FD-3935275F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40280-A3E9-4763-8BC8-E62F3778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A8AE6-4581-4FD5-A765-247AEC4E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6AD64-0EFC-4EF7-8B03-F56CA947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9AE77-079F-4B72-91B1-9C4C101B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Facial Recognition Bias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C4381-527A-4881-BA1D-F5A2ECB6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455501df74735">
            <a:extLst>
              <a:ext uri="{96DAC541-7B7A-43D3-8B79-37D633B846F1}">
                <asvg:svgBlip xmlns:asvg="http://schemas.microsoft.com/office/drawing/2016/SVG/main" r:embed="Rcf45230535c947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24FF6-7294-42FC-9C51-46218E6B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8E0F01-C6DB-49B1-BDB1-4F4A0D7E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6C2D1-4B4D-4082-BF92-A0251E0E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4A2F59-A657-4DE6-8D71-176405DD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Automated recognition is a knowledge claim whose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reliability can vary across contexts and groups.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34ADA-2118-4EB7-84C9-583E57CD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DB9B85-4B7C-4105-BF72-408D6171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EA54C-01D9-4812-95BB-0E475D35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282E2-3AEC-402F-A712-7BD448D4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616247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D1A99-E6EE-4A20-B480-35990717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28FE5-A217-44CC-B240-BECB231E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ECC66-E750-46A0-AA05-DF96B31E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CC843-D658-4EC5-B989-88E278C8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B16A4-E625-4F33-8D62-3C68D3F0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12292-9620-40F3-BDA3-11A76A8B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F1EF6-B4ED-416C-95A8-70E9B1ED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9045C-D424-4F7E-9D00-65B25C72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11AC8-1E2F-4B62-9032-414E6B62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3C244-95FC-4DF0-8B45-FFAA9BE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65CC7-0D30-4D37-A8E7-E870FF75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48D88-9869-4837-836A-9AA80B50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evaluate a technological knowledge claim using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accuracy, fairness, and context.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Automated recognition is a knowledge claim whose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reliability can vary across contexts and groups.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87D2A-42A3-41A4-AF99-FD5F7A8E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015C8-51BA-48DC-B5C9-23E1129A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56AC2-B3C7-4D42-AF6C-3D2FDC81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55C15-6671-444C-A2BA-23349467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Fictional audit table with false positives and false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negatives across groups.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Stakeholder role cards and deployment decision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Audit table with context, group, false positives,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false negatives, and decision risk.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Deployment verdict sheet: use, restrict, revise,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reject, and evidence still needed.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2F11D-B65C-4C10-88F6-0D43935D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4849553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4FA8C5-D12B-4CFE-97E1-0F54FC7F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4C794-DF7F-44AD-A122-DF9B0EB5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F01B8-EC93-43E7-8A3C-04E733A3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AD673-9A59-4DF9-9A20-4D2DBBEE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12402-1914-40FB-BF26-A76A336F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FC535-9288-4749-AC7B-F9333756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9D4AA-E045-4045-925B-EE7B1C48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93C79-EE10-4C94-BEE3-E962189C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8f6c2ebb74cd4">
            <a:extLst>
              <a:ext uri="{96DAC541-7B7A-43D3-8B79-37D633B846F1}">
                <asvg:svgBlip xmlns:asvg="http://schemas.microsoft.com/office/drawing/2016/SVG/main" r:embed="R782627ea188b49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F1B89-889B-41E9-8805-742CBD33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11014-417F-4271-9CA8-A093A294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E5CCC-E8EA-479C-AEA0-A040BA45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C168D-CD67-4D62-A896-696D2F08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Facial Recognition Bias Audit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Audit row: hallway camera, 94% overall...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Facial Recognition Bias Audit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Stakeholder card: student wrongly flagged,...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44CDE-B9B6-4EF9-9CED-B9F16D2B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61708-5980-40E6-8A51-F54FC0C6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14E52-5B9A-4351-AF3A-3ED06C22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CABBE-3E76-4AEA-A153-263970F4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Facial Recognition Bias Audit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Facial Recognition Bias Audit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4256952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90621-52E3-44D3-A62C-49D5F09A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BFA49-3FE0-48AE-A260-B232F896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8C4CB-A30C-4EA8-BE9F-91697AE3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13238-AEF6-4ED6-91FD-F9F9CBB5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19574-FEEC-4EF7-9161-CDBC0ACD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D2ECB-DD8F-4BD9-AAA4-CD6F78B2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E1809-A7FE-449A-8CEF-CBAE09A6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1E21F-C57E-4902-879E-46A66ECA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6E880-77B5-4EB7-BA4E-6500C71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C0989-94F1-4434-B251-33C7BF2D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B4FA2-D023-4E90-A62B-189520A8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F924B-ABB7-47B4-BEF2-FC1FA988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Introduce a fictional school security tool and its claimed accuracy.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inspect audit data broken down by context and subgroup.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identify where the headline accuracy hides reliability differences.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Role groups decide whether to deploy, revise, restrict, or reject the tool.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how technical evidence and ethical responsibility interact.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6B6C5-CA88-4C6E-BDFD-4F30EC34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9906292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D6D43-F585-4E16-B677-13CFF06C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BD986-299D-487B-850A-4B4ADAFE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4B361-FF59-4423-8AE4-9DD2BFA0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C736F-6279-4EC7-A40E-3723CEC6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F1367-41B4-499E-8B34-2687DDD0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8211E-6E2F-41C7-A3CB-A7E49816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66D69-D4CC-4DF8-919B-4FC0F594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6F214-60CF-4BC6-824D-11650B39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64C93-CD00-49B4-B7F3-31A3F569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53952-2B62-4188-B745-572C3640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86219-E35E-488A-AF4F-627AF8F2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B526E-352E-4C1E-A3CA-E4AB3B38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DE27B-B8CF-4E13-A318-BDA99761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5E610-0E8B-498D-8619-9013DD28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65161-515C-4907-9575-36EC28BE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40AFA-9CFA-4202-A507-34C255C9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29DC88-B355-404E-BBCE-285D7346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D306E-5C66-4B05-9878-ED02EDF4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B5FA0-9F2C-4814-AF60-94ED7641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BB9E92-E02E-4B98-812B-2C9ED3BA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C80D9-FF11-4682-AE85-20B83611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93A5C-049B-4073-AE8D-2063EC00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72CBE7-F988-444A-A6E0-5FA0CB3A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DC2923-E9E8-48F3-A3B1-81101760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A37D6-5F23-4F4C-9624-D71D2FCB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8998B-C289-424F-BADB-DA90F59A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0AFAF-BA66-4151-92FB-C2677CCB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B803AC-0C23-4315-9357-3496565E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4753910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0F126-3246-498E-93F6-2717D51E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1FF96-5D0A-4BE7-8A64-E5B8FF3E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A9D48-C4B1-454D-B88F-C1B7F609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54A6C-58F8-4E74-BFFF-AD21058B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40D2D-E69C-49BF-8C15-80C60AF2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0FC64-0678-425F-BFF4-2742D809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E0FDB-627B-4639-B7CC-494EFE66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F34DE-C83B-4815-AFB5-BE3D745F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B7974-2164-4387-9011-55B5CD58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1F485-23EF-4833-8FDD-BAD41A20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149CD-770D-4881-98A8-D384C1C5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E8ECF-C7CE-4575-92EF-AD09E054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When is a technological classification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reliable enough to act 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system be accurate overall and still unjustified in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practice?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evidence is needed before automated knowledge claims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affect people?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560DB-46DB-40ED-AAA0-EEB18B22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7D2E9-E73D-42E6-B08E-725117D8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76433-E635-4ECE-B6E7-9CE6AE8D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3AE2F-3350-4F9E-A4C3-6FAD715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is a technological classification reliable enough to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act on?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should knowers weigh overall accuracy against uneven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error?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accountable for knowledge produced by automated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systems?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33919-9A59-49C8-AF22-25EBC856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3044909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5D5E60-6FAB-4C30-986D-B28239AA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1C980-5EAD-4412-BDE5-9EB86124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D4B7D-8CA2-4CFA-9F3F-972250F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A6576-A547-41A1-A1C9-1767E9B1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E6EF6-5B98-418E-8849-3B34DB94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925B5-CB20-437D-BE3A-15A0AED0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0DA99-2179-4D5F-80C2-24CCD6D2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4488A-4629-4FF4-9877-67BA263F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3C067-B3E9-49DE-B0F4-9CBEEEB8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47BCE-99EB-4B76-899C-8313F6D5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B2BCE-0AD6-4AC3-8180-9B50A0A6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2E259-E42C-4002-9E8F-12CB8FC6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system looked reliable until the errors were separated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by context.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We restricted use because the risk of false accusation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outweighed convenience.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7D4EC-A2C2-468F-82EF-A8D6A12C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99FAC-289F-4034-9322-714EA5AC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2807F-5C92-4484-BEE3-80EFC7D2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5E6FF-DC27-4243-81D6-F911C66A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draft a transparency notice for any automated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classification system.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algorithmic recognition with human eyewitness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recognition.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880816a8304ee3">
            <a:extLst>
              <a:ext uri="{96DAC541-7B7A-43D3-8B79-37D633B846F1}">
                <asvg:svgBlip xmlns:asvg="http://schemas.microsoft.com/office/drawing/2016/SVG/main" r:embed="Rab11eea6962c4b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2286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CC6E1-E911-4BBC-A0AB-FC453CFF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56B15-B169-44BA-BA35-0428B1E2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4C2EE-1C2D-4EB9-AC28-01D3BB4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EABDA-8FAD-422C-A385-866CEA47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F8F25-D023-46AA-BF68-5A0CEC1A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B621A-7E1E-43F5-9783-DDE97BFC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642CE-1891-46B0-8FF8-05BEB09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6AACE-A9B1-4468-AC26-4D0530B0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60D18-0E9F-42F1-8613-C285BBC3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D3F7E6-015D-4AF7-82B5-59108E48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5A9B8-DF23-444E-86C2-D36AF20F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D3EAA-30C5-4770-BF35-71EB5B9C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fictional bias audit chart showing uneven error rates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across contexts.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370CF-3571-40D3-A34B-FB07F70A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5AEFC-E268-4F4D-9AD4-56313C0F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C23B8-E0F2-4147-9955-F7DC7D5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2C519-6BCE-4658-A68D-6B48894C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3A3F7-8DA5-4024-8971-0F93CA54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F9624-6B36-47F5-8004-0FB3023C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B77E53-5135-444F-A42D-B4A52267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A97DA-2945-4542-86AE-8B8F3151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 Hallucination Courtroom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Deepfake Detection Challenge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A3CAD8-4451-46A4-B108-E6B68979C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197160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2026-06-20T10:31:38.2090000Z</dcterms:created>
  <dcterms:modified xsi:type="dcterms:W3CDTF">2026-06-20T10:31:38.2090000Z</dcterms:modified>
</coreProperties>
</file>