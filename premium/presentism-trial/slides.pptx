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77b01a4d1a4ee0" /><Relationship Type="http://schemas.openxmlformats.org/officeDocument/2006/relationships/extended-properties" Target="/docProps/app.xml" Id="R5c106c7258214b44" /><Relationship Type="http://schemas.openxmlformats.org/officeDocument/2006/relationships/officeDocument" Target="/ppt/presentation.xml" Id="R2c885bb594c34c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e450aa916343b3"/>
  </p:sldMasterIdLst>
  <p:notesMasterIdLst>
    <p:notesMasterId xmlns:r="http://schemas.openxmlformats.org/officeDocument/2006/relationships" r:id="R2384bfbc5b8f47c5"/>
  </p:notesMasterIdLst>
  <p:sldIdLst>
    <p:sldId xmlns:r="http://schemas.openxmlformats.org/officeDocument/2006/relationships" id="256" r:id="R0640b0efded948c5"/>
    <p:sldId xmlns:r="http://schemas.openxmlformats.org/officeDocument/2006/relationships" id="257" r:id="Rf039dead87fc45de"/>
    <p:sldId xmlns:r="http://schemas.openxmlformats.org/officeDocument/2006/relationships" id="258" r:id="Rfc32812431ae4f51"/>
    <p:sldId xmlns:r="http://schemas.openxmlformats.org/officeDocument/2006/relationships" id="259" r:id="Rf059a15a20ae4803"/>
    <p:sldId xmlns:r="http://schemas.openxmlformats.org/officeDocument/2006/relationships" id="260" r:id="R2766520d31324e60"/>
    <p:sldId xmlns:r="http://schemas.openxmlformats.org/officeDocument/2006/relationships" id="261" r:id="Re3cdb4b68a764958"/>
    <p:sldId xmlns:r="http://schemas.openxmlformats.org/officeDocument/2006/relationships" id="262" r:id="R2d6dd261309e42f4"/>
    <p:sldId xmlns:r="http://schemas.openxmlformats.org/officeDocument/2006/relationships" id="263" r:id="R31eec62fb06b47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b5213c6f814742" /><Relationship Type="http://schemas.openxmlformats.org/officeDocument/2006/relationships/slideMaster" Target="/ppt/slideMasters/slideMaster1.xml" Id="R74e450aa916343b3" /><Relationship Type="http://schemas.openxmlformats.org/officeDocument/2006/relationships/notesMaster" Target="/ppt/notesMasters/notesMaster1.xml" Id="R2384bfbc5b8f47c5" /><Relationship Type="http://schemas.openxmlformats.org/officeDocument/2006/relationships/presProps" Target="/ppt/presProps.xml" Id="Rd3801dc124134b91" /><Relationship Type="http://schemas.openxmlformats.org/officeDocument/2006/relationships/tableStyles" Target="/ppt/tableStyles.xml" Id="Rdec2429448fb4073" /><Relationship Type="http://schemas.openxmlformats.org/officeDocument/2006/relationships/slide" Target="/ppt/slides/slide1.xml" Id="R0640b0efded948c5" /><Relationship Type="http://schemas.openxmlformats.org/officeDocument/2006/relationships/slide" Target="/ppt/slides/slide2.xml" Id="Rf039dead87fc45de" /><Relationship Type="http://schemas.openxmlformats.org/officeDocument/2006/relationships/slide" Target="/ppt/slides/slide3.xml" Id="Rfc32812431ae4f51" /><Relationship Type="http://schemas.openxmlformats.org/officeDocument/2006/relationships/slide" Target="/ppt/slides/slide4.xml" Id="Rf059a15a20ae4803" /><Relationship Type="http://schemas.openxmlformats.org/officeDocument/2006/relationships/slide" Target="/ppt/slides/slide5.xml" Id="R2766520d31324e60" /><Relationship Type="http://schemas.openxmlformats.org/officeDocument/2006/relationships/slide" Target="/ppt/slides/slide6.xml" Id="Re3cdb4b68a764958" /><Relationship Type="http://schemas.openxmlformats.org/officeDocument/2006/relationships/slide" Target="/ppt/slides/slide7.xml" Id="R2d6dd261309e42f4" /><Relationship Type="http://schemas.openxmlformats.org/officeDocument/2006/relationships/slide" Target="/ppt/slides/slide8.xml" Id="R31eec62fb06b47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2472b94c0f45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f963d7bbfb4ee9" /><Relationship Type="http://schemas.openxmlformats.org/officeDocument/2006/relationships/notesMaster" Target="/ppt/notesMasters/notesMaster1.xml" Id="Ree71b19849ef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d254270364ae1" /><Relationship Type="http://schemas.openxmlformats.org/officeDocument/2006/relationships/notesMaster" Target="/ppt/notesMasters/notesMaster1.xml" Id="R94b27cd55482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38b5e8710d4858" /><Relationship Type="http://schemas.openxmlformats.org/officeDocument/2006/relationships/notesMaster" Target="/ppt/notesMasters/notesMaster1.xml" Id="R08b4c77903894b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1e37f3c7c4fc4" /><Relationship Type="http://schemas.openxmlformats.org/officeDocument/2006/relationships/notesMaster" Target="/ppt/notesMasters/notesMaster1.xml" Id="R33e76919746342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92f55b125a40dd" /><Relationship Type="http://schemas.openxmlformats.org/officeDocument/2006/relationships/notesMaster" Target="/ppt/notesMasters/notesMaster1.xml" Id="Rd2b23c97970044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41883747d744db" /><Relationship Type="http://schemas.openxmlformats.org/officeDocument/2006/relationships/notesMaster" Target="/ppt/notesMasters/notesMaster1.xml" Id="R43139921fd184d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d8f7c738e548c5" /><Relationship Type="http://schemas.openxmlformats.org/officeDocument/2006/relationships/notesMaster" Target="/ppt/notesMasters/notesMaster1.xml" Id="Re1d779fdc2724f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3112e971bb422e" /><Relationship Type="http://schemas.openxmlformats.org/officeDocument/2006/relationships/notesMaster" Target="/ppt/notesMasters/notesMaster1.xml" Id="Ra63441a6cfdc4b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6805bfc62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8a6b857ef481d" /><Relationship Type="http://schemas.openxmlformats.org/officeDocument/2006/relationships/slideLayout" Target="/ppt/slideLayouts/slideLayout1.xml" Id="Rc29bc616e66d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9bc616e66d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546d119304964" /><Relationship Type="http://schemas.openxmlformats.org/officeDocument/2006/relationships/image" Target="/ppt/media/image.png" Id="R7593e9bbb5a44e0f" /><Relationship Type="http://schemas.openxmlformats.org/officeDocument/2006/relationships/image" Target="/ppt/media/image.svg" Id="R0551b016dc534a6f" /><Relationship Type="http://schemas.openxmlformats.org/officeDocument/2006/relationships/notesSlide" Target="/ppt/notesSlides/notesSlide1.xml" Id="R635265c2ef7a4c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ad2989fb6416b" /><Relationship Type="http://schemas.openxmlformats.org/officeDocument/2006/relationships/notesSlide" Target="/ppt/notesSlides/notesSlide2.xml" Id="R139958f7db02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a709817634f63" /><Relationship Type="http://schemas.openxmlformats.org/officeDocument/2006/relationships/image" Target="/ppt/media/image2.png" Id="Re9e5a99cd4be46f3" /><Relationship Type="http://schemas.openxmlformats.org/officeDocument/2006/relationships/image" Target="/ppt/media/image2.svg" Id="R4169294e008e4aa7" /><Relationship Type="http://schemas.openxmlformats.org/officeDocument/2006/relationships/notesSlide" Target="/ppt/notesSlides/notesSlide3.xml" Id="Rf17e3e479f074b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aa42b8de240a5" /><Relationship Type="http://schemas.openxmlformats.org/officeDocument/2006/relationships/notesSlide" Target="/ppt/notesSlides/notesSlide4.xml" Id="Rfb1c222ea6a6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53e10fbd64a06" /><Relationship Type="http://schemas.openxmlformats.org/officeDocument/2006/relationships/notesSlide" Target="/ppt/notesSlides/notesSlide5.xml" Id="R24015ac55fe745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b7ed4fa0b4ea9" /><Relationship Type="http://schemas.openxmlformats.org/officeDocument/2006/relationships/notesSlide" Target="/ppt/notesSlides/notesSlide6.xml" Id="R9811e6e1a87343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5811ef0b849ce" /><Relationship Type="http://schemas.openxmlformats.org/officeDocument/2006/relationships/image" Target="/ppt/media/image3.png" Id="Ra1b3e765d47a46ae" /><Relationship Type="http://schemas.openxmlformats.org/officeDocument/2006/relationships/image" Target="/ppt/media/image3.svg" Id="R055ae6527b5a40f7" /><Relationship Type="http://schemas.openxmlformats.org/officeDocument/2006/relationships/notesSlide" Target="/ppt/notesSlides/notesSlide7.xml" Id="R3c5879d64cfc45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98a08b5774812" /><Relationship Type="http://schemas.openxmlformats.org/officeDocument/2006/relationships/notesSlide" Target="/ppt/notesSlides/notesSlide8.xml" Id="R18357fa2d54543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B18E9-9C22-4BEA-842D-186AF95D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4BF04-E023-4143-98C4-D786C64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F95CE-D9A4-4B54-A1AB-96CC46D0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0E983-4A0E-46ED-AF46-F65AA536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A8705-2EDC-4F6D-8D45-82419075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0C543-0BFB-4521-A5ED-A78FD76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D32C8-1436-4C00-9090-65CBD381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Presentism Trial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4DBCC-CE67-4DD6-B869-6B3E89C3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3e9bbb5a44e0f">
            <a:extLst>
              <a:ext uri="{96DAC541-7B7A-43D3-8B79-37D633B846F1}">
                <asvg:svgBlip xmlns:asvg="http://schemas.microsoft.com/office/drawing/2016/SVG/main" r:embed="R0551b016dc534a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A0CE6-4E4C-4890-B5CF-CA515DAE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97499-4ED0-4641-91DF-704FC403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F92D6-DD91-453F-A1DA-6B529B50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051C0-8BA1-4F9B-8A45-0F2151BA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Historical judgement involves ethical tension.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B3DE6-1F52-4B7A-9816-BD9B25E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458AD-A085-4E9A-9219-6C618477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6B839-1A98-48D0-BFE2-3419DEF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CFE75-0952-42D0-A797-26A29303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Extended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4796041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B533F-D763-4D0E-A784-73C511BD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7E14D-D3D5-47F2-84E9-6BF3F480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02CB5-46A4-48CE-A4F2-7F889F11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DD5F7-688E-48BA-9EC0-1599C342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A6CCA-2562-4285-92F5-B90ACF47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A576E-B138-43FA-A949-FA963CFE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4CC34-3673-4430-9C34-99D7F32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093D2-3F2F-48DB-9EC7-DEAC466D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EFDBA-6056-441E-82D8-3C5C03B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C7083-325C-4398-AAC3-B1F4F3E2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568FB-3860-469E-86E1-2EA41625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C6AC7-4668-47A9-A2CA-04AECEB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ethical judgement and contextual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understanding in history.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Historical judgement involves ethical tension.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BF5CB-D7FB-4879-85D8-4EA88E7F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39C10-48C3-46A6-9D57-5291F961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492CE-FC4C-4208-AA54-020759D4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7232B-298C-48CF-BE92-C32C42EF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fictionalised historical figure, law or practice;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role cards for prosecution, defence, contextual...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AEF79-3AF6-4E60-921C-3E0E490F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1649703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4E48D-9AC4-435D-97A8-42B23EE2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9AEEB-04C5-4A45-A924-8F222246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68D76-9265-44B7-AD01-D9326981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C9B89-2ECA-4B16-8368-1A6B482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7BFB8-4D53-4AD4-B736-0C715896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D37C0-AA25-4A17-8A4C-CDAD94E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CF659-B0AD-4D49-86CA-682784B8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04012-9057-436E-A3D9-A088BCEF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5a99cd4be46f3">
            <a:extLst>
              <a:ext uri="{96DAC541-7B7A-43D3-8B79-37D633B846F1}">
                <asvg:svgBlip xmlns:asvg="http://schemas.microsoft.com/office/drawing/2016/SVG/main" r:embed="R4169294e008e4a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EC040-7EBD-4B23-AA06-E2BFD7B0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4BFE1-487B-49FA-A99F-D4964B0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08751-9C35-4198-A967-E1AFF69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2750B-8E3C-4D40-BED8-3CA136D3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Presentism Trial Stimulus A: Student-facing stimulus 1: A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historical actor put on trial using present-day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Presentism Trial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Role cards for prosecution, defence, context witness,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CA660-72A4-49C9-88FE-E9EFCEB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6A66A-8850-493D-8F7F-C2076081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C6EB5-CEAE-40E8-8377-C40D9DB2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23C95-04B0-4691-9FE6-8609EDC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Presentism Trial Stimulus A, what is your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Presentism Trial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1387904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CBED0-7AD7-466B-916D-AD200804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5634F-D618-41D6-9299-279105C7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63207-3EC6-450C-B219-B3972F61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3806-E2BA-48F6-9CFE-5F39ABEC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60654-318E-43E1-8707-C29C6620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70FD9-F1A0-4FD5-BCF4-F3B2E587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4ADD6-4CA6-46C1-BBD3-B7212D5B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013D2-0727-4E7C-8046-DA5F0A39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F6E86-6BF3-46E2-BC0E-A758EDF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03483-D162-456A-BF1A-E110C70B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B3F8D-885C-43CF-8D74-E608DAF0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D7921-F85E-40A9-90BF-B1F8A2A9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Put the historical case "on trial".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Half the class uses present-day values. Half uses values and constraints of the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period.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 judge panel decides what each side understood and ignored.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Debrief the difference between explanation, justification and excuse.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C58FD-395F-4FD6-9FD5-F3FAF159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17856678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0B85A1-47CF-4984-BC57-F38D908F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6835F-AC10-4178-9AD0-60BC1FCF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F53D3-1384-46A0-82D9-C88DA2E5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A3D07-FA7D-4206-879B-C414F84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AB253-D75E-4EAD-9929-7F5134CA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9815E-6AA0-4810-9F39-AC071807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2836A-63F2-4A1C-8BC7-EB0FF761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FEB84-B7B1-4A7F-888B-689A0BBE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F1A58-6369-4A73-80B1-378A640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05C5E-ECB9-4B45-A370-E78D1425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266E0-4E20-4CF0-AEA8-7A4E6783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2FE25-F04E-4F37-82B6-15E34A71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366FD-1CAB-4251-AB5E-3A99FFBB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24E9E-3D87-434B-B7C8-31CBCC4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594A7-B88B-4454-BBD8-1B97B2EA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1821D-989D-4331-AD49-47E79985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E75BB-B062-42EC-A403-DCBA7582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EA11C-CD37-4B17-9740-2A403069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8A20A-4146-4955-9CC6-04F4EB3B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8093C-2028-4575-8420-28D4273E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3A6F2-FECA-4DB3-B80E-5D05408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373B6-D040-400B-94D1-56F1F716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7D5FE-6EA3-4A55-9D65-446587E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77713-8197-4D58-83DF-A8D36A1C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6CA99-1000-495B-97B2-89F21F16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E907A-1BAE-4B91-8E56-4CE489C7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AE5ECF-016D-4AE8-82E9-0C0227EB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A1460-CAB6-4869-ABCA-9737D861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893165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51FCF-829F-4B46-A4FE-CFC8B044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ACE7D-72C0-4996-8E48-F6D22240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9CA4F-EF16-488C-ABB3-7CF540A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63667-2F85-485A-B7EB-8FDD797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86F16-2E11-4D4E-B0BE-934D971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BBFDA-7392-408B-88C7-8C25B2C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211CC-F010-42A7-BC03-E4582EA8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EA2DA-E140-4CF2-940C-BA28891A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B8DFF-9490-4B6D-A758-F71DC4DB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E265E-6B27-4D82-8BA5-032F18C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161B0-89E3-4C49-8557-B43E99CA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7AB96-BAE2-40A4-9ADA-525F7B0B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Should we judge the past by present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standards?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understanding become excuse-making?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responsibilities do historians have when interpreting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morally troubling evidence?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AB0ED-F7D9-49A9-BFC4-58D9CCDD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C5F4D-42A5-4A68-8EB2-482F425D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AC7C7-2A2D-441C-9EA8-AB346DD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F35E5-624B-4744-A652-81565C8D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Should we judge the past by present standards?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understanding become excuse-making?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responsibilities do historians have when interpreting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morally troubling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7B18C-4F4B-4697-8F13-4C4BA6D5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3422221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42D5E8-3F88-4944-ABA5-A6683514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3F15F-8BBA-4D87-9D76-92B8F302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68886-527A-4A1D-8B56-ECCBDCC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DDF2A-2F1D-4B6F-AD2B-91BCB6F1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FC27C-D8E8-4CAD-9595-8AC000E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3769B-DC59-48FF-AC85-F04D7D5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4E69-FB7C-4E54-BE2B-0C6E9C72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7B1E8-B05D-4ACF-935A-1864585B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B9B0C-3B49-4610-BC5C-9BCD795E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87FCB-AD4D-4234-AC9F-421AFC4E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44307-809C-4B59-B3D0-5DCCD2B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FDDC4-D447-4EF2-95C1-064AF013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Presentism Trial: "My first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felt obvious, but my evidence was thinner than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44FD9-4A46-4323-8D9E-29B1FF27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8C93D-1B14-40D7-98E6-57C69A0E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1FD85-C3E6-498C-BDA8-56874D05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D842C-334F-4AA8-8179-7E46E73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3e765d47a46ae">
            <a:extLst>
              <a:ext uri="{96DAC541-7B7A-43D3-8B79-37D633B846F1}">
                <asvg:svgBlip xmlns:asvg="http://schemas.microsoft.com/office/drawing/2016/SVG/main" r:embed="R055ae6527b5a40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628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AB3C4-ACAE-47A3-B812-6D0266FA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E6426-4068-4D21-B1C2-4841A0F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51F02-4295-4C5D-8F40-10F03A1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791B9-2A8E-4AFB-A9CC-56C18C1A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088A3-7AD2-4F4F-9E8E-198316E6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26C6B-FE5C-440F-A13F-B4DE2FA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72434-DF2F-4531-A79E-9519BD4F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0A5A3-E6CB-4128-8005-06DF60D8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68AE7-EB4C-4161-BD29-D9F5B223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3A83A-0DFB-4003-A715-F201E7C8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C4BBA-51BB-4F18-BC49-DE8DBAB2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1487B-9549-4DE0-AC54-9A98F60E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trial brief with presentist and contextual arguments. Area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of Knowledge: The 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9419A-09FD-45EB-8EE3-E2A788B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78B0B-134A-42DA-B964-9D28FAA5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5D056-99F6-407E-82C3-48E77131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8D8A0-F05A-4524-ADEE-3CFF5FF2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3F195-1EAB-4B24-B62B-8189215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B90CF-EC36-41C2-9712-FDE4A5B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D2AD3-5E83-4574-8053-579EE1A7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332E3-7B9D-4FBC-852C-5A8EF08D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Broken Archive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Cause Web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1B2BB-7C9D-49D9-84A2-BDBAE84B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483665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2026-06-20T10:31:37.1300000Z</dcterms:created>
  <dcterms:modified xsi:type="dcterms:W3CDTF">2026-06-20T10:31:37.1300000Z</dcterms:modified>
</coreProperties>
</file>