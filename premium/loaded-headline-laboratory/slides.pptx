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f2891e22df4d05" /><Relationship Type="http://schemas.openxmlformats.org/officeDocument/2006/relationships/extended-properties" Target="/docProps/app.xml" Id="R26b3a657e5694e55" /><Relationship Type="http://schemas.openxmlformats.org/officeDocument/2006/relationships/officeDocument" Target="/ppt/presentation.xml" Id="R1450d928930d4c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9e5407d60e4f77"/>
  </p:sldMasterIdLst>
  <p:notesMasterIdLst>
    <p:notesMasterId xmlns:r="http://schemas.openxmlformats.org/officeDocument/2006/relationships" r:id="R4b9cf237911645ab"/>
  </p:notesMasterIdLst>
  <p:sldIdLst>
    <p:sldId xmlns:r="http://schemas.openxmlformats.org/officeDocument/2006/relationships" id="256" r:id="Rcd4ef29f42384bc3"/>
    <p:sldId xmlns:r="http://schemas.openxmlformats.org/officeDocument/2006/relationships" id="257" r:id="R0a8d74cecc954523"/>
    <p:sldId xmlns:r="http://schemas.openxmlformats.org/officeDocument/2006/relationships" id="258" r:id="R2cb1d426d07a4eb7"/>
    <p:sldId xmlns:r="http://schemas.openxmlformats.org/officeDocument/2006/relationships" id="259" r:id="R6ffaa90e875148ff"/>
    <p:sldId xmlns:r="http://schemas.openxmlformats.org/officeDocument/2006/relationships" id="260" r:id="R28386c8b904549dc"/>
    <p:sldId xmlns:r="http://schemas.openxmlformats.org/officeDocument/2006/relationships" id="261" r:id="Ra3db35fa2d804c54"/>
    <p:sldId xmlns:r="http://schemas.openxmlformats.org/officeDocument/2006/relationships" id="262" r:id="R8b4c75e6ff75427e"/>
    <p:sldId xmlns:r="http://schemas.openxmlformats.org/officeDocument/2006/relationships" id="263" r:id="R0f9e60cfd69d430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cb9e4d00d34f6f" /><Relationship Type="http://schemas.openxmlformats.org/officeDocument/2006/relationships/slideMaster" Target="/ppt/slideMasters/slideMaster1.xml" Id="Ref9e5407d60e4f77" /><Relationship Type="http://schemas.openxmlformats.org/officeDocument/2006/relationships/notesMaster" Target="/ppt/notesMasters/notesMaster1.xml" Id="R4b9cf237911645ab" /><Relationship Type="http://schemas.openxmlformats.org/officeDocument/2006/relationships/presProps" Target="/ppt/presProps.xml" Id="Rbb5aa3fd39414417" /><Relationship Type="http://schemas.openxmlformats.org/officeDocument/2006/relationships/tableStyles" Target="/ppt/tableStyles.xml" Id="Rc9a4cc749e7d4f1e" /><Relationship Type="http://schemas.openxmlformats.org/officeDocument/2006/relationships/slide" Target="/ppt/slides/slide1.xml" Id="Rcd4ef29f42384bc3" /><Relationship Type="http://schemas.openxmlformats.org/officeDocument/2006/relationships/slide" Target="/ppt/slides/slide2.xml" Id="R0a8d74cecc954523" /><Relationship Type="http://schemas.openxmlformats.org/officeDocument/2006/relationships/slide" Target="/ppt/slides/slide3.xml" Id="R2cb1d426d07a4eb7" /><Relationship Type="http://schemas.openxmlformats.org/officeDocument/2006/relationships/slide" Target="/ppt/slides/slide4.xml" Id="R6ffaa90e875148ff" /><Relationship Type="http://schemas.openxmlformats.org/officeDocument/2006/relationships/slide" Target="/ppt/slides/slide5.xml" Id="R28386c8b904549dc" /><Relationship Type="http://schemas.openxmlformats.org/officeDocument/2006/relationships/slide" Target="/ppt/slides/slide6.xml" Id="Ra3db35fa2d804c54" /><Relationship Type="http://schemas.openxmlformats.org/officeDocument/2006/relationships/slide" Target="/ppt/slides/slide7.xml" Id="R8b4c75e6ff75427e" /><Relationship Type="http://schemas.openxmlformats.org/officeDocument/2006/relationships/slide" Target="/ppt/slides/slide8.xml" Id="R0f9e60cfd69d43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3535be6a484f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0b3938900b4320" /><Relationship Type="http://schemas.openxmlformats.org/officeDocument/2006/relationships/notesMaster" Target="/ppt/notesMasters/notesMaster1.xml" Id="R4842b1d8766043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ff16179e7a4f0c" /><Relationship Type="http://schemas.openxmlformats.org/officeDocument/2006/relationships/notesMaster" Target="/ppt/notesMasters/notesMaster1.xml" Id="R8f22fd1856de4e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9a8d51d8e04f1e" /><Relationship Type="http://schemas.openxmlformats.org/officeDocument/2006/relationships/notesMaster" Target="/ppt/notesMasters/notesMaster1.xml" Id="Rde3f85206c8b41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be26683944486d" /><Relationship Type="http://schemas.openxmlformats.org/officeDocument/2006/relationships/notesMaster" Target="/ppt/notesMasters/notesMaster1.xml" Id="R03afa91d2fd245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ec2de706d34190" /><Relationship Type="http://schemas.openxmlformats.org/officeDocument/2006/relationships/notesMaster" Target="/ppt/notesMasters/notesMaster1.xml" Id="R45505faffaca4e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95dc9061874791" /><Relationship Type="http://schemas.openxmlformats.org/officeDocument/2006/relationships/notesMaster" Target="/ppt/notesMasters/notesMaster1.xml" Id="R57e184ed2e4c4b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e2a4fc2643453e" /><Relationship Type="http://schemas.openxmlformats.org/officeDocument/2006/relationships/notesMaster" Target="/ppt/notesMasters/notesMaster1.xml" Id="Ra6c76c4ac3614d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ddbc14d7034375" /><Relationship Type="http://schemas.openxmlformats.org/officeDocument/2006/relationships/notesMaster" Target="/ppt/notesMasters/notesMaster1.xml" Id="R881ce1d1e2db4d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4a4430d6cf40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bd1d13bd534252" /><Relationship Type="http://schemas.openxmlformats.org/officeDocument/2006/relationships/slideLayout" Target="/ppt/slideLayouts/slideLayout1.xml" Id="R0d7870a556164e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7870a556164e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eff72e7914cd1" /><Relationship Type="http://schemas.openxmlformats.org/officeDocument/2006/relationships/image" Target="/ppt/media/image.png" Id="R122e0918c5154dec" /><Relationship Type="http://schemas.openxmlformats.org/officeDocument/2006/relationships/image" Target="/ppt/media/image.svg" Id="R66633180888e46ca" /><Relationship Type="http://schemas.openxmlformats.org/officeDocument/2006/relationships/notesSlide" Target="/ppt/notesSlides/notesSlide1.xml" Id="Rcce8a75e698241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5b96fc870453c" /><Relationship Type="http://schemas.openxmlformats.org/officeDocument/2006/relationships/notesSlide" Target="/ppt/notesSlides/notesSlide2.xml" Id="R86789915379349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3a1f5f84541d4" /><Relationship Type="http://schemas.openxmlformats.org/officeDocument/2006/relationships/image" Target="/ppt/media/image2.png" Id="R8260b1b2086a4d32" /><Relationship Type="http://schemas.openxmlformats.org/officeDocument/2006/relationships/image" Target="/ppt/media/image2.svg" Id="Rc147754bd5804748" /><Relationship Type="http://schemas.openxmlformats.org/officeDocument/2006/relationships/notesSlide" Target="/ppt/notesSlides/notesSlide3.xml" Id="Rc74c4b9d72ab46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25ac2249545a1" /><Relationship Type="http://schemas.openxmlformats.org/officeDocument/2006/relationships/notesSlide" Target="/ppt/notesSlides/notesSlide4.xml" Id="R84c4f585e17941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5319371e9448a" /><Relationship Type="http://schemas.openxmlformats.org/officeDocument/2006/relationships/notesSlide" Target="/ppt/notesSlides/notesSlide5.xml" Id="R60e6dcccdb6840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d51f462b94505" /><Relationship Type="http://schemas.openxmlformats.org/officeDocument/2006/relationships/notesSlide" Target="/ppt/notesSlides/notesSlide6.xml" Id="Re7dfe445a09544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1e093f05d4c57" /><Relationship Type="http://schemas.openxmlformats.org/officeDocument/2006/relationships/image" Target="/ppt/media/image3.png" Id="Rf5185d5d7c8e40ad" /><Relationship Type="http://schemas.openxmlformats.org/officeDocument/2006/relationships/image" Target="/ppt/media/image3.svg" Id="Ra3acb205b11f40a0" /><Relationship Type="http://schemas.openxmlformats.org/officeDocument/2006/relationships/notesSlide" Target="/ppt/notesSlides/notesSlide7.xml" Id="Re3481cc29faa48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e718619984b8a" /><Relationship Type="http://schemas.openxmlformats.org/officeDocument/2006/relationships/notesSlide" Target="/ppt/notesSlides/notesSlide8.xml" Id="Rfeaa7428b64b431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4F3955-F7EA-4038-B589-9D63B6D4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FF219-86E0-46F3-B89B-7DC8E39A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DABFB-6BC7-414E-8F9D-A2E15D35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268E4-3580-4FC9-8FB4-437A9E8B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64136-5F1E-49CF-89DA-6C40FF17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9C99F1-B3AC-4D05-B1CD-277BA347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2A856-847A-4CD2-94F5-0C5DE4C3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Loaded Headline Laboratory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6884EA-D730-4274-A2B6-3FE7DC50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2e0918c5154dec">
            <a:extLst>
              <a:ext uri="{96DAC541-7B7A-43D3-8B79-37D633B846F1}">
                <asvg:svgBlip xmlns:asvg="http://schemas.microsoft.com/office/drawing/2016/SVG/main" r:embed="R66633180888e46c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5C8258-328C-4BE3-A7C5-929DEB88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36327-B14C-474B-8A99-8586556C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C13949-BBD7-49BC-B9DB-74BE534B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785E70-4F18-458F-83F0-3CF0BFCA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Wording frames interpretation.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26A9F6-3A35-4A99-B337-24DB9AC4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4656EC-7566-4379-853D-695BB7C2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509651-158D-45DC-A44B-9C546A8A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338EEA-4677-4CCD-8BF1-75CA1AC4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25-35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4707661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3DAEA2-15BB-43DB-8B5C-2C158ACB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FB9F4-CA20-4842-B3C8-225C303D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23651-991D-4E7C-B790-DDC43479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2CB3D-3527-4057-9D4C-9BAE0317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11443-7675-458D-9223-67B37D9B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EE34B-DA51-488B-8A3E-B3DB2E69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04A035-C303-43B7-8930-05A96403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094573-AC29-4CAE-88DE-24444831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7F0547-FC59-4988-ABB9-221052D1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9EE86-EB71-47B0-9EFB-C3B108DA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263136-E521-47B8-8842-006FB666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B94B57-D516-4BFE-B531-9BB65F5A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see how word choice frames knowledge claims.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Wording frames interpretation.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E8FC62-518D-4491-AAA9-E286302C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AC7125-00CE-45B6-8A4C-C1042719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05DA8-0247-472A-A6B5-46742071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82125F-4ADA-47DF-A257-F33B8B49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neutral event description. Example: "A group of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students left class to protest a school rule."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733756-5456-49B8-B520-C4CF8B3E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6305119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08CC18-7110-4F95-A832-2675FDC0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A7576F-4E59-4B57-A7DF-D416563C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80C53-2EE6-4623-9174-9AFD382E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67664-AB44-434E-B619-229B3C4F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661E1F-CDF9-4C32-A309-2729D5C1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B2549-8DC8-4BAF-8D33-E05E1880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E587A-143B-40E0-9658-FBB27046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113491-142B-4AFD-8AFC-C7857184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60b1b2086a4d32">
            <a:extLst>
              <a:ext uri="{96DAC541-7B7A-43D3-8B79-37D633B846F1}">
                <asvg:svgBlip xmlns:asvg="http://schemas.microsoft.com/office/drawing/2016/SVG/main" r:embed="Rc147754bd58047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BA8E83-69AD-4C06-ADFF-432C167B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83FC81-7054-4611-944B-E6462DDF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5937C9-C918-4B8C-9A3B-BDE4791B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4653AE-4898-4E35-81D5-4A1946B9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Loaded Headline Laboratory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A neutral claim rewritten as alarming, heroic,...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Loaded Headline Laboratory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Headline cards using verbs such as 'admits',...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004E40-BE23-4241-8224-6BA3EF74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9D0FC2-BF7D-4917-AF9B-4A3DFB77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6968C9-7D79-4F08-A477-B7B7C921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D54CF8-CF90-4ECC-B896-D47A0F7F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Loaded Headline Laboratory Stimulus A,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what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Loaded Headline Laboratory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A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5788287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B6C573-2EC2-4096-B74D-7543620B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297936-1EF6-49C0-9E2E-F40B6DA8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0011D-F4F9-4D51-B296-9A865467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611CC8-3DBC-4964-AD89-BF87E436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26771-251A-4A17-ADC3-EFE0CAB3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81E71-9918-441D-B16E-93FDBFC2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A5CD76-8656-4D42-A067-0970FE25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9E848B-A625-4295-AC3D-A14771DB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931E7-F720-4990-9DDF-214E48DE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A6A4D-CAA8-4755-AB0E-7E94A82F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4A90C7-7D61-4E5E-BE90-93CCCF76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B11DB5-F55E-4119-92E1-AB91BAA2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Groups rewrite the event as a school announcement, tabloid headline, human rights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 report, police report, student activist post and parent message.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The class identifies loaded words, omitted details and implied blame.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Students reconstruct the most neutral version possible.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Discuss whether complete neutrality is possible.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101653-B986-4CCB-BFDD-AF4AD2AF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Knowledg...</a:t>
            </a:r>
          </a:p>
        </p:txBody>
      </p:sp>
    </p:spTree>
    <p:extLst>
      <p:ext uri="{BB962C8B-B14F-4D97-AF65-F5344CB8AC3E}">
        <p14:creationId xmlns:p14="http://schemas.microsoft.com/office/powerpoint/2010/main" val="2125835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1A8B1C-F836-43D4-A6BC-7926076D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8B2D4-C5B4-4318-B91D-47FD45C5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501CA-5622-4DC5-BE73-4334839C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3F34DD-D674-4821-8DD5-B039C28A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AFFA9-F421-409D-9F1C-16A35328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773FFF-68F0-409B-BBB0-D6DD3E3F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D6F11-B632-455D-8698-8DBE7F1A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582DE-9009-409D-B279-D5812A6B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E2E4D-91CA-4A4A-866C-E56B9CB6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757EE-BE5C-4F78-9B99-45BFE7E3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687ADB-51FB-4A88-8651-DD322A41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63E189-2105-4F6F-9EDE-5398AE3C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3125B6-6DB7-4CC8-883F-E3DD67F2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BAFE4-3F4E-4CD9-BC40-E0CC7288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C48664-C8C9-443C-87B0-52863969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880878-3285-410D-AC94-4164AF0E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628E39-2957-42D4-A48C-68955E0D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B24122-36EE-4DBF-A58B-01441100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8D60BF-B09F-49CD-A17C-5D4E445E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81C862-BD29-4DF3-81AE-54482843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FC02CC-7F31-4277-B140-17E45A31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6D5930-908F-40F2-9FA4-2D42657B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4A4121-64E9-4F31-80F5-42DAE0F3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D82170-4F33-4563-B2D0-F10BC646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DAD806-FC14-41DC-A4B3-660ACEBA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3F36F1-7CCE-4985-95DA-FD298A16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36333B-2D9A-4139-8990-C025CA41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2BEF25-D068-407E-89BF-7957B01F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20592288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DA0FF5-9420-40F9-9A56-405FF53F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20FCC-9BE1-4F69-A213-244AD6CE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3F47C-A867-4127-BF4B-180811F1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C2601-DB41-4D07-B59F-D351E54C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8FF46-D0B4-4B3A-91EB-8C17A2D4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1B272-CDB6-4D54-AAFE-4A3A7180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8A269-D4CF-4F96-B696-C48744EF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ECD838-F67E-45B2-9FDA-327F2EFA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BD58F3-60FD-4708-95FA-3DA4261A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F56B7D-3919-49BC-A529-6E0DE4A1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A5C72C-5B2E-469A-9F1F-9E55E3A4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D941E-11A0-46E5-94CB-6D2C77E1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Can language be neutral?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does word choice affect what we think we know?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Is objective description possible?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40EBD-8522-4994-A5FF-0984B53D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F56BB4-8D23-4136-A7AF-0C682AD0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74E174-F541-40AB-9135-AA61DDBF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A6153F-7DA4-4AD0-A41B-28E729C9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language be neutral?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does word choice affect what we think we know?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Is objective description possible?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9D4241-EA55-43C8-B860-2978C218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5964918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CD47D0-9F4E-49BC-B110-6DFC98AC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04DC9-B941-457A-87B1-C6B393C6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34709D-D391-4872-9859-B7C3A70E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B07A2A-4C1F-46DC-A996-21E85087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37D78-0180-4339-A0D2-3252CDFB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50DEF-CE34-4F52-B495-A4216598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9DE35-C65C-4D5A-AE09-462D799F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13355-FC36-4B1F-9B8F-527FB3D9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F5CDE-92D6-4D66-93BD-9B93F69B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48FC65-2955-4982-BD38-4537B8A4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BD519A-1808-4D96-B11A-833A032E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5CAB28-6FED-49F8-A4CB-58F1C893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Loaded Headline Laboratory: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"My first judgement felt obvious, but my evidence was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thinner than I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9BCBE6-BA68-4BC0-9D58-D581B51E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7EA6F1-C11B-4B8E-9FD1-0E51ECB6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4DD237-ADFE-4337-A4C6-37F2A1CA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27267C-36DF-4F98-8769-4A633B50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85d5d7c8e40ad">
            <a:extLst>
              <a:ext uri="{96DAC541-7B7A-43D3-8B79-37D633B846F1}">
                <asvg:svgBlip xmlns:asvg="http://schemas.microsoft.com/office/drawing/2016/SVG/main" r:embed="Ra3acb205b11f40a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1446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110573-CA48-403B-B008-14B880C2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561E4-C900-4E67-8DB9-BC221209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8B1C8-E0D2-4A7B-969D-5C8BDF43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7B7261-04BE-4059-AF12-1110B5E5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6655DE-2DA9-4D92-A5B8-B22E04BE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44B821-C79E-4514-A8DE-EDAA23E7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67923-E92B-4A5D-9DAC-E4480AEF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E23D6-1D58-4256-A7C3-0E97F37A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3FF54-E104-4AA0-B365-ABAA2864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3D97BB-739F-422B-8C08-64BDC50C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67E376-C55F-4D6F-840E-462E6B00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CD6555-A9DC-4D57-8A91-9FA3A96F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set of contrasting headlines about the same event.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827037-1487-46D4-9C38-0F19F0F2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C58704-889F-478A-8FE8-A4DE4A9F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44FCC-D743-436F-862E-695CE280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4F80EB-F659-44D5-9906-9B3D45B5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C699EE-D588-4B59-989C-01410A2C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A1886E-75E7-416F-B2D7-42726820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116458-3271-4A2F-9E53-1094C1F8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1FA83E-7482-452C-BCE6-5B6FD169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Metaphor Changes Policy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Translation Loss Game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Category Boundary Sorting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78DBF1-5106-423E-A48A-7C8048DF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6358882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2026-06-20T10:31:35.0130000Z</dcterms:created>
  <dcterms:modified xsi:type="dcterms:W3CDTF">2026-06-20T10:31:35.0130000Z</dcterms:modified>
</coreProperties>
</file>