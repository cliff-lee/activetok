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58e19697e046fc" /><Relationship Type="http://schemas.openxmlformats.org/officeDocument/2006/relationships/extended-properties" Target="/docProps/app.xml" Id="R67f702a46b8f43b1" /><Relationship Type="http://schemas.openxmlformats.org/officeDocument/2006/relationships/officeDocument" Target="/ppt/presentation.xml" Id="R45e896d0709642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4eb0be91dd4e5d"/>
  </p:sldMasterIdLst>
  <p:notesMasterIdLst>
    <p:notesMasterId xmlns:r="http://schemas.openxmlformats.org/officeDocument/2006/relationships" r:id="Rd5dbc9aae255460b"/>
  </p:notesMasterIdLst>
  <p:sldIdLst>
    <p:sldId xmlns:r="http://schemas.openxmlformats.org/officeDocument/2006/relationships" id="256" r:id="R3cdfb153b8964d7f"/>
    <p:sldId xmlns:r="http://schemas.openxmlformats.org/officeDocument/2006/relationships" id="257" r:id="R70adad24037847dc"/>
    <p:sldId xmlns:r="http://schemas.openxmlformats.org/officeDocument/2006/relationships" id="258" r:id="R739ce3c8c0224388"/>
    <p:sldId xmlns:r="http://schemas.openxmlformats.org/officeDocument/2006/relationships" id="259" r:id="Rd9d4b3dd87e8449e"/>
    <p:sldId xmlns:r="http://schemas.openxmlformats.org/officeDocument/2006/relationships" id="260" r:id="R68be1fc22a114e51"/>
    <p:sldId xmlns:r="http://schemas.openxmlformats.org/officeDocument/2006/relationships" id="261" r:id="R4bedd7c57b2a4e2e"/>
    <p:sldId xmlns:r="http://schemas.openxmlformats.org/officeDocument/2006/relationships" id="262" r:id="R3dc42245d6264707"/>
    <p:sldId xmlns:r="http://schemas.openxmlformats.org/officeDocument/2006/relationships" id="263" r:id="Re33dfecdd24843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9e85594141444d" /><Relationship Type="http://schemas.openxmlformats.org/officeDocument/2006/relationships/slideMaster" Target="/ppt/slideMasters/slideMaster1.xml" Id="R6e4eb0be91dd4e5d" /><Relationship Type="http://schemas.openxmlformats.org/officeDocument/2006/relationships/notesMaster" Target="/ppt/notesMasters/notesMaster1.xml" Id="Rd5dbc9aae255460b" /><Relationship Type="http://schemas.openxmlformats.org/officeDocument/2006/relationships/presProps" Target="/ppt/presProps.xml" Id="Ra9b8983a7e3a45b8" /><Relationship Type="http://schemas.openxmlformats.org/officeDocument/2006/relationships/tableStyles" Target="/ppt/tableStyles.xml" Id="R275c7a98be944a4e" /><Relationship Type="http://schemas.openxmlformats.org/officeDocument/2006/relationships/slide" Target="/ppt/slides/slide1.xml" Id="R3cdfb153b8964d7f" /><Relationship Type="http://schemas.openxmlformats.org/officeDocument/2006/relationships/slide" Target="/ppt/slides/slide2.xml" Id="R70adad24037847dc" /><Relationship Type="http://schemas.openxmlformats.org/officeDocument/2006/relationships/slide" Target="/ppt/slides/slide3.xml" Id="R739ce3c8c0224388" /><Relationship Type="http://schemas.openxmlformats.org/officeDocument/2006/relationships/slide" Target="/ppt/slides/slide4.xml" Id="Rd9d4b3dd87e8449e" /><Relationship Type="http://schemas.openxmlformats.org/officeDocument/2006/relationships/slide" Target="/ppt/slides/slide5.xml" Id="R68be1fc22a114e51" /><Relationship Type="http://schemas.openxmlformats.org/officeDocument/2006/relationships/slide" Target="/ppt/slides/slide6.xml" Id="R4bedd7c57b2a4e2e" /><Relationship Type="http://schemas.openxmlformats.org/officeDocument/2006/relationships/slide" Target="/ppt/slides/slide7.xml" Id="R3dc42245d6264707" /><Relationship Type="http://schemas.openxmlformats.org/officeDocument/2006/relationships/slide" Target="/ppt/slides/slide8.xml" Id="Re33dfecdd24843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eadb105cf94a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966d2998fe439d" /><Relationship Type="http://schemas.openxmlformats.org/officeDocument/2006/relationships/notesMaster" Target="/ppt/notesMasters/notesMaster1.xml" Id="R915bafb185d540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d500357e2646f4" /><Relationship Type="http://schemas.openxmlformats.org/officeDocument/2006/relationships/notesMaster" Target="/ppt/notesMasters/notesMaster1.xml" Id="Ra11de4c33e2d45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359c43eba94411" /><Relationship Type="http://schemas.openxmlformats.org/officeDocument/2006/relationships/notesMaster" Target="/ppt/notesMasters/notesMaster1.xml" Id="R9efe1cfdd9df4c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47aba93e9c4fe5" /><Relationship Type="http://schemas.openxmlformats.org/officeDocument/2006/relationships/notesMaster" Target="/ppt/notesMasters/notesMaster1.xml" Id="Ree764a46e59049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53cc63bab24028" /><Relationship Type="http://schemas.openxmlformats.org/officeDocument/2006/relationships/notesMaster" Target="/ppt/notesMasters/notesMaster1.xml" Id="R09ab9026809442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bed18093794371" /><Relationship Type="http://schemas.openxmlformats.org/officeDocument/2006/relationships/notesMaster" Target="/ppt/notesMasters/notesMaster1.xml" Id="R7ed11fbfab2840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40ab2bed6d4656" /><Relationship Type="http://schemas.openxmlformats.org/officeDocument/2006/relationships/notesMaster" Target="/ppt/notesMasters/notesMaster1.xml" Id="R7a0d3121598b42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e3be2212614fe6" /><Relationship Type="http://schemas.openxmlformats.org/officeDocument/2006/relationships/notesMaster" Target="/ppt/notesMasters/notesMaster1.xml" Id="R39e34ff8456d47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597551e8847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17fdaa0b3e4413" /><Relationship Type="http://schemas.openxmlformats.org/officeDocument/2006/relationships/slideLayout" Target="/ppt/slideLayouts/slideLayout1.xml" Id="R7cae8f95340e4e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ae8f95340e4e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6108bfee941e6" /><Relationship Type="http://schemas.openxmlformats.org/officeDocument/2006/relationships/image" Target="/ppt/media/image.png" Id="R4d992a55d049401f" /><Relationship Type="http://schemas.openxmlformats.org/officeDocument/2006/relationships/image" Target="/ppt/media/image.svg" Id="R51512aa836ca43cd" /><Relationship Type="http://schemas.openxmlformats.org/officeDocument/2006/relationships/notesSlide" Target="/ppt/notesSlides/notesSlide1.xml" Id="R6cf165ac09d049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8aa47357e4d53" /><Relationship Type="http://schemas.openxmlformats.org/officeDocument/2006/relationships/notesSlide" Target="/ppt/notesSlides/notesSlide2.xml" Id="Rba0a1c54384f4a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b058a0bfa49dd" /><Relationship Type="http://schemas.openxmlformats.org/officeDocument/2006/relationships/image" Target="/ppt/media/image2.png" Id="R0f8c512d3de14aa6" /><Relationship Type="http://schemas.openxmlformats.org/officeDocument/2006/relationships/image" Target="/ppt/media/image2.svg" Id="R095a0967ee4e4604" /><Relationship Type="http://schemas.openxmlformats.org/officeDocument/2006/relationships/notesSlide" Target="/ppt/notesSlides/notesSlide3.xml" Id="Rbbd47d356e054b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7d931e06242fa" /><Relationship Type="http://schemas.openxmlformats.org/officeDocument/2006/relationships/notesSlide" Target="/ppt/notesSlides/notesSlide4.xml" Id="R7fa2b609b05f4c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01bb426b648f8" /><Relationship Type="http://schemas.openxmlformats.org/officeDocument/2006/relationships/notesSlide" Target="/ppt/notesSlides/notesSlide5.xml" Id="R23c4747810f949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59e094c9c477e" /><Relationship Type="http://schemas.openxmlformats.org/officeDocument/2006/relationships/notesSlide" Target="/ppt/notesSlides/notesSlide6.xml" Id="R59fbe9889b2647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94a83c43e4317" /><Relationship Type="http://schemas.openxmlformats.org/officeDocument/2006/relationships/image" Target="/ppt/media/image3.png" Id="R973173dc92014924" /><Relationship Type="http://schemas.openxmlformats.org/officeDocument/2006/relationships/image" Target="/ppt/media/image3.svg" Id="Ra6de5d620fc344b8" /><Relationship Type="http://schemas.openxmlformats.org/officeDocument/2006/relationships/notesSlide" Target="/ppt/notesSlides/notesSlide7.xml" Id="R73129281cfc349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ddf6d40284865" /><Relationship Type="http://schemas.openxmlformats.org/officeDocument/2006/relationships/notesSlide" Target="/ppt/notesSlides/notesSlide8.xml" Id="Ra8f1366eb9bf43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7CBB15-FB2D-4079-8113-36ED79DF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2B9E7-D905-4885-8F0F-F7D8D58C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3691B-70FD-480E-8805-322DBC08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D1F2E-12FB-47A1-BDBE-283FA86F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41F22-F80A-48BB-8644-CB6EE29A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8EC38-B66E-49C5-A8B7-22FF8F2F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AC4A6-426B-4F4B-A07C-2E576177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One Image, Many Readings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CD4DF-F863-4350-839E-F2EA7FCB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92a55d049401f">
            <a:extLst>
              <a:ext uri="{96DAC541-7B7A-43D3-8B79-37D633B846F1}">
                <asvg:svgBlip xmlns:asvg="http://schemas.microsoft.com/office/drawing/2016/SVG/main" r:embed="R51512aa836ca43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3D53D-F476-4C03-9F91-91CF4A2C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5419D-7E36-4934-A16D-5A01DB8B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A31E0-DCA5-44EB-A4CE-523F1B62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7846E-5E56-4025-A935-F3EE3989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Evidence in interpretation is plural.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45BD2-E04D-41C4-A849-047B2707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948EC-7B21-4C63-ADB4-B4F8F3BD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7D33E-9EAE-4B3B-B912-40296EED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C96BC-D537-4512-96F2-B2B583DD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6234878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9E534B-807B-4F88-963F-EA8EB799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3CA75-A186-4732-932D-FBB9C734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6F884-B625-4C3A-ADD9-7FDF9996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888EF-2B31-46EC-9A38-467000A4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79D58-3871-4F3F-90DB-10E6099F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E31E4-5D31-4EEE-B0E8-35C54360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AE0E3-8676-4145-B036-7BF06AAF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A7FB4-F5E3-432D-9639-71EB68F7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9F791-E9A4-4796-9868-34EFF1A6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0B09A-A7A3-415B-84C6-20F065A4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9B91E-5037-4492-8DB9-FE6896CF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E52BC-9B2C-402F-9343-C1E1F62D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practise evidence-based interpretation from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multiple lenses.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Evidence in interpretation is plural.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9898D-9594-4821-A149-40FF6858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ACEFE-F000-46F2-94EF-92CAA648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75D96-AF77-42A4-A8EE-3C1D6994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E3C8D-4922-4F8D-A495-2E89CE1E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painting, photograph, poem, film still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performance clip.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D7012-5FA5-49A8-A750-71150FE1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9934982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8D976-ECE1-42D5-B352-F1C4CF3A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747D0-88F5-4E81-9FE7-B0FC7C28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151DE-B925-437D-AF0C-F0194926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BAA95-0AE5-4B5C-85D7-7B5B3AFB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36C42-A676-4BD7-9009-8CD694F2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21EFA-B3BC-4DF7-82B4-907499A6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3CF3D-C883-4B9F-A8BE-41DFF8A2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96714-E995-45B6-9785-C2580CDA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c512d3de14aa6">
            <a:extLst>
              <a:ext uri="{96DAC541-7B7A-43D3-8B79-37D633B846F1}">
                <asvg:svgBlip xmlns:asvg="http://schemas.microsoft.com/office/drawing/2016/SVG/main" r:embed="R095a0967ee4e46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7D0DA-0C2E-4263-8CCF-84AB38DD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3CBD5-8582-472C-9F1C-C4FD98D0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E9310-7BD8-4F47-A5AF-331B04A1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009E4-62A0-4FD3-A7FD-649A720D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Image, Many Readings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One ambiguous image interpreted through...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Image, Many Readings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 gallery walk where each group leaves a...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50188-7C2E-4B71-83FC-6EF6A4BB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ABD3F-DCFB-4BC8-A617-D2D2C373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4A532-1EEC-47BF-BD59-53928347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DFCD3-E718-4DD8-B4D7-E958BD92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One Image, Many Readings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One Image, Many Readings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352920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EFF340-5F22-4D7A-A01D-B95F764B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F7030-65C9-4AE2-9E37-979F607D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0D2D5-2350-4A5D-A881-EB981D6F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6F719-1CEB-4C00-9EFC-11048E1C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5312A-9392-40D2-8FAD-C9CA5FD5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BA50A-C94E-4D55-991A-4E3E2EE2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5B7F1-5D12-4FD7-8194-F122CAFA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8980A-8F56-4087-8129-AD48039E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5DD45-FBC3-4153-BDB1-979DBF11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83874-4697-469F-87B5-9E2973F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16B7B-E580-44EB-B0DE-2B4F6EB1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2361C-B578-4194-B096-35CD56B4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Assign lenses: emotional, political, historical, technical, feminist, religious,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personal, formal composition.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produce a reading using at least three pieces of evidence from the work.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compare compatible and incompatible interpretations.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Create class criteria for a strong interpretation.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AA0C5-51FE-4CFC-ACF1-CE67FF01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The Arts.</a:t>
            </a:r>
          </a:p>
        </p:txBody>
      </p:sp>
    </p:spTree>
    <p:extLst>
      <p:ext uri="{BB962C8B-B14F-4D97-AF65-F5344CB8AC3E}">
        <p14:creationId xmlns:p14="http://schemas.microsoft.com/office/powerpoint/2010/main" val="17768311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D0F65A-18CF-4E55-8604-8FBC7146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0ED1E-1899-490F-AADA-A4E3C5AA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ADFCE-43DA-4E8B-8C71-0E258B0F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D5EA9-DC30-435E-B9A1-29893416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68F92-5B1A-4942-817A-FF1EE515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8E7D7-5AD5-4D91-AAD5-F7BDB8DB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82C1F-5234-47D3-AE71-7EC03EB0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8EB6F-35B4-4FB2-ADD7-1D4AD6F0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9D945-817E-4DBC-990F-97B293B2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6FCBB-A0CA-4710-B90E-D19C1DB9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6FE3A-1996-4ED5-B900-DDF184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D2D7E-AA8C-4AC1-93F4-9B1B9E7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BBDD3-8FA5-4F27-9CA2-9AFC9073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75621-733A-401B-9964-213B3D01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07311-94DE-4A60-8466-5BDAEAE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8229A-6E69-4CD8-915F-CAAAC6DB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74A00-0B50-4616-84EC-2DEE50B0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60DB4-14B0-443D-B76C-80600EC7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FFBB8-631A-4047-AB20-FD0A3942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3540D-09F9-4D07-ACEA-6A2CFB3B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E3BAB-A9B2-4368-85B9-90966F00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B696C1-FBAE-4DF7-9737-EFE288BD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A5562-67A9-4B2C-ACA4-6A8C1370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E724F-3E45-473E-900C-584CD753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EC11A-9399-409C-8183-C97A8266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4D0E69-401B-4ABA-B9D5-504902CE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AB5DA8-D86B-44DE-9E8B-6AD306B1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C0EE7A-4FF9-46CC-AB7E-9BAE0D09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9339103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2B8D85-6371-4B77-A5D0-BB67C4DB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EDB4C-CDF2-4C3A-9D07-606A8E12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B7A20-2B81-4E77-94E0-3A00A63E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20CEB-7A74-4A4A-A7CF-049D7CBC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60D1B-DE27-4682-98D2-3731FDF4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D0F30-BBE1-48B8-9B19-28B87859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8AB8D-075B-4FCB-9C93-6944ACC3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A8645-4B9B-444F-9BC0-ED2F2214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B59DD-E0EF-4DD9-962A-72487762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F93B0-4371-4078-95C2-7DC31CF3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41E74-8AAC-4EFA-B4D3-E4100F9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E4117-F8CA-48E4-BF2D-D35C6CB2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Is ambiguity a weakness or strength in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the arts?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 in artistic interpretation?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art reveal truths that cannot be stated directly?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1BC45-10D6-4954-A33D-0EFED71D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6A7FC-C507-4D17-9482-B03E1B0E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015F0-885F-416A-919D-6B0F54C6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07518-7C2F-4F85-BBCE-FA2BFE0F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ambiguity a weakness or strength in the arts?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 in artistic interpretation?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art reveal truths that cannot be stated directly?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DA89F-F252-4E5E-B0B9-8ADF10EF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5732619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E4E08D-B511-43A8-A79B-507917B6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464F0-6F4A-4998-BA9F-86E04A65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6FD19-E6F1-4740-845C-A568BE65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4C08C-8EA9-41E6-8878-C94EEA1A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FB6DA-54A2-4342-8669-2094F042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4D92F-A6A8-45E5-B2E5-F2D95096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E7085-AFAC-469A-8160-2D6A07F1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E2D95-3894-4DE0-B82A-73F941CB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4BE0C-FFBA-4D97-9745-5BE621C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68AE0-5E21-4A08-93C7-F4CD697D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57C6A-332D-4F57-A7CB-5D3BA60C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B5FC1-FE3C-4122-AFD9-9F69D9FB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One Image, Many Readings: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82126-0C1C-488E-AEFA-2947B29D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DD38C-829D-4112-A559-8D8D0586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2F585-CB1A-42CE-98EF-26A305D0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27F17-039B-419D-90DC-2FF2ABEE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173dc92014924">
            <a:extLst>
              <a:ext uri="{96DAC541-7B7A-43D3-8B79-37D633B846F1}">
                <asvg:svgBlip xmlns:asvg="http://schemas.microsoft.com/office/drawing/2016/SVG/main" r:embed="Ra6de5d620fc344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572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FFBA2-A2EA-4FBF-9EE4-DA576E3D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E26CB-E360-40AB-87F9-9E0E99B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C4FA7-1B8E-4CA0-B71C-E69A99F4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30649-ED7F-4B4D-A95B-592054FA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719E4-C705-4BBE-8202-81545A87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B45AD-9188-493C-8ECE-ACA5B59B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E83A2-A605-4ECD-8294-50C212D7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8FF55-6801-4154-8EED-3A7639D8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08E09-7965-44E2-B6D3-9512CA91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CB1F9-7E98-45A9-9A33-A8E7C389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D007C-EB41-4538-93B7-555302A9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FB685-293A-4774-B506-0F9D4A51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 annotated image with multiple interpretive lenses.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CC4A2-C5DD-44DA-BA59-301F9A50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B688C-DE85-4242-9568-2FB7EF54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13C28-3609-45E0-A85E-9059910D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4E4EC-A572-490B-B073-5FBF2AB5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B1F14-997C-4977-95CC-0ED23170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833A3-3CB9-4B9F-A534-49927289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CDBE1-06C9-42C3-954B-8F786492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CCB40-E372-428A-A4C9-2E5F677D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Title Changes Meaning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Fake or Masterpiece?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Music and Emotion 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AB697-8D10-49F5-AAE6-C49DD9BB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752084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2026-06-20T10:31:37.4100000Z</dcterms:created>
  <dcterms:modified xsi:type="dcterms:W3CDTF">2026-06-20T10:31:37.4100000Z</dcterms:modified>
</coreProperties>
</file>