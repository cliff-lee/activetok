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121d0f16b6b405d" /><Relationship Type="http://schemas.openxmlformats.org/officeDocument/2006/relationships/extended-properties" Target="/docProps/app.xml" Id="R7a2950a97fcd4961" /><Relationship Type="http://schemas.openxmlformats.org/officeDocument/2006/relationships/officeDocument" Target="/ppt/presentation.xml" Id="Rcb22dfd2813340f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e2d62de34b3429a"/>
  </p:sldMasterIdLst>
  <p:notesMasterIdLst>
    <p:notesMasterId xmlns:r="http://schemas.openxmlformats.org/officeDocument/2006/relationships" r:id="R974f8ed103324091"/>
  </p:notesMasterIdLst>
  <p:sldIdLst>
    <p:sldId xmlns:r="http://schemas.openxmlformats.org/officeDocument/2006/relationships" id="256" r:id="R612b1bdb1bc34303"/>
    <p:sldId xmlns:r="http://schemas.openxmlformats.org/officeDocument/2006/relationships" id="257" r:id="R40bdf417d4f34296"/>
    <p:sldId xmlns:r="http://schemas.openxmlformats.org/officeDocument/2006/relationships" id="258" r:id="R2bd5c2111cc94a2d"/>
    <p:sldId xmlns:r="http://schemas.openxmlformats.org/officeDocument/2006/relationships" id="259" r:id="R7950948cca4245a6"/>
    <p:sldId xmlns:r="http://schemas.openxmlformats.org/officeDocument/2006/relationships" id="260" r:id="Rdf2adc34438f4b85"/>
    <p:sldId xmlns:r="http://schemas.openxmlformats.org/officeDocument/2006/relationships" id="261" r:id="R4603765d6f824275"/>
    <p:sldId xmlns:r="http://schemas.openxmlformats.org/officeDocument/2006/relationships" id="262" r:id="R8c2752133aad4bfb"/>
    <p:sldId xmlns:r="http://schemas.openxmlformats.org/officeDocument/2006/relationships" id="263" r:id="Rbfed8872d16a443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49d56bf5b074fa4" /><Relationship Type="http://schemas.openxmlformats.org/officeDocument/2006/relationships/slideMaster" Target="/ppt/slideMasters/slideMaster1.xml" Id="R8e2d62de34b3429a" /><Relationship Type="http://schemas.openxmlformats.org/officeDocument/2006/relationships/notesMaster" Target="/ppt/notesMasters/notesMaster1.xml" Id="R974f8ed103324091" /><Relationship Type="http://schemas.openxmlformats.org/officeDocument/2006/relationships/presProps" Target="/ppt/presProps.xml" Id="R63abae5f48fb4220" /><Relationship Type="http://schemas.openxmlformats.org/officeDocument/2006/relationships/tableStyles" Target="/ppt/tableStyles.xml" Id="R374556eeab034975" /><Relationship Type="http://schemas.openxmlformats.org/officeDocument/2006/relationships/slide" Target="/ppt/slides/slide1.xml" Id="R612b1bdb1bc34303" /><Relationship Type="http://schemas.openxmlformats.org/officeDocument/2006/relationships/slide" Target="/ppt/slides/slide2.xml" Id="R40bdf417d4f34296" /><Relationship Type="http://schemas.openxmlformats.org/officeDocument/2006/relationships/slide" Target="/ppt/slides/slide3.xml" Id="R2bd5c2111cc94a2d" /><Relationship Type="http://schemas.openxmlformats.org/officeDocument/2006/relationships/slide" Target="/ppt/slides/slide4.xml" Id="R7950948cca4245a6" /><Relationship Type="http://schemas.openxmlformats.org/officeDocument/2006/relationships/slide" Target="/ppt/slides/slide5.xml" Id="Rdf2adc34438f4b85" /><Relationship Type="http://schemas.openxmlformats.org/officeDocument/2006/relationships/slide" Target="/ppt/slides/slide6.xml" Id="R4603765d6f824275" /><Relationship Type="http://schemas.openxmlformats.org/officeDocument/2006/relationships/slide" Target="/ppt/slides/slide7.xml" Id="R8c2752133aad4bfb" /><Relationship Type="http://schemas.openxmlformats.org/officeDocument/2006/relationships/slide" Target="/ppt/slides/slide8.xml" Id="Rbfed8872d16a443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49d01c06617499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73a5ab09e734f4f" /><Relationship Type="http://schemas.openxmlformats.org/officeDocument/2006/relationships/notesMaster" Target="/ppt/notesMasters/notesMaster1.xml" Id="Rccd9fe53088149a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777cbadbbf40f0" /><Relationship Type="http://schemas.openxmlformats.org/officeDocument/2006/relationships/notesMaster" Target="/ppt/notesMasters/notesMaster1.xml" Id="Rb1e2345396754d7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e6f9a13dda34399" /><Relationship Type="http://schemas.openxmlformats.org/officeDocument/2006/relationships/notesMaster" Target="/ppt/notesMasters/notesMaster1.xml" Id="Reef202c9dbd7435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1bd34fe52e44a3f" /><Relationship Type="http://schemas.openxmlformats.org/officeDocument/2006/relationships/notesMaster" Target="/ppt/notesMasters/notesMaster1.xml" Id="R4c8cced8203547e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99f892e50f24595" /><Relationship Type="http://schemas.openxmlformats.org/officeDocument/2006/relationships/notesMaster" Target="/ppt/notesMasters/notesMaster1.xml" Id="R0113096afdc0442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3590200f17544be" /><Relationship Type="http://schemas.openxmlformats.org/officeDocument/2006/relationships/notesMaster" Target="/ppt/notesMasters/notesMaster1.xml" Id="R2d2b48f300a14d3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6dfe2f005904148" /><Relationship Type="http://schemas.openxmlformats.org/officeDocument/2006/relationships/notesMaster" Target="/ppt/notesMasters/notesMaster1.xml" Id="R9708b3d4e1394be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1cd82d638ce4d2b" /><Relationship Type="http://schemas.openxmlformats.org/officeDocument/2006/relationships/notesMaster" Target="/ppt/notesMasters/notesMaster1.xml" Id="R5c1bb71bfee645e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8e04b7f8e44ad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df0ef86b8324e3f" /><Relationship Type="http://schemas.openxmlformats.org/officeDocument/2006/relationships/slideLayout" Target="/ppt/slideLayouts/slideLayout1.xml" Id="Re07353a0ed6b47b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07353a0ed6b47b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790b869eb14539" /><Relationship Type="http://schemas.openxmlformats.org/officeDocument/2006/relationships/image" Target="/ppt/media/image.png" Id="R7eef7eb163264af0" /><Relationship Type="http://schemas.openxmlformats.org/officeDocument/2006/relationships/image" Target="/ppt/media/image.svg" Id="R195a3cded1b34236" /><Relationship Type="http://schemas.openxmlformats.org/officeDocument/2006/relationships/notesSlide" Target="/ppt/notesSlides/notesSlide1.xml" Id="R41b5df72e02a4d0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e71c21d90b4ca3" /><Relationship Type="http://schemas.openxmlformats.org/officeDocument/2006/relationships/notesSlide" Target="/ppt/notesSlides/notesSlide2.xml" Id="R4b071452d3e4401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c4c3da03db47c4" /><Relationship Type="http://schemas.openxmlformats.org/officeDocument/2006/relationships/image" Target="/ppt/media/image2.png" Id="R68a25ccde24e4c73" /><Relationship Type="http://schemas.openxmlformats.org/officeDocument/2006/relationships/image" Target="/ppt/media/image2.svg" Id="Ra866e40b42b94461" /><Relationship Type="http://schemas.openxmlformats.org/officeDocument/2006/relationships/notesSlide" Target="/ppt/notesSlides/notesSlide3.xml" Id="R0688a4a0f8d241b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453ade72da45d8" /><Relationship Type="http://schemas.openxmlformats.org/officeDocument/2006/relationships/notesSlide" Target="/ppt/notesSlides/notesSlide4.xml" Id="R6bab6696a2e7448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c932679712419e" /><Relationship Type="http://schemas.openxmlformats.org/officeDocument/2006/relationships/notesSlide" Target="/ppt/notesSlides/notesSlide5.xml" Id="Rbd29e911bf8640f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1b6782fa734408" /><Relationship Type="http://schemas.openxmlformats.org/officeDocument/2006/relationships/notesSlide" Target="/ppt/notesSlides/notesSlide6.xml" Id="R1278f98d6ccc4ef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3686dd4d0a43d8" /><Relationship Type="http://schemas.openxmlformats.org/officeDocument/2006/relationships/image" Target="/ppt/media/image3.png" Id="Rb0720fc7c02647e6" /><Relationship Type="http://schemas.openxmlformats.org/officeDocument/2006/relationships/image" Target="/ppt/media/image3.svg" Id="R8b086cd38baa452b" /><Relationship Type="http://schemas.openxmlformats.org/officeDocument/2006/relationships/notesSlide" Target="/ppt/notesSlides/notesSlide7.xml" Id="R9f6b5a6c23254db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0761a4bc52468d" /><Relationship Type="http://schemas.openxmlformats.org/officeDocument/2006/relationships/notesSlide" Target="/ppt/notesSlides/notesSlide8.xml" Id="R32b7f4d905804a7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BE6639-5F99-4229-8684-D533E5CFF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7A65C1-D27A-4BDD-A68A-FE27F3E46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AE0AA4-FCEA-46A4-8B6C-1940310E7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E19BE4-0DBC-4B9D-989A-1A1135178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1A73D1-A4FE-4576-80FF-966290A5C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1/8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C1983B-E061-4731-992D-82E12A29E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Mathematics  |  35-45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9348D4-703B-4CD3-B7FB-6FDBD5401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685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Axiom Switch Universe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D4E221-4315-479F-91AD-C9D01CCB8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838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Student-facing slide deck draft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ef7eb163264af0">
            <a:extLst>
              <a:ext uri="{96DAC541-7B7A-43D3-8B79-37D633B846F1}">
                <asvg:svgBlip xmlns:asvg="http://schemas.microsoft.com/office/drawing/2016/SVG/main" r:embed="R195a3cded1b3423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53375" y="1028700"/>
            <a:ext cx="3143250" cy="19526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0508B3-C245-421B-AC3D-13A1F1D52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19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6F83FA-4B8E-4F44-A94C-EFAFB686D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5B264C-10D3-46AA-A3A2-01E0C2E2E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573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Big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A10175-24AC-4B5A-8888-51F55056F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5695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Axioms create mathematical worlds.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0E5954-646F-4ED7-97C9-06095789E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3810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B79911-11FA-4DD6-B0EA-D67E462F9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A96A40-A97D-434C-8E8F-C5A4A5CAA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352800"/>
            <a:ext cx="3352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Use In Class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CE4918-2715-4323-A42B-6171B4AE5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752850"/>
            <a:ext cx="3314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Time: 35-45 min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Difficulty: Extended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Resource: free now</a:t>
            </a:r>
          </a:p>
        </p:txBody>
      </p:sp>
    </p:spTree>
    <p:extLst>
      <p:ext uri="{BB962C8B-B14F-4D97-AF65-F5344CB8AC3E}">
        <p14:creationId xmlns:p14="http://schemas.microsoft.com/office/powerpoint/2010/main" val="11891060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D6BE65-A060-4B5E-9947-0E53951CE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3DC102-AD76-4300-95F3-2D5E42CC8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5420BD-2CE1-4BDC-90CC-906A6FFBE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496564-5176-40F5-9782-FF5F7A755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CAAC02-ED75-4E1E-9153-6CE48A5DC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2/8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89BFF0-E6ED-4C67-90CA-7B25BCAF2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Mathematics  |  35-45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81A60B-EF93-47CA-80FE-25244F9C3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Purpose &amp;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DC6511-C328-4EBC-8BCF-743C6EB6C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this before students move into TOK analysis.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B6DE1A-F8A7-4C7A-A1BE-C8B2580B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143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5C3BA1-3F9D-46A7-B993-80EBE7DE1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689F27-9962-4328-87B4-359936F3F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Learning Focus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D4A906-C961-4E79-BA56-911B029B1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464820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explore how changing assumptions changes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mathematical truth.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Axioms create mathematical worlds.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B7C787-CAA3-4FA3-AF3E-0704995EA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9053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DAD78E-65D4-43E9-8C2A-8F1CE7112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159D16-CDF9-464E-AD5C-6634C5157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6217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Materials &amp; Run Kit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38F912-9901-4999-974D-43C4A102F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62225"/>
            <a:ext cx="441007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Three rule cards describing different parallel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postulates.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Printable student worksheet with observation,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inference, evidence, and confidence columns.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Teacher notes with setup checklist, sample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facilitation language, misconceptions, and assessment...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8D5E86-B9FE-44F1-B8ED-333C87A33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382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2F865F"/>
            </a:solidFill>
            <a:prstDash val="solid"/>
          </a:ln>
        </p:spPr>
        <p:txBody>
          <a:bodyPr xmlns:a="http://schemas.openxmlformats.org/drawingml/2006/main" lIns="171450" tIns="95250" rIns="171450" bIns="762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Teacher move: ask for a private first judgement before discussion so students can notice how knowledge is formed, revised, and justified.</a:t>
            </a:r>
          </a:p>
        </p:txBody>
      </p:sp>
    </p:spTree>
    <p:extLst>
      <p:ext uri="{BB962C8B-B14F-4D97-AF65-F5344CB8AC3E}">
        <p14:creationId xmlns:p14="http://schemas.microsoft.com/office/powerpoint/2010/main" val="7749234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DC11FA-1CBB-443F-A612-BFC14696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290679-EFD0-47F6-9809-DF7F71FA8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FAD362-06CB-410B-A258-FDD760232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10F9FD-81D3-4D7A-AE3E-D28FAE157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376A0B-E168-439E-9FA4-CEE43684B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3/8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89F9D3-1AB9-4F3C-9CE6-252F762B6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Mathematics  |  35-45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185CB9-8417-4993-96C5-021146D56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Use The Actual Stimulus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06A24C-9A1F-4C23-91E4-A40DF2925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Students inspect this before abstract TOK language.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a25ccde24e4c73">
            <a:extLst>
              <a:ext uri="{96DAC541-7B7A-43D3-8B79-37D633B846F1}">
                <asvg:svgBlip xmlns:asvg="http://schemas.microsoft.com/office/drawing/2016/SVG/main" r:embed="Ra866e40b42b9446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1762125"/>
            <a:ext cx="5143500" cy="35814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9687C8-4F96-4837-AF29-D8D747822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49053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9F20A9-A7FD-4FD4-9E66-29FCE015A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CD2C1E-B13D-49EC-B2A0-093938B30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Stimulus Packet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651AFD-5620-45B1-9EAA-3F9D42994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00300"/>
            <a:ext cx="44100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Axiom Switch Universe Stimulus A: Student-facing stimulus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1: A geometry rule change where parallel lines behave...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Axiom Switch Universe Stimulus B: Student-facing stimulus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2: A made-up arithmetic system with a changed operation...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031E3C-E3D8-42A4-A8C4-F30E4F773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490537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5C2745-7192-47B8-88B0-AFD8B73FB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762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1C9343-8524-4F90-B582-5028B42C2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433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Lesson Questions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7720D8-827C-41AC-B6DC-58B7BB2DF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43400"/>
            <a:ext cx="441007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After inspecting Axiom Switch Universe Stimulus A, what is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your first knowledge claim?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Which exact detail from Axiom Switch Universe Stimulus A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did you use as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did you infer beyond the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</p:spTree>
    <p:extLst>
      <p:ext uri="{BB962C8B-B14F-4D97-AF65-F5344CB8AC3E}">
        <p14:creationId xmlns:p14="http://schemas.microsoft.com/office/powerpoint/2010/main" val="116815297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4654C9-4A3F-4698-BD46-4EEFF0E9B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60D34F-6561-43EE-8B9A-0C67241CF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7034D9-B813-4395-B8D9-8E22071AA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A6BAB2-2CCC-4339-93A0-8376908CE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6AF3AC-029F-4AB0-8F01-65599EB07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4/8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44C1CB-E808-4FC4-A096-C0FAD4941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Mathematics  |  35-45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A93131-CCC5-48BD-9021-40C418FD1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Run The Activity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3E3E89-85BF-47D5-AF92-AAD39CAB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Keep the experience concrete before naming the TOK issue.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74378F-9AA2-4632-9588-E43C2EC1C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41082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B8FD90-D771-4ED3-A950-D50EE6502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D46291-0C1C-4AE9-8116-0B32E03B9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Student-Facing Procedure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48356F-243E-480A-8906-6FDE87DE5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9915525" cy="284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1. Give groups different geometry worlds: exactly one parallel line, no parallel lines,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 or many parallel lines through a point not on a line.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2. Students draw what triangles, lines and maps might be like in their world.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3. Each group states one theorem that may change.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4. Discuss usefulness, consistency and truth.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6EB762-970F-41A2-B3EF-6A42F4D42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 task: Use the stimulus cards to complete the observation/inference/evidence/confidence grid, then answer one TOK knowledge question connected to Mathemat...</a:t>
            </a:r>
          </a:p>
        </p:txBody>
      </p:sp>
    </p:spTree>
    <p:extLst>
      <p:ext uri="{BB962C8B-B14F-4D97-AF65-F5344CB8AC3E}">
        <p14:creationId xmlns:p14="http://schemas.microsoft.com/office/powerpoint/2010/main" val="168834260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993CB3-CC00-4755-A3EA-EFE3EA922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61F364-2AD5-4129-8F32-DC7D7FC7A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C3BADF-EBBD-4377-96A8-B450126C4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740AF9-80DE-48E4-B5AE-99DC1A039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7312E4-FDD5-4AE0-9A07-542509461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5/8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19239D-BC25-4363-A094-040136CF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Mathematics  |  35-45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8FA05B-9DE5-4813-A6F2-0375A5F95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Thinking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FD6E61-F21D-4A39-B964-ABC64AF4D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Separate what students noticed from what they inferred.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8B1913-7246-4138-B7A5-566F56335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204B1D-7AEB-4BFC-953F-320F099B0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7B89D1-AFE7-4309-90AE-6A4F2F71A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noticed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E529AA-F32B-43A3-8BEE-1EEC11723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Observable details, data, words, actions, or results.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1DB227-DFF0-4856-B191-8290C83CB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07313D-6E76-4883-B7A5-BDEC5FEB8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D52953-88E0-4506-A012-384AB3273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inferred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3E2151-FD5D-40EB-9F3F-4282B2813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The meaning or explanation I added.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02F584-C6DA-46F5-83C4-5150ABF43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491662-4857-467F-A506-3606826A9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DAC991-7756-498F-A81E-E63A2853D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C9A131-0EF3-42A3-B0D3-8E541F7E7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What supports my inference? What is missing?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439BF0-C2A8-4835-9608-FD8A751AE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C0EB1D-B373-4B5F-BC91-FA2C29079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420DBA-57D3-4A41-8716-BEC89BE36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Confidence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799F5D-7466-42F9-97A2-A57A166DB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How sure am I, and why?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E62712-272A-4276-911B-9B47A324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4108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3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233459-7DEB-41A7-96E4-BC5F147E0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3DD7CE-A836-482C-BF55-33E797B4A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Pair Share Prompt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79FE70-77F4-40FC-8A93-4A554B013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67300"/>
            <a:ext cx="99155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Compare one place where your first judgement changed. What caused the change: new evidence, another perspective, better language, or a revised method?</a:t>
            </a:r>
          </a:p>
        </p:txBody>
      </p:sp>
    </p:spTree>
    <p:extLst>
      <p:ext uri="{BB962C8B-B14F-4D97-AF65-F5344CB8AC3E}">
        <p14:creationId xmlns:p14="http://schemas.microsoft.com/office/powerpoint/2010/main" val="75577423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3F4F7E-9AE8-4FAC-AF51-83A0A4E3C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066EF7-0040-4284-BF76-01EDC9CCA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0AC060-A6A4-4BB4-8AD4-71AD3E826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98F1A2-5D1D-4867-83B6-FD635F546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3E36CF-D1F8-4D62-80EC-BD28AA245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6/8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3D4967-E09D-4CA5-9C89-5FC03DE39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Mathematics  |  35-45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70B2AF-F9DD-46DA-A557-D668B0CC7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TOK Debrief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5E47B5-9D8C-404E-8C3F-8E1791162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Move from the activity result to a knowledge question.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61A089-4294-4927-AB71-5E1EDAFB7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02154A-D2DB-4B0B-B497-7012064D1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4FD4E7-76A6-40AF-A5B8-39D72016F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Debrief Questions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4D5947-6AD0-4DBB-B3C8-7EBD4538C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Knowledge question: Are mathematical truths absolute?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If different axiom systems are possible, what makes one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useful?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Is consistency enough for mathematical knowledge?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0E6BF8-FFE5-48FC-B659-218EBDF68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76F243-0E78-4FB3-81FA-82ABABA4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67423B-A51A-4C91-8BD2-F359C5C4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Knowledge Questions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EE92FE-83BE-4199-AB41-5D5365DA5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Are mathematical truths absolute?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If different axiom systems are possible, what makes one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useful?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Is consistency enough for mathematical knowledge?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F73E36-921A-43C0-862B-EDFDCACBC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Best discussion move: ask students to name a criterion for reliability, not just say “it depends.”</a:t>
            </a:r>
          </a:p>
        </p:txBody>
      </p:sp>
    </p:spTree>
    <p:extLst>
      <p:ext uri="{BB962C8B-B14F-4D97-AF65-F5344CB8AC3E}">
        <p14:creationId xmlns:p14="http://schemas.microsoft.com/office/powerpoint/2010/main" val="184562107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FFCA20-136A-4887-AC6F-A256E0F6A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609786-D54E-4C81-901C-E94A58B88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012E17-F335-41AD-9D9D-0CC46AE0E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806A8D-FED4-4D8A-890D-8A2DB029F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C6E077-7D8F-4990-BFA9-63666095F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7/8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F44453-4ED3-4A4E-92F6-135322939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Mathematics  |  35-45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B98832-09EA-4E63-A164-07A37C989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Adapt &amp; Extend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3399A1-5EE6-4F7D-B564-C0D09A5FD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the same core activity with different support levels.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7D26CC-2F32-41F4-B5C3-D3667F244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946333-7D98-4592-A250-F095D97F9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2ED6AE-30EA-46D9-9FD0-8E72E8028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Sample Student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409B6F-305A-48D9-BE0B-4B87B937B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student claim connected to Axiom Switch Universe: "My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first judgement felt obvious, but my evidence was thinner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than I realised."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revised claim that names a method, perspective, or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language choice that changed the result.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0C1E28-DEC3-406B-BDC4-CFA1EE644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66AD96-A816-4B35-879F-EB8CD1C81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B7E552-8B0E-490A-A3A7-FBA1810CF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Extensions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145CDA-B648-47AD-988E-95204576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Design a second version of the activity that tests the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same knowledge issue in another AOK.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Find a real-world example where the same knowledge problem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matters outside the classroom.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720fc7c02647e6">
            <a:extLst>
              <a:ext uri="{96DAC541-7B7A-43D3-8B79-37D633B846F1}">
                <asvg:svgBlip xmlns:asvg="http://schemas.microsoft.com/office/drawing/2016/SVG/main" r:embed="R8b086cd38baa452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34125" y="1790700"/>
            <a:ext cx="4667250" cy="3429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83331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B70D96-DBF4-4473-9C82-97F9799A2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55FF1F-CCF9-42EF-B359-4168EB3D3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5430F7-239A-4572-BF62-07DFD3258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51D732-3FB9-4988-9E9A-DFC09D73F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C22D09-557A-4601-AF20-DE32CE3B0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8/8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6EEF6A-843C-4EFC-846F-CC93EABA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Mathematics  |  35-45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1FEA17-B944-4B33-AB74-A2BD970FF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Exhibition &amp; Exit Ticket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081567-417D-4FAB-B026-FFFE3C9E9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Turn the classroom moment into transferable TOK thinking.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1F106D-90DE-432B-A619-455F11206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143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B35C27-8D99-4A2B-9F9D-289DED8FB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C2430A-E97F-477F-9417-5F1466FAF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Exhibition Object Idea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F5AB09-D6C6-499D-85BE-51A61AD4F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6482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A student diagram of an alternative geometry world.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73013F-337F-418D-904D-CE0382E96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49053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B32A94-D203-408E-B25F-7E8F20521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72A0B5-532A-45B1-8548-85AFB0980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6692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Exit Ticket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6D6363-535A-42FB-BA0D-4A67F63BF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66975"/>
            <a:ext cx="4410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Before this activity, I assumed...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activity challenged that because...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better knowledge question is...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2C7D17-2225-4C91-8C4B-C857A4CAE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4108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43DB88-2324-4967-B830-F24B465ED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EF2050-F99A-43D0-97CE-3ABE17062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00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Related Activities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BDAE1E-CBFA-4557-B9C6-047DAAC6F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0100"/>
            <a:ext cx="9915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Proof versus Pattern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Monty Hall Shock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Calculator Trust Test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5FC68C-25E2-41D7-ACEC-3A46AEAA1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38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Free while the library is being built. Designed for future premium teacher packs.</a:t>
            </a:r>
          </a:p>
        </p:txBody>
      </p:sp>
    </p:spTree>
    <p:extLst>
      <p:ext uri="{BB962C8B-B14F-4D97-AF65-F5344CB8AC3E}">
        <p14:creationId xmlns:p14="http://schemas.microsoft.com/office/powerpoint/2010/main" val="11964216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2026-06-20T10:31:35.8010000Z</dcterms:created>
  <dcterms:modified xsi:type="dcterms:W3CDTF">2026-06-20T10:31:35.8010000Z</dcterms:modified>
</coreProperties>
</file>