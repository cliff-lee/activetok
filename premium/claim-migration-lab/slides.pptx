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7d4ed8e5e141a8" /><Relationship Type="http://schemas.openxmlformats.org/officeDocument/2006/relationships/extended-properties" Target="/docProps/app.xml" Id="Rfdb5d8ae57ce4f47" /><Relationship Type="http://schemas.openxmlformats.org/officeDocument/2006/relationships/officeDocument" Target="/ppt/presentation.xml" Id="R4fe86aa2c3b948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c0664c29664be8"/>
  </p:sldMasterIdLst>
  <p:notesMasterIdLst>
    <p:notesMasterId xmlns:r="http://schemas.openxmlformats.org/officeDocument/2006/relationships" r:id="R6508f067ce2b4666"/>
  </p:notesMasterIdLst>
  <p:sldIdLst>
    <p:sldId xmlns:r="http://schemas.openxmlformats.org/officeDocument/2006/relationships" id="256" r:id="R95361f115c0e4ea3"/>
    <p:sldId xmlns:r="http://schemas.openxmlformats.org/officeDocument/2006/relationships" id="257" r:id="R58e5e095af60406e"/>
    <p:sldId xmlns:r="http://schemas.openxmlformats.org/officeDocument/2006/relationships" id="258" r:id="Rd4b70bead1fe4c53"/>
    <p:sldId xmlns:r="http://schemas.openxmlformats.org/officeDocument/2006/relationships" id="259" r:id="R880a1d4e9d9e4402"/>
    <p:sldId xmlns:r="http://schemas.openxmlformats.org/officeDocument/2006/relationships" id="260" r:id="R1764dd44b78a400d"/>
    <p:sldId xmlns:r="http://schemas.openxmlformats.org/officeDocument/2006/relationships" id="261" r:id="Rd5da25319c754816"/>
    <p:sldId xmlns:r="http://schemas.openxmlformats.org/officeDocument/2006/relationships" id="262" r:id="R7129805d936d4673"/>
    <p:sldId xmlns:r="http://schemas.openxmlformats.org/officeDocument/2006/relationships" id="263" r:id="R13c75ee6fa7347a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99adf896814c8c" /><Relationship Type="http://schemas.openxmlformats.org/officeDocument/2006/relationships/slideMaster" Target="/ppt/slideMasters/slideMaster1.xml" Id="Rabc0664c29664be8" /><Relationship Type="http://schemas.openxmlformats.org/officeDocument/2006/relationships/notesMaster" Target="/ppt/notesMasters/notesMaster1.xml" Id="R6508f067ce2b4666" /><Relationship Type="http://schemas.openxmlformats.org/officeDocument/2006/relationships/presProps" Target="/ppt/presProps.xml" Id="R546e9cdaa2f44850" /><Relationship Type="http://schemas.openxmlformats.org/officeDocument/2006/relationships/tableStyles" Target="/ppt/tableStyles.xml" Id="Rdfa07c750c0f4ae9" /><Relationship Type="http://schemas.openxmlformats.org/officeDocument/2006/relationships/slide" Target="/ppt/slides/slide1.xml" Id="R95361f115c0e4ea3" /><Relationship Type="http://schemas.openxmlformats.org/officeDocument/2006/relationships/slide" Target="/ppt/slides/slide2.xml" Id="R58e5e095af60406e" /><Relationship Type="http://schemas.openxmlformats.org/officeDocument/2006/relationships/slide" Target="/ppt/slides/slide3.xml" Id="Rd4b70bead1fe4c53" /><Relationship Type="http://schemas.openxmlformats.org/officeDocument/2006/relationships/slide" Target="/ppt/slides/slide4.xml" Id="R880a1d4e9d9e4402" /><Relationship Type="http://schemas.openxmlformats.org/officeDocument/2006/relationships/slide" Target="/ppt/slides/slide5.xml" Id="R1764dd44b78a400d" /><Relationship Type="http://schemas.openxmlformats.org/officeDocument/2006/relationships/slide" Target="/ppt/slides/slide6.xml" Id="Rd5da25319c754816" /><Relationship Type="http://schemas.openxmlformats.org/officeDocument/2006/relationships/slide" Target="/ppt/slides/slide7.xml" Id="R7129805d936d4673" /><Relationship Type="http://schemas.openxmlformats.org/officeDocument/2006/relationships/slide" Target="/ppt/slides/slide8.xml" Id="R13c75ee6fa7347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f978b4f6ec47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22fa4bcbc24c31" /><Relationship Type="http://schemas.openxmlformats.org/officeDocument/2006/relationships/notesMaster" Target="/ppt/notesMasters/notesMaster1.xml" Id="Rf57bd16381cb49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ce89506df04a88" /><Relationship Type="http://schemas.openxmlformats.org/officeDocument/2006/relationships/notesMaster" Target="/ppt/notesMasters/notesMaster1.xml" Id="Rf65da548af3d40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23032b9495476b" /><Relationship Type="http://schemas.openxmlformats.org/officeDocument/2006/relationships/notesMaster" Target="/ppt/notesMasters/notesMaster1.xml" Id="R4f277981c76c4c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9489f30f43415b" /><Relationship Type="http://schemas.openxmlformats.org/officeDocument/2006/relationships/notesMaster" Target="/ppt/notesMasters/notesMaster1.xml" Id="R801498152bb743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18dc5d86104319" /><Relationship Type="http://schemas.openxmlformats.org/officeDocument/2006/relationships/notesMaster" Target="/ppt/notesMasters/notesMaster1.xml" Id="R4f4227cbe1cf4a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258dab390e4a61" /><Relationship Type="http://schemas.openxmlformats.org/officeDocument/2006/relationships/notesMaster" Target="/ppt/notesMasters/notesMaster1.xml" Id="R747968416e1a47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9eb52ff4ad4665" /><Relationship Type="http://schemas.openxmlformats.org/officeDocument/2006/relationships/notesMaster" Target="/ppt/notesMasters/notesMaster1.xml" Id="Rea191653337742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e58cd4acaf460c" /><Relationship Type="http://schemas.openxmlformats.org/officeDocument/2006/relationships/notesMaster" Target="/ppt/notesMasters/notesMaster1.xml" Id="R74223d93360d4b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6a4a24134943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922f0aa28546b5" /><Relationship Type="http://schemas.openxmlformats.org/officeDocument/2006/relationships/slideLayout" Target="/ppt/slideLayouts/slideLayout1.xml" Id="R3284d2b72af045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84d2b72af045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9431416ad44c4" /><Relationship Type="http://schemas.openxmlformats.org/officeDocument/2006/relationships/image" Target="/ppt/media/image.png" Id="Rd29c06f3630c4469" /><Relationship Type="http://schemas.openxmlformats.org/officeDocument/2006/relationships/image" Target="/ppt/media/image.svg" Id="R8d521ab5e88f4452" /><Relationship Type="http://schemas.openxmlformats.org/officeDocument/2006/relationships/notesSlide" Target="/ppt/notesSlides/notesSlide1.xml" Id="Rf7af5aebc45549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0d14986f84ca1" /><Relationship Type="http://schemas.openxmlformats.org/officeDocument/2006/relationships/notesSlide" Target="/ppt/notesSlides/notesSlide2.xml" Id="R264b80a81a1044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e5508b9de4f26" /><Relationship Type="http://schemas.openxmlformats.org/officeDocument/2006/relationships/image" Target="/ppt/media/image2.png" Id="R1115e174354d490e" /><Relationship Type="http://schemas.openxmlformats.org/officeDocument/2006/relationships/image" Target="/ppt/media/image2.svg" Id="R1a36dd16791045d7" /><Relationship Type="http://schemas.openxmlformats.org/officeDocument/2006/relationships/notesSlide" Target="/ppt/notesSlides/notesSlide3.xml" Id="R84038200b33e44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c635fc39346d3" /><Relationship Type="http://schemas.openxmlformats.org/officeDocument/2006/relationships/notesSlide" Target="/ppt/notesSlides/notesSlide4.xml" Id="R768d52e1534642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7ce2d7e0b4755" /><Relationship Type="http://schemas.openxmlformats.org/officeDocument/2006/relationships/notesSlide" Target="/ppt/notesSlides/notesSlide5.xml" Id="R30ba799ea2fd47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fdf324bb747a9" /><Relationship Type="http://schemas.openxmlformats.org/officeDocument/2006/relationships/notesSlide" Target="/ppt/notesSlides/notesSlide6.xml" Id="R4637f748bf1f47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b1a7429f14745" /><Relationship Type="http://schemas.openxmlformats.org/officeDocument/2006/relationships/image" Target="/ppt/media/image3.png" Id="R49bbdbfb328049bd" /><Relationship Type="http://schemas.openxmlformats.org/officeDocument/2006/relationships/image" Target="/ppt/media/image3.svg" Id="R82d58d9f43934ad9" /><Relationship Type="http://schemas.openxmlformats.org/officeDocument/2006/relationships/notesSlide" Target="/ppt/notesSlides/notesSlide7.xml" Id="Rd53bb755960848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72767b7dd44a0" /><Relationship Type="http://schemas.openxmlformats.org/officeDocument/2006/relationships/notesSlide" Target="/ppt/notesSlides/notesSlide8.xml" Id="Rcf4ebad79feb406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D72C72-AA6F-46D3-85AE-03AA7E6B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46E4F-F1A5-4737-8E3D-003CBFC6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5BECC-85CF-4E8A-901E-ACAC8465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451A3-9881-42E1-8B2A-74B7E86E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795A0-AF60-42DF-957E-23DF9B93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DDAF3-13B9-4E75-8BDC-4B0327D6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FD152A-7852-4B95-958B-99F732C7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Claim Migration Lab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FA0FA-B249-4FD5-8034-4B7C1174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9c06f3630c4469">
            <a:extLst>
              <a:ext uri="{96DAC541-7B7A-43D3-8B79-37D633B846F1}">
                <asvg:svgBlip xmlns:asvg="http://schemas.microsoft.com/office/drawing/2016/SVG/main" r:embed="R8d521ab5e88f445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7CBD5-1C54-471E-8727-AE1586CC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79C3D5-93A5-4E3A-8C0A-4A92B521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D1FCE3-9310-482C-BC4C-3309C2DB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B2DB03-5DB0-4C18-A96F-0592054C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claim can change meaning and justification when it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migrates between knowledge contexts.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FAF5F5-B619-4D2E-BD5D-5FCDEBC5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16DF44-C97B-4DD2-868A-5CBD89CA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AEA694-9C42-42F6-9B2D-8AE2662C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AA66BB-F54C-43F8-ACC5-A16276F4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35-45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31172066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DD67CA-5B81-4E82-A55D-99D81326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83C25-6BA6-455E-8107-41172F60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D7629-34A1-42E1-BD6E-12DBF5F3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661A2-64E5-49A0-8D53-1CFD042B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4BB57-8A7D-4E6D-98D8-1C1E0035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EE79D-2207-438A-9561-73762380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E86F9-24AD-4831-A89E-2ACBFB3A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A00A9-F3D3-4064-B12B-63301CE5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70269-A6BA-441A-A06A-7CE5F32C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B8B3D-EC4D-4AF7-9ECF-5387EAB5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8265B6-1F8B-434D-BD28-90BF5A6B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D4B48-9001-4923-9638-6517217E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examine how claims shift when placed in different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AOKs.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claim can change meaning and justification when it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migrates between knowledge contexts.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8E011D-0DAB-42BC-A630-87772BD3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FBA93C-316E-4380-8928-EAA80F64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62053C-538A-40CE-B733-8FEB9D22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CE737C-117F-46E9-9CAD-F8741F3E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Claim cards that can travel across AOKs, such as 'This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pattern is meaningful' or 'This explanation is...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AOK translation grid.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AOK migration grid: claim wording, evidence standard,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method, uncertainty, revised claim.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AOK cards listing typical evidence and caution points.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80D01B-C676-4367-B10F-DF231766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0702606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7AF8CF-D5B7-4CFC-88AB-CFD812D5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2E4112-D373-4262-BED6-519EC841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02956E-241E-42F5-AFE5-F3F42EF3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EB03DA-AE97-4941-A394-9B9F5184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9AEF4-9B18-4413-8BE2-D35E078C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29FC2-516A-40ED-A326-3D8DCDD9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8161C-7891-444F-B5B9-F024E7DE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CEC30D-39C7-41EB-B859-6C06BEEF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15e174354d490e">
            <a:extLst>
              <a:ext uri="{96DAC541-7B7A-43D3-8B79-37D633B846F1}">
                <asvg:svgBlip xmlns:asvg="http://schemas.microsoft.com/office/drawing/2016/SVG/main" r:embed="R1a36dd16791045d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5D6778-B1E3-4C70-A491-8C9361D3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E398F1-63CA-445F-B4C1-E0CD465C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419997-4153-498C-87BF-958F5552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307512-7666-40A1-A5FE-70044BDB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Claim Migration Lab Stimulus A: Student-facing stimulus 1: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Claim: 'This pattern is meaningful' in mathematics,...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Claim Migration Lab Stimulus B: Student-facing stimulus 2: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Claim: 'This explanation is reliable' in human sciences,...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819143-49FE-4155-A084-C9512047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452262-A54C-4495-A0A6-313439DF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44BE7B-48C3-434F-8127-FEE2551D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ED7126-57F8-4A54-8DF2-3C0543AD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Claim Migration Lab Stimulus A, what is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Claim Migration Lab Stimulus A did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4939316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3AE75C-7D40-4CC5-B38A-1F74300E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04786-F84D-4DA2-BEBE-439E0E33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64EF3-DC28-45A6-89D2-42E943CD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7A72E-548D-4010-B07D-A09E06A1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95A63-C7B5-4556-A8CF-F4D7919C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C67C8-EA37-4C0C-8000-308F75B9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6EB191-1554-4683-9A43-DAAEB304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A3902-0DC5-4A42-B2BC-A44D7ECB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E70B5F-2ABE-4E49-AA7E-BD7F68AA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1A984-C122-431A-B23A-5866C634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7A3CE7-2CEC-47EE-8A13-E2FD7AC9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3A2DC8-56FC-4016-B252-BFD689A8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Choose one broad claim and place it in one AOK context.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Students identify what evidence would justify the claim there.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Move the same wording to a second and third AOK context.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Groups revise the claim so it fits each new context responsibly.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why claims cannot always travel unchanged.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38833E-01DE-443A-95B1-8B9C1038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Cross-AOK.</a:t>
            </a:r>
          </a:p>
        </p:txBody>
      </p:sp>
    </p:spTree>
    <p:extLst>
      <p:ext uri="{BB962C8B-B14F-4D97-AF65-F5344CB8AC3E}">
        <p14:creationId xmlns:p14="http://schemas.microsoft.com/office/powerpoint/2010/main" val="157263666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65CC07-1D14-4AD7-B198-58AD7D49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34EDC0-7BF9-402B-A20D-E34BB4AC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1D11A-C037-4BCF-ABF8-EEF5A029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63811-4F25-4BE3-8D4D-4CA72BBE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6682B-1403-4604-B0F4-2BF72387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5E0A1-68DC-4DEE-A98A-B534A899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8441C-69D3-4FE1-92A9-D41FD285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7980D-0FBD-4D9C-957D-05DBC0B6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49B5D-4471-4B1F-A949-048ADF04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DED940-08F7-41A1-897C-92C08260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CCEFC-1775-4088-A7E6-8EAA6EF9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9EE12A-C2CF-470C-9A34-52FEAB76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B5A805-BCBB-4F85-B98B-105F6456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2E8DEC-C681-4530-8A77-A0FA5C33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4F43CA-C1CB-4BA0-866F-BD180897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6E72C2-3CB5-4463-AA65-41DC0395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7F665A-5AA7-459A-8ED9-485DCD94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635180-7C5B-4E64-9A2A-57B1C0AC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0606AA-31E6-4602-B9B4-90E85D85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E08C68-C060-4CF4-8AB6-44883A87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D6AFA6-96BF-49E3-972D-3E3D1C46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657062-381B-4C75-BFA8-56581C29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CFB2E4-E0DF-4FCA-87DA-AF01B71C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FFE9FD-7F77-43F9-B093-6BBE1B0D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015B51-D172-4B2B-9B9F-303FBC6A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6F529C-9B67-46ED-BA0E-9B11C77E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7EED36-888A-42C9-821A-29D0D81B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D5E4AF-A960-4977-AE7E-5A90BBAE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1072046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180772-9AD4-45CF-AC21-4650647B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3F0CD-01D0-42B8-9D8C-D1447981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918B95-D8C4-41EF-8EAE-F5F5FF58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F47F4-25ED-4224-AB90-1D0CC600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A4ECF-1B0F-48B7-BCA7-47B60726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E5A8C-C912-4CE6-94BC-83B61402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53AD4A-72DF-4DE5-8349-E8A7C406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3F215-2CB9-41AB-826D-AA765305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83E19-62F3-4330-99E0-1808F610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61CAF0-B02A-4BE0-8EDD-08239AAE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0A94A-2C16-4D26-9A45-DD250DC6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6169CC-AD5C-4643-8D46-BAAE0C24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What changes when a claim moves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between AOKs?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Are words like evidence, explanation, and reliability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stable across knowledge contexts?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can interdisciplinary work avoid flattening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differences?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FF62F9-98A0-421E-A794-A49A2DDE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B0F5AE-AA0F-4C8A-A4C8-20429BE0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3D6B70-C004-4A4D-BFCB-97964793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1BF7EB-D270-46A8-9294-57E23894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changes when a claim moves between AOKs?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Are standards of evidence stable across contexts?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should claims be translated across knowledge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communities?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EAEFC1-EF84-4826-8EB6-5D322709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1974891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2C17B8-3322-4B0F-A647-A0548A44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2275E-8D8B-4D90-87F7-C787CA44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B1A3CC-D2E4-4A3A-8C01-EF49D358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4637C-34A0-417D-BA02-82A1030B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B37A0-65AB-4167-B40D-F0D1A0AA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96765-4B7E-4D37-BB47-BC964A31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EE828-18DA-42B6-A9EE-079EA147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6C303-2FCF-45C8-88B1-B3573553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0E09F-56C9-411B-8014-F6A6B303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B9E95-6F63-4691-9F6E-D09A3549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910309-76FA-497A-B09C-48508807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7A1B83-8C96-40D4-9917-FB72CB57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In mathematics, meaningful meant provable structure; in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the arts, it meant interpretive significance.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We had to change 'reliable' into 'well-supported by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archival evidence' for history.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476C7E-4604-49FF-9013-8F02F753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A13FD4-E388-46F5-AD2F-E99D2386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D4DCF1-FB79-4B73-B44C-69241C93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0BC32A-85CA-4E5A-BBD3-DDD5F6FB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use one TOK essay claim and migrate it across two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AOKs.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Build a class glossary of terms that shift across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knowledge contexts.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bbdbfb328049bd">
            <a:extLst>
              <a:ext uri="{96DAC541-7B7A-43D3-8B79-37D633B846F1}">
                <asvg:svgBlip xmlns:asvg="http://schemas.microsoft.com/office/drawing/2016/SVG/main" r:embed="R82d58d9f43934ad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579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FF018F-9269-406F-8586-563FCF4A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E5934-154A-4739-9E74-0452EBF2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DD907-8D81-4F11-BF7A-1D3D8C5B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B82B1-0064-4216-BA36-F986DC80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3E83B5-F97D-4616-A669-D19ACA71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BCAB4-7B3A-4732-BF4C-2F3DB83B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F15F0-B0A2-431D-9DB9-12F31992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14CC85-C9C8-4E84-90D8-B3759231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E14CA9-C879-488D-9C7E-9C37DA58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DCF57-26CF-492C-B155-867ED9C4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0DAD5B-B580-476A-989F-12CAF0A5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4F78E-B92A-43EC-BA20-B0CBC7D8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One claim rewritten for mathematics, natural sciences,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history, and the arts.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7A6AF6-B400-491E-A239-14782C83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935564-C451-4F57-994F-D40B70B7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96F926-EFA7-4E3D-BCD8-9F2E7491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975D49-E3CC-4B8D-8C3F-9567C94A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B17F99-F355-4FD8-B017-D5BAD1F9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C696FD-08BE-43BD-896D-22E0645D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2EDDA6-543A-4A64-B3FC-0C017BE8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8DEC6F-072F-4883-A16A-439F7EA0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Method Swap Challenge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Same Object, Different AOK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Counts as Evidence?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2C09D4-2EA7-4E33-AAA5-E640CEE9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4032801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2026-06-20T10:31:40.4650000Z</dcterms:created>
  <dcterms:modified xsi:type="dcterms:W3CDTF">2026-06-20T10:31:40.4650000Z</dcterms:modified>
</coreProperties>
</file>