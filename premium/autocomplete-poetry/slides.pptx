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1be2a5077e4687" /><Relationship Type="http://schemas.openxmlformats.org/officeDocument/2006/relationships/extended-properties" Target="/docProps/app.xml" Id="R60b9537ae9044853" /><Relationship Type="http://schemas.openxmlformats.org/officeDocument/2006/relationships/officeDocument" Target="/ppt/presentation.xml" Id="R3bd4205aed35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fc543ff2248d8"/>
  </p:sldMasterIdLst>
  <p:notesMasterIdLst>
    <p:notesMasterId xmlns:r="http://schemas.openxmlformats.org/officeDocument/2006/relationships" r:id="Rf0193ac970304806"/>
  </p:notesMasterIdLst>
  <p:sldIdLst>
    <p:sldId xmlns:r="http://schemas.openxmlformats.org/officeDocument/2006/relationships" id="256" r:id="Rde0d0d4b007d4909"/>
    <p:sldId xmlns:r="http://schemas.openxmlformats.org/officeDocument/2006/relationships" id="257" r:id="Rca5e6b0b52344867"/>
    <p:sldId xmlns:r="http://schemas.openxmlformats.org/officeDocument/2006/relationships" id="258" r:id="R832fc8d9fcaa492d"/>
    <p:sldId xmlns:r="http://schemas.openxmlformats.org/officeDocument/2006/relationships" id="259" r:id="Rd4f77cee5b0b4205"/>
    <p:sldId xmlns:r="http://schemas.openxmlformats.org/officeDocument/2006/relationships" id="260" r:id="R3afe0f0a7ec04827"/>
    <p:sldId xmlns:r="http://schemas.openxmlformats.org/officeDocument/2006/relationships" id="261" r:id="R50cce0bbf395480b"/>
    <p:sldId xmlns:r="http://schemas.openxmlformats.org/officeDocument/2006/relationships" id="262" r:id="Redd200dc965e4343"/>
    <p:sldId xmlns:r="http://schemas.openxmlformats.org/officeDocument/2006/relationships" id="263" r:id="Rbf5f42faa77444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f38da6b0ee49b8" /><Relationship Type="http://schemas.openxmlformats.org/officeDocument/2006/relationships/slideMaster" Target="/ppt/slideMasters/slideMaster1.xml" Id="R27dfc543ff2248d8" /><Relationship Type="http://schemas.openxmlformats.org/officeDocument/2006/relationships/notesMaster" Target="/ppt/notesMasters/notesMaster1.xml" Id="Rf0193ac970304806" /><Relationship Type="http://schemas.openxmlformats.org/officeDocument/2006/relationships/presProps" Target="/ppt/presProps.xml" Id="R8c966fbfdf934ec7" /><Relationship Type="http://schemas.openxmlformats.org/officeDocument/2006/relationships/tableStyles" Target="/ppt/tableStyles.xml" Id="Rc7110405f7d141e6" /><Relationship Type="http://schemas.openxmlformats.org/officeDocument/2006/relationships/slide" Target="/ppt/slides/slide1.xml" Id="Rde0d0d4b007d4909" /><Relationship Type="http://schemas.openxmlformats.org/officeDocument/2006/relationships/slide" Target="/ppt/slides/slide2.xml" Id="Rca5e6b0b52344867" /><Relationship Type="http://schemas.openxmlformats.org/officeDocument/2006/relationships/slide" Target="/ppt/slides/slide3.xml" Id="R832fc8d9fcaa492d" /><Relationship Type="http://schemas.openxmlformats.org/officeDocument/2006/relationships/slide" Target="/ppt/slides/slide4.xml" Id="Rd4f77cee5b0b4205" /><Relationship Type="http://schemas.openxmlformats.org/officeDocument/2006/relationships/slide" Target="/ppt/slides/slide5.xml" Id="R3afe0f0a7ec04827" /><Relationship Type="http://schemas.openxmlformats.org/officeDocument/2006/relationships/slide" Target="/ppt/slides/slide6.xml" Id="R50cce0bbf395480b" /><Relationship Type="http://schemas.openxmlformats.org/officeDocument/2006/relationships/slide" Target="/ppt/slides/slide7.xml" Id="Redd200dc965e4343" /><Relationship Type="http://schemas.openxmlformats.org/officeDocument/2006/relationships/slide" Target="/ppt/slides/slide8.xml" Id="Rbf5f42faa774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e5a5b66c4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d2041df754f83" /><Relationship Type="http://schemas.openxmlformats.org/officeDocument/2006/relationships/notesMaster" Target="/ppt/notesMasters/notesMaster1.xml" Id="R848407a7aee543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5d3746ed4452e" /><Relationship Type="http://schemas.openxmlformats.org/officeDocument/2006/relationships/notesMaster" Target="/ppt/notesMasters/notesMaster1.xml" Id="Re9e8108b5bbd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81af9789a4910" /><Relationship Type="http://schemas.openxmlformats.org/officeDocument/2006/relationships/notesMaster" Target="/ppt/notesMasters/notesMaster1.xml" Id="R768b1d602ab6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abbd5585764829" /><Relationship Type="http://schemas.openxmlformats.org/officeDocument/2006/relationships/notesMaster" Target="/ppt/notesMasters/notesMaster1.xml" Id="R1f6571376376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e9753129be4541" /><Relationship Type="http://schemas.openxmlformats.org/officeDocument/2006/relationships/notesMaster" Target="/ppt/notesMasters/notesMaster1.xml" Id="R5cb8c6a81cc0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8403c18e34bf6" /><Relationship Type="http://schemas.openxmlformats.org/officeDocument/2006/relationships/notesMaster" Target="/ppt/notesMasters/notesMaster1.xml" Id="R84f5173d918948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5cd724b13947a4" /><Relationship Type="http://schemas.openxmlformats.org/officeDocument/2006/relationships/notesMaster" Target="/ppt/notesMasters/notesMaster1.xml" Id="Rbce3241f9377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acf66bdfd54885" /><Relationship Type="http://schemas.openxmlformats.org/officeDocument/2006/relationships/notesMaster" Target="/ppt/notesMasters/notesMaster1.xml" Id="R6c3ee40c83284f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2aa77b692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3d2a7f4c449fa" /><Relationship Type="http://schemas.openxmlformats.org/officeDocument/2006/relationships/slideLayout" Target="/ppt/slideLayouts/slideLayout1.xml" Id="R2736c5203a7d40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6c5203a7d40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fae12df7e4c39" /><Relationship Type="http://schemas.openxmlformats.org/officeDocument/2006/relationships/image" Target="/ppt/media/image.png" Id="Rb5fd7bd4d59f46b5" /><Relationship Type="http://schemas.openxmlformats.org/officeDocument/2006/relationships/image" Target="/ppt/media/image.svg" Id="R56c37f4402514619" /><Relationship Type="http://schemas.openxmlformats.org/officeDocument/2006/relationships/notesSlide" Target="/ppt/notesSlides/notesSlide1.xml" Id="R80f978f6b218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73a9d2e5f46b9" /><Relationship Type="http://schemas.openxmlformats.org/officeDocument/2006/relationships/notesSlide" Target="/ppt/notesSlides/notesSlide2.xml" Id="R53e079caf3d6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5a9353b26400a" /><Relationship Type="http://schemas.openxmlformats.org/officeDocument/2006/relationships/image" Target="/ppt/media/image2.png" Id="R14fedd6828704550" /><Relationship Type="http://schemas.openxmlformats.org/officeDocument/2006/relationships/image" Target="/ppt/media/image2.svg" Id="Rd3b616a523df43ad" /><Relationship Type="http://schemas.openxmlformats.org/officeDocument/2006/relationships/notesSlide" Target="/ppt/notesSlides/notesSlide3.xml" Id="R3972af98fdb8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ca3f4930e4549" /><Relationship Type="http://schemas.openxmlformats.org/officeDocument/2006/relationships/notesSlide" Target="/ppt/notesSlides/notesSlide4.xml" Id="R05db3cfc3a8e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e2cc20484a45" /><Relationship Type="http://schemas.openxmlformats.org/officeDocument/2006/relationships/notesSlide" Target="/ppt/notesSlides/notesSlide5.xml" Id="R74b5780426fe4e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4e0f2ec9746c3" /><Relationship Type="http://schemas.openxmlformats.org/officeDocument/2006/relationships/notesSlide" Target="/ppt/notesSlides/notesSlide6.xml" Id="R3e03e4ba798c47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2bd88afc249c7" /><Relationship Type="http://schemas.openxmlformats.org/officeDocument/2006/relationships/image" Target="/ppt/media/image3.png" Id="R63e3631596ea412e" /><Relationship Type="http://schemas.openxmlformats.org/officeDocument/2006/relationships/image" Target="/ppt/media/image3.svg" Id="R7cbe3b0d66544cd4" /><Relationship Type="http://schemas.openxmlformats.org/officeDocument/2006/relationships/notesSlide" Target="/ppt/notesSlides/notesSlide7.xml" Id="Refee26040d4b40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afc905134452d" /><Relationship Type="http://schemas.openxmlformats.org/officeDocument/2006/relationships/notesSlide" Target="/ppt/notesSlides/notesSlide8.xml" Id="R116be48a05fd40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55308-6A42-414E-BCA7-BF35848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D67B4-95EA-4303-81A2-85C37FB3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43A84-07AF-459E-9E4E-22433A6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A1CE4-E1BF-4F6D-8965-E1B4803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B249B-B524-4622-8518-74F8B69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45D5-7739-4D01-90D6-DF559675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0A6A3-2DF5-4C33-9A83-9FAE9C8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Autocomplete Poetry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9D04-B9A3-4F68-90B6-F50D71F6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d7bd4d59f46b5">
            <a:extLst>
              <a:ext uri="{96DAC541-7B7A-43D3-8B79-37D633B846F1}">
                <asvg:svgBlip xmlns:asvg="http://schemas.microsoft.com/office/drawing/2016/SVG/main" r:embed="R56c37f44025146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B023C-EFD5-4D7E-9EC0-6DDF190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E6373-6187-4539-AFB3-DB0C3D3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C292D-7067-4E6B-ABD4-3796DFA3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6F039-E660-48AD-BE05-294DA772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Prediction can imitate creativity.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6EBFC-0860-49A0-99D9-014E6C2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49C89-A16D-4969-84CB-DCFF5C2A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B124E-5FE0-4743-A009-3CA90BA2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6AD31-94AE-443D-BF48-ECC017C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537047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E6F9F-EFEF-45D0-BF92-41F906A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918E3-BEEF-4C2F-836E-AF4AB56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73E2B-4C4B-4170-9704-1665F328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0B42C-E410-4EF7-BCAD-E4CDB737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1438-A4FB-4CB6-8AFA-1D1EF05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6AB16-40B6-476A-A35F-3432351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C5420-8A80-4EA8-BED1-F14D87BB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385B6-CAD6-4597-A526-97822188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7CE94-AAB8-48F7-8C92-6CC3E3CE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3A0B2-A627-48D9-AD49-16ABE6F0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43074-AF93-4100-BC36-15E9193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53201-98DF-441A-9416-63C3F475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the difference between prediction,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creativity and understanding.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Prediction can imitate creativity.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90052-D010-4E1C-969C-ED3FE17B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9916E-8A0A-47E8-8228-D826A1EC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87683-9684-49A8-8B32-0C67F751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0CAAD-C0D5-43BE-9190-4154BF4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Phones/tablets with predictive text enabled, or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teacher-prepared predictive text chain.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62862-7D5F-45D4-927E-6715920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5736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15AA7-FF71-48EF-AB13-13BEC0CE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265D-410A-4EC9-B6D1-ACFE54C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0E342-1818-43E7-AFE0-85E7833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A57EF-3448-4E19-84B8-39C86866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A1985-E1BB-473D-BD5C-0A27675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4712-0E67-4AF2-A696-5A18CB49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AB4C8-2EA9-4E00-B171-D0CE3B5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C25D9-8DA8-4AE9-A346-C1E63739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edd6828704550">
            <a:extLst>
              <a:ext uri="{96DAC541-7B7A-43D3-8B79-37D633B846F1}">
                <asvg:svgBlip xmlns:asvg="http://schemas.microsoft.com/office/drawing/2016/SVG/main" r:embed="Rd3b616a523df43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7F8FE-FD82-49AC-827F-4BFB723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3A156-9277-47A5-BDDA-A244BEA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C3D41-40F8-4051-B17E-04319BB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CEAA9-BD81-425C-B74B-96DA31B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Autocomplete Poetry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Students write a poem using only suggested next words from...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Autocomplete Poetry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Two poems compared: one written by intention, one guided...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17D29-B2FB-495D-8C47-CFA212F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6ADDD-8249-4682-9865-62D56A80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9F141-82E8-4DF1-B30A-B3CE78E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7804A-C699-4C9E-A987-ACCB58A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Autocomplete Poetry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Autocomplete Poetry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61089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C5435-7F8E-41A7-9BED-74ED07D1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452F8-D0EC-4744-AB43-AB4A952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E7E08-D0F2-4111-BB62-FB9E7A82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F1D1F-C69D-45EE-9AEA-BB498908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DD482-CF5D-4FE8-AE70-73E3C66E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6A83-D2FE-42E2-B880-75AFA3FA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278B4-6E87-49FD-A2AE-3E6CBE3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22BF-C545-4141-BBD1-660ADF05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F2E3D-E083-468E-ABCC-5F149A8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54527-7C14-4412-ACCD-F0F1E78C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1B38D-71BC-4ED4-8613-52B1A5F4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71E69-E502-4721-BEC5-15F5F3D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write the first line of a poem or reflection.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use autocomplete to continue it for six to ten lines.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Compare the result with a human-written continuation.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annotate where the machine is patterned, surprising, empty or meaningful.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D02B5-D557-4353-9DCF-87F9028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014410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6D071-679C-440D-A5DE-9FF0D56D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79A86-43A3-4ED0-959D-2C3E92E0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1FDB5-AB5A-47EB-B28D-BF2BF55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8B9B8-F5A1-4132-B07F-3964B49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CCDF4-422B-4CE5-B495-3C0310C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1B49B-3231-4BD7-8BD6-9A582B05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7E23-0D4E-41DE-954A-67B11E0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013BE-B0F8-4FCB-8EF7-190DB4DA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B84AC-BC16-49D6-8E0B-89ED434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47BD-6D25-447C-B9D5-FA9B0ED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CD7D1-4B76-4A13-8080-02761748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4129F-F8C6-492B-98E1-0B8D4F93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F75F6-280F-4FC3-A825-8BE85E2B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489FF-D6AC-444A-BF4E-2EA7F6D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E3ABD-5C91-45FC-92A7-983491C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E42AD-4D9A-4314-BE5B-0155B863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37FD8-5705-4C63-A7FE-8690A4F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0118E-1070-47DB-BDF5-32AA00E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747E2-695E-44B3-BCA5-27B0D71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12E48-3182-47DE-B3B5-0E24F3E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79370-ABB5-4B84-A599-99A6138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AABAF-DBAF-4532-BEB6-AE7EDD04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593EC-1147-4A4A-98EE-49FF2AE6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15F5E-2B2E-48B6-8B2C-056EA85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F62F1-9FEB-4694-9F21-FE457E6F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B0873-7C56-40CB-A7B2-112E279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22B06-F941-4F1A-B366-826DBD1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5F144-C896-49FC-A9F2-0EAD780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930949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5BD73-115B-4EBF-AEE1-F05A93D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F6FB6-4BA4-4A83-B7AC-3F243A6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C5C41-67C0-41EE-B493-A298995F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81DC5-567E-4AEC-8B46-861B803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BA2EB-EB41-4115-BD90-68337BC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E2B6A-D028-4B9D-901D-9C505CE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58D3A-2D51-4718-8E47-C22034A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A7D94-FA18-4B54-ADB1-203E9DB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A4009-E806-46BA-97EF-3680F559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A9755-5FA0-4BB4-9D68-E9CB2794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257EA-3E66-403F-9CF5-F15C9148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4D49D-3D1A-4F2D-B20D-9969F9FA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pattern prediction count as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understanding?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creativity exist without intention?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technology change authorship?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492FC-783A-4F94-86ED-C6116BBE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68BCD-4052-478F-8D01-AC6D1C50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54F00-F6D6-43CE-840E-080E3E5E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5E69D-DBF4-442E-813D-E6C4A1C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pattern prediction count as understanding?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creativity exist without intention?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technology change authorship?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2D5DA-19C1-4A38-A5B6-2C7DE0F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87118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82290-0DE4-43F8-9EF2-934EC514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ABB6-5929-4599-B2CB-64764AC4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BA71C-5B6E-4E05-8628-A732101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08C23-E772-4547-AC00-28257ED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434C1-B373-44F6-8B40-CD1CB458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DFABE-0975-4AF3-91A8-0091BA68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6DB2C-45E6-48FD-9FCE-23FF3EBB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1B440-9F1E-4682-99AC-7AD68AB4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BF730-6C65-45A0-982F-69ABCA5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E200-144B-41C8-91FF-0BB1D4C7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28FC3-1977-4E6A-B5D6-62F013E7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5501F-D4DD-48CA-98F4-008F655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Autocomplete Poetry: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7D9E0-1286-4A3B-B9F2-D117541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EA22A-0079-4545-A492-D5D0202A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9DE48-4E7A-46D0-9997-221C43ED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A886A-D1D4-4296-89C4-058AEA1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3631596ea412e">
            <a:extLst>
              <a:ext uri="{96DAC541-7B7A-43D3-8B79-37D633B846F1}">
                <asvg:svgBlip xmlns:asvg="http://schemas.microsoft.com/office/drawing/2016/SVG/main" r:embed="R7cbe3b0d66544c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213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82DCB-3780-4C9E-A416-C9BE764B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88254-F3B7-4A49-955A-B961670F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A271-CC40-48CC-947C-A01C1248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91795-239C-488D-975C-D2D4AA2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80E2A-D6C2-413E-AF8D-07D3431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271E2-64E0-4168-BFEB-B28C0B57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E9B2-426F-4C4E-968E-1CD100C1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2AEF4-2A00-47F1-BE6F-AEAC1670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96704-3728-432A-9407-B141505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BEA32-5C25-42EF-B118-3F8DD59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B28C6-AED0-43FE-8AB3-72E71DED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8DE3-2D34-42ED-92BA-16178313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human-machine poem with annotations. Optional theme: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Knowledge and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67416-463A-4A53-9981-05E84CF8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61E03-DECD-4F89-897E-8B77E8F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722CB-C816-4CD7-922C-E77CF0F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2E3E9-C684-4F3B-8F10-2F361A7A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07DA3-2A85-462E-85B8-73FE22F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C8915-156C-4299-92AB-25782D0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76693-3769-4868-B24F-63072873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B6719-D93E-41D0-8E8F-D74D88A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99EA0-1A45-4E04-B1A8-CFBD0301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47983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2026-06-20T10:31:34.9090000Z</dcterms:created>
  <dcterms:modified xsi:type="dcterms:W3CDTF">2026-06-20T10:31:34.9090000Z</dcterms:modified>
</coreProperties>
</file>