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b7fec0fae4e12" /><Relationship Type="http://schemas.openxmlformats.org/officeDocument/2006/relationships/extended-properties" Target="/docProps/app.xml" Id="R6011b5a436a346c8" /><Relationship Type="http://schemas.openxmlformats.org/officeDocument/2006/relationships/officeDocument" Target="/ppt/presentation.xml" Id="R05902c2750564c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105536d4b4869"/>
  </p:sldMasterIdLst>
  <p:notesMasterIdLst>
    <p:notesMasterId xmlns:r="http://schemas.openxmlformats.org/officeDocument/2006/relationships" r:id="R9a233d450f994c6d"/>
  </p:notesMasterIdLst>
  <p:sldIdLst>
    <p:sldId xmlns:r="http://schemas.openxmlformats.org/officeDocument/2006/relationships" id="256" r:id="R7a22dd61280d41bb"/>
    <p:sldId xmlns:r="http://schemas.openxmlformats.org/officeDocument/2006/relationships" id="257" r:id="R3d65b6504e994652"/>
    <p:sldId xmlns:r="http://schemas.openxmlformats.org/officeDocument/2006/relationships" id="258" r:id="Rfa163118dde640a2"/>
    <p:sldId xmlns:r="http://schemas.openxmlformats.org/officeDocument/2006/relationships" id="259" r:id="R366fe8c52b674dc5"/>
    <p:sldId xmlns:r="http://schemas.openxmlformats.org/officeDocument/2006/relationships" id="260" r:id="Rd65a1398e03f4046"/>
    <p:sldId xmlns:r="http://schemas.openxmlformats.org/officeDocument/2006/relationships" id="261" r:id="R2b6c97c4ceb94524"/>
    <p:sldId xmlns:r="http://schemas.openxmlformats.org/officeDocument/2006/relationships" id="262" r:id="R991cb1c33c944245"/>
    <p:sldId xmlns:r="http://schemas.openxmlformats.org/officeDocument/2006/relationships" id="263" r:id="R6ffc198192ba4c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8faa84b5d47f9" /><Relationship Type="http://schemas.openxmlformats.org/officeDocument/2006/relationships/slideMaster" Target="/ppt/slideMasters/slideMaster1.xml" Id="Ra40105536d4b4869" /><Relationship Type="http://schemas.openxmlformats.org/officeDocument/2006/relationships/notesMaster" Target="/ppt/notesMasters/notesMaster1.xml" Id="R9a233d450f994c6d" /><Relationship Type="http://schemas.openxmlformats.org/officeDocument/2006/relationships/presProps" Target="/ppt/presProps.xml" Id="Rcdf14dd1ce7c4acb" /><Relationship Type="http://schemas.openxmlformats.org/officeDocument/2006/relationships/tableStyles" Target="/ppt/tableStyles.xml" Id="R976741606edd4089" /><Relationship Type="http://schemas.openxmlformats.org/officeDocument/2006/relationships/slide" Target="/ppt/slides/slide1.xml" Id="R7a22dd61280d41bb" /><Relationship Type="http://schemas.openxmlformats.org/officeDocument/2006/relationships/slide" Target="/ppt/slides/slide2.xml" Id="R3d65b6504e994652" /><Relationship Type="http://schemas.openxmlformats.org/officeDocument/2006/relationships/slide" Target="/ppt/slides/slide3.xml" Id="Rfa163118dde640a2" /><Relationship Type="http://schemas.openxmlformats.org/officeDocument/2006/relationships/slide" Target="/ppt/slides/slide4.xml" Id="R366fe8c52b674dc5" /><Relationship Type="http://schemas.openxmlformats.org/officeDocument/2006/relationships/slide" Target="/ppt/slides/slide5.xml" Id="Rd65a1398e03f4046" /><Relationship Type="http://schemas.openxmlformats.org/officeDocument/2006/relationships/slide" Target="/ppt/slides/slide6.xml" Id="R2b6c97c4ceb94524" /><Relationship Type="http://schemas.openxmlformats.org/officeDocument/2006/relationships/slide" Target="/ppt/slides/slide7.xml" Id="R991cb1c33c944245" /><Relationship Type="http://schemas.openxmlformats.org/officeDocument/2006/relationships/slide" Target="/ppt/slides/slide8.xml" Id="R6ffc198192ba4c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d94614a5c046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4bfb7585d455b" /><Relationship Type="http://schemas.openxmlformats.org/officeDocument/2006/relationships/notesMaster" Target="/ppt/notesMasters/notesMaster1.xml" Id="R4f178086635b48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54a9c393f64f99" /><Relationship Type="http://schemas.openxmlformats.org/officeDocument/2006/relationships/notesMaster" Target="/ppt/notesMasters/notesMaster1.xml" Id="R799c8c16cc7341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657fe7a864184" /><Relationship Type="http://schemas.openxmlformats.org/officeDocument/2006/relationships/notesMaster" Target="/ppt/notesMasters/notesMaster1.xml" Id="R52a91fce90ef4e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a5aa342ac4145" /><Relationship Type="http://schemas.openxmlformats.org/officeDocument/2006/relationships/notesMaster" Target="/ppt/notesMasters/notesMaster1.xml" Id="R3f4a1fd1e36749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95f435e9dc4369" /><Relationship Type="http://schemas.openxmlformats.org/officeDocument/2006/relationships/notesMaster" Target="/ppt/notesMasters/notesMaster1.xml" Id="R8a9a19ef1ec84c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71220b09774fd9" /><Relationship Type="http://schemas.openxmlformats.org/officeDocument/2006/relationships/notesMaster" Target="/ppt/notesMasters/notesMaster1.xml" Id="R8cf7be0f03a548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85bd65211e4646" /><Relationship Type="http://schemas.openxmlformats.org/officeDocument/2006/relationships/notesMaster" Target="/ppt/notesMasters/notesMaster1.xml" Id="R0bd76943e94b46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84d764fbdd4766" /><Relationship Type="http://schemas.openxmlformats.org/officeDocument/2006/relationships/notesMaster" Target="/ppt/notesMasters/notesMaster1.xml" Id="R317e1ffe6eb840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9305cd73f4c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d092d5f4aa48f7" /><Relationship Type="http://schemas.openxmlformats.org/officeDocument/2006/relationships/slideLayout" Target="/ppt/slideLayouts/slideLayout1.xml" Id="R7f10c158625446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10c158625446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618fbd9cf4007" /><Relationship Type="http://schemas.openxmlformats.org/officeDocument/2006/relationships/image" Target="/ppt/media/image.png" Id="Ra3c1ccaa365548b5" /><Relationship Type="http://schemas.openxmlformats.org/officeDocument/2006/relationships/image" Target="/ppt/media/image.svg" Id="Re1ddd55c9feb416e" /><Relationship Type="http://schemas.openxmlformats.org/officeDocument/2006/relationships/notesSlide" Target="/ppt/notesSlides/notesSlide1.xml" Id="Ra11cb60b6299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51f663edd41d6" /><Relationship Type="http://schemas.openxmlformats.org/officeDocument/2006/relationships/notesSlide" Target="/ppt/notesSlides/notesSlide2.xml" Id="R2303f7197de948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ff3ac9f794044" /><Relationship Type="http://schemas.openxmlformats.org/officeDocument/2006/relationships/image" Target="/ppt/media/image2.png" Id="Rafd5cbdba25a4029" /><Relationship Type="http://schemas.openxmlformats.org/officeDocument/2006/relationships/image" Target="/ppt/media/image2.svg" Id="R904a18adfaf24e29" /><Relationship Type="http://schemas.openxmlformats.org/officeDocument/2006/relationships/notesSlide" Target="/ppt/notesSlides/notesSlide3.xml" Id="R2b430f03efb0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9f05cde924bdd" /><Relationship Type="http://schemas.openxmlformats.org/officeDocument/2006/relationships/notesSlide" Target="/ppt/notesSlides/notesSlide4.xml" Id="Ref9d97bd882045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118fd10a14ded" /><Relationship Type="http://schemas.openxmlformats.org/officeDocument/2006/relationships/notesSlide" Target="/ppt/notesSlides/notesSlide5.xml" Id="Rd80aa71bc0d848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f3ca4df2143e2" /><Relationship Type="http://schemas.openxmlformats.org/officeDocument/2006/relationships/notesSlide" Target="/ppt/notesSlides/notesSlide6.xml" Id="R27216141b90b4a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db05c67df49fc" /><Relationship Type="http://schemas.openxmlformats.org/officeDocument/2006/relationships/image" Target="/ppt/media/image3.png" Id="R6d4507b96fb146f2" /><Relationship Type="http://schemas.openxmlformats.org/officeDocument/2006/relationships/image" Target="/ppt/media/image3.svg" Id="Rbb9b8a5e78ca40f6" /><Relationship Type="http://schemas.openxmlformats.org/officeDocument/2006/relationships/notesSlide" Target="/ppt/notesSlides/notesSlide7.xml" Id="Rbc53ac2ccc9548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4106259a64dfc" /><Relationship Type="http://schemas.openxmlformats.org/officeDocument/2006/relationships/notesSlide" Target="/ppt/notesSlides/notesSlide8.xml" Id="R87618c1c5d0f48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A4CD1B-2D28-41EA-8149-68F5A331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C3B1C-09F6-433D-A308-B1CB1C7D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9D0FA-C866-482A-B9E3-21C1A147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49FC8-AC81-41EF-8D6F-02704126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60B07-35AF-46EE-8904-F08FBA82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65965-ECF9-427A-8981-23FB941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A4C43-27EE-4D04-8B2F-0026DF9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Prompt Framing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66289-25E9-4FFF-B80D-286BE9D8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1ccaa365548b5">
            <a:extLst>
              <a:ext uri="{96DAC541-7B7A-43D3-8B79-37D633B846F1}">
                <asvg:svgBlip xmlns:asvg="http://schemas.microsoft.com/office/drawing/2016/SVG/main" r:embed="Re1ddd55c9feb41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BBA83-C77D-4085-BB2A-D9AFFDA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569DF-8195-43D3-B20D-CA825D30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1F6C3-D25A-474F-B8B4-FE447653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3D85E-64C8-4BF2-A538-A4E3FC1D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prompt is not just a request; it frames what kind of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knowledge output is likely.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9E094-84C6-4001-8706-D1B73CA3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C5E0C-1789-465A-A3DF-733A6AC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B26EC-8B7D-444E-85B0-CEEA1602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58EA6-F065-4118-8235-E14C5F25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9089950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C47FF-601A-4595-B60C-4E37C693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74060-718D-4B49-81D5-817EE3A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7095D-E975-49A1-BB2A-5C6B6672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3CDE3-8C7E-4A83-B24D-30EA6535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05011-EFA6-4136-9A07-AA99FE79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DE859-A551-43B0-A802-041E24D2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10625-38AC-4046-9C94-01575F93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94A22-46B7-4367-BDC7-0BA8FFD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3B118-89EC-4349-BFA9-35C3E0AC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73EF8-6D8C-428D-A257-EC3C6E67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418F2-F322-4968-8ED7-DAEB4C66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4456C-93AF-4406-9A68-19F75DE5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investigate how prompt wording shapes AI-style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answers, uncertainty, and evidence use.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prompt is not just a request; it frames what kind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output is likely.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91FB9-E348-406E-B6F2-10D2833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B7A65-D42F-4859-9CEE-E92BBC3F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A5BD8-4E9B-4526-BC34-12F41EF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A4064-1325-48E6-AC61-96D37A0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Prompt cards with neutral, leading, vague,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evidence-demanding, and role-based versions.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AI-output comparison sheet or teacher-written mock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outputs.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Prompt comparison grid: assumption, evidence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requested, uncertainty shown, missing perspective.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Prompt revision checklist: define task, request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sources, ask for uncertainty, include...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5A203-CA11-4BE3-ADC9-24022E94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6692889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44F14-83BF-4F48-ADAE-22A7FCE8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876B2-DFC7-4E80-B1CA-78D7437C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6657F-BE4D-4EF6-AB48-386E3506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06D08-5285-4135-B591-E26BDDE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6F61C-E6FD-4071-8E2C-8A30DEE9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55C7D-1C5D-4297-941F-4CFDE489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C2160-BED9-4152-8C53-41E4AA4F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42080-2C80-46A4-BE3D-55A51E0E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5cbdba25a4029">
            <a:extLst>
              <a:ext uri="{96DAC541-7B7A-43D3-8B79-37D633B846F1}">
                <asvg:svgBlip xmlns:asvg="http://schemas.microsoft.com/office/drawing/2016/SVG/main" r:embed="R904a18adfaf24e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DCC68-11F0-4B24-9BB8-7425C8C7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4AE90-EC3B-46E0-9DC6-5D8BA4C6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8AC7F-DDD5-4564-811E-920DB727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EFA3E-8375-487B-936C-7519F0EE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Prompt Framing Lab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Neutral prompt: 'Explain whether homework improves...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Prompt Framing Lab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Leading prompt: 'Explain why homework clearly improves...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0C1F0-577D-4F60-A208-0EA81920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4EC06-5EED-42A2-8482-287BC634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E4E29-5A97-4D5D-80BC-2984527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A29DF-3240-45A9-8F9E-5627981C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Prompt Framing Lab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Prompt Framing Lab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3060737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23AA9-607A-482A-929E-B360B355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33AB0-123E-4FE9-A5AA-5B6081D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A3C97-E292-4BD7-9BC6-B8CE0926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F81C1-D216-4020-A926-A469954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C4416-37C4-4651-B2C2-387DC2BF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ACCBA-2826-4F6A-9F43-05E7B456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6EE5E-137A-4E28-ACD6-86C8DCCE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28BBC-835F-48CE-8CE9-6070F9A5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D0DF6-8AA3-4E8E-9AB8-AA177548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D8E30-B0C8-4B2F-A4B0-00A08ABE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72018-F361-4670-A183-61E3279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6D53D-2986-4C9D-B2DD-6644A4CA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the same knowledge task with different prompt wordings.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predict how their prompt might shape the answer.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compare generated or mock outputs for tone, evidence, uncertainty,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omissions.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revise one prompt to improve reliability and transparency.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human framing and automated generation interact.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378EB-65E3-4E51-AD48-5EBAAE0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005928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EED30-8813-4CD5-A81A-5CE52BD0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3E0FC-A9DC-446A-8881-00802453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417DB-BFB7-449C-83E1-050BC0A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DC086-05AB-4309-8776-82CCD4D3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FB33B-C425-4C88-90F3-A0FF9D2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60B60-D015-4141-A0B5-55B3275D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20CCD-B0DD-426A-9BA4-ACD6D31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4CE7E-0618-4AA7-8898-7321E22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77BF9-2F61-487D-8173-46D32118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25CC9-FABE-49D0-9E71-9739D150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95681-E7FD-49AE-9BB1-0780B92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99275-6DC2-4B9C-862E-1D748A01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A6AF1-7354-48F4-BE7D-2CAD033D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E61DE-77FF-4F5D-97DD-88820171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C61CC-702B-4AF4-BB96-980017B5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9D37A-CE13-4E6D-A83B-5CD905F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F89AD-5A95-41A6-852C-305B3A4F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915BF-8E48-4AA6-8BE2-14338A9E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04675-500D-4D3B-8034-45091F8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8A941-BE72-4516-8EA0-EB81083D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8533A-181A-4C11-943C-6D0277B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464A6-BADA-4B5F-8421-6B1BDB84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2FBA2-47BC-4271-BCC8-5CA79242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B7C452-0FC8-48CE-B038-1DBB4872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0B25E-1C5A-4A99-B500-89610C13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F63B7-3D58-4732-9D4B-6A9E1DD2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F5BDC-9E9B-4A9E-9633-F7755C1D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37A03-ED95-4861-ADBA-108ED382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753373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87FF70-28F8-4257-B872-DA2EA9A2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B3A6E-1451-483A-9587-EB887C66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BCC10-7166-430E-A0EB-763CFD11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0603D-5762-49D6-975B-86CD6D8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89A29-FF76-4DD6-BA98-91218760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07B63-8A76-4931-A023-A74ADDC0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96C93-0893-4843-A16E-1C50FC40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2A788-29B2-4135-9F14-A6B785FF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6AC13-D5E1-4DEC-9746-59A5322B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721E1-9DFE-4250-8700-6406BAB8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0F8B8-6172-4366-95C8-B3D58C46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6B850-66F5-4B55-BF50-94D52516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Who is responsible for knowledge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produced through a prompt?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better question make a machine answer more 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a prompt smuggle in an assumption?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DE477-2DD7-4F99-8A90-3A7CB151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ACBC3-7412-4D18-9237-3DCAC3D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042F5-2D04-4B38-AE0B-AC64D43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75E5B-E276-4685-8FD5-0C59043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knowledge produced through a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prompt?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question design shape technological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prompts improve justification or merely improve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fluency?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72464-B91F-44F5-888B-034C887C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3042412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254EC-56D3-4C3C-A71B-BD11A01D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26329-1919-47C6-A5D7-6D3F7A46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B3C33-99D9-4753-ACC4-A5D38BF3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275AD-62D7-4A78-854A-A3D002C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E4142-3F04-4496-A538-9D68D8AE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EFDA7-57D1-4923-AFC8-74DD3ADB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26129-D362-4B68-ABD1-141DCFA3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D7AF9-ECA2-480E-A4F9-C01225AA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F29E8-CFB5-4F46-B9CF-AD39B675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8157C-46AD-4F3F-BB87-4075815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18B5E-E3AF-4B29-BC13-75F53C18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3FB9E-60E4-4AEA-A6EB-81C50086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leading prompt produced a more confident answer even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though the evidence was not stronger.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Our revised prompt asked for uncertainty, so the answer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became less fluent but more responsible.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88BEE-5F75-4425-9E7F-8056C19B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A69B6-3550-40EB-A59D-F0A15B12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E5819-44A9-4093-B7BD-FE2336C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494D0-2CF4-47E0-8FD3-382BF498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write a prompt policy for using AI in TOK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research.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prompt framing with survey wording and loaded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headlines.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507b96fb146f2">
            <a:extLst>
              <a:ext uri="{96DAC541-7B7A-43D3-8B79-37D633B846F1}">
                <asvg:svgBlip xmlns:asvg="http://schemas.microsoft.com/office/drawing/2016/SVG/main" r:embed="Rbb9b8a5e78ca40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219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12568-18A1-4203-B978-04933A4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80634-C6B3-4158-B234-8FA261A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2A6F4-F6FE-4206-8BF8-CA9D1B2C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DFD3E-7F8D-4C62-A396-56C485B1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A624C-9DBA-4A82-852C-0C5724AB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1A33B-25AA-4005-B49C-BC21720D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15683-69EF-4467-997A-BB5C1F47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7726-7DC5-4CBF-BCEC-E4DB6B49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2FA60-4F51-45C8-B56D-363C4EC6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7684A-ECDA-4AAC-A4C0-DDB9DCEB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17E0C-5C21-4265-98C3-A12BC223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9910-FABB-43CE-952D-B4F102EC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prompts for the same task with visibly different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D3939-2615-4953-A130-669CD78E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C2089-D434-4A9A-B5EB-8B97380F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5855C-45F9-4E70-8966-95AC7A8E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CE42C-212E-43B9-B392-66A0F04F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C4D3D-441A-4035-BA3B-84B9198D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79363-D4A5-4ABF-B306-46159954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FC04B-5DCA-4BF0-9937-88D3A5A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0908B-3C4D-4144-B75B-E5543314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Hallucination Courtroom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Autocomplete Poetry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Search Engine Ranking Game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B82C1-C9B8-47ED-9E87-6B537675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125659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2026-06-20T10:31:39.7500000Z</dcterms:created>
  <dcterms:modified xsi:type="dcterms:W3CDTF">2026-06-20T10:31:39.7500000Z</dcterms:modified>
</coreProperties>
</file>