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866c78ca05499f" /><Relationship Type="http://schemas.openxmlformats.org/officeDocument/2006/relationships/extended-properties" Target="/docProps/app.xml" Id="Ra61d4ee1151e48a5" /><Relationship Type="http://schemas.openxmlformats.org/officeDocument/2006/relationships/officeDocument" Target="/ppt/presentation.xml" Id="Rdd73197a15204a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0a7fe3c8aa43e1"/>
  </p:sldMasterIdLst>
  <p:notesMasterIdLst>
    <p:notesMasterId xmlns:r="http://schemas.openxmlformats.org/officeDocument/2006/relationships" r:id="R9db1d98ee4ab47ca"/>
  </p:notesMasterIdLst>
  <p:sldIdLst>
    <p:sldId xmlns:r="http://schemas.openxmlformats.org/officeDocument/2006/relationships" id="256" r:id="R6aeb16da35764030"/>
    <p:sldId xmlns:r="http://schemas.openxmlformats.org/officeDocument/2006/relationships" id="257" r:id="R6b2ef65d3b334a2c"/>
    <p:sldId xmlns:r="http://schemas.openxmlformats.org/officeDocument/2006/relationships" id="258" r:id="Rc1f846034c134c9e"/>
    <p:sldId xmlns:r="http://schemas.openxmlformats.org/officeDocument/2006/relationships" id="259" r:id="R075c39c224654d2e"/>
    <p:sldId xmlns:r="http://schemas.openxmlformats.org/officeDocument/2006/relationships" id="260" r:id="Reefcc80f4e064e52"/>
    <p:sldId xmlns:r="http://schemas.openxmlformats.org/officeDocument/2006/relationships" id="261" r:id="R73a23a44f8554b7d"/>
    <p:sldId xmlns:r="http://schemas.openxmlformats.org/officeDocument/2006/relationships" id="262" r:id="R6502d662caa94293"/>
    <p:sldId xmlns:r="http://schemas.openxmlformats.org/officeDocument/2006/relationships" id="263" r:id="R95cc8ae69baf43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d1ba67681d4c15" /><Relationship Type="http://schemas.openxmlformats.org/officeDocument/2006/relationships/slideMaster" Target="/ppt/slideMasters/slideMaster1.xml" Id="Rdb0a7fe3c8aa43e1" /><Relationship Type="http://schemas.openxmlformats.org/officeDocument/2006/relationships/notesMaster" Target="/ppt/notesMasters/notesMaster1.xml" Id="R9db1d98ee4ab47ca" /><Relationship Type="http://schemas.openxmlformats.org/officeDocument/2006/relationships/presProps" Target="/ppt/presProps.xml" Id="R5964c2ce52f44cc0" /><Relationship Type="http://schemas.openxmlformats.org/officeDocument/2006/relationships/tableStyles" Target="/ppt/tableStyles.xml" Id="R32ce49ef796e49c1" /><Relationship Type="http://schemas.openxmlformats.org/officeDocument/2006/relationships/slide" Target="/ppt/slides/slide1.xml" Id="R6aeb16da35764030" /><Relationship Type="http://schemas.openxmlformats.org/officeDocument/2006/relationships/slide" Target="/ppt/slides/slide2.xml" Id="R6b2ef65d3b334a2c" /><Relationship Type="http://schemas.openxmlformats.org/officeDocument/2006/relationships/slide" Target="/ppt/slides/slide3.xml" Id="Rc1f846034c134c9e" /><Relationship Type="http://schemas.openxmlformats.org/officeDocument/2006/relationships/slide" Target="/ppt/slides/slide4.xml" Id="R075c39c224654d2e" /><Relationship Type="http://schemas.openxmlformats.org/officeDocument/2006/relationships/slide" Target="/ppt/slides/slide5.xml" Id="Reefcc80f4e064e52" /><Relationship Type="http://schemas.openxmlformats.org/officeDocument/2006/relationships/slide" Target="/ppt/slides/slide6.xml" Id="R73a23a44f8554b7d" /><Relationship Type="http://schemas.openxmlformats.org/officeDocument/2006/relationships/slide" Target="/ppt/slides/slide7.xml" Id="R6502d662caa94293" /><Relationship Type="http://schemas.openxmlformats.org/officeDocument/2006/relationships/slide" Target="/ppt/slides/slide8.xml" Id="R95cc8ae69baf43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81a334a23845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5dd605d854544" /><Relationship Type="http://schemas.openxmlformats.org/officeDocument/2006/relationships/notesMaster" Target="/ppt/notesMasters/notesMaster1.xml" Id="R6e03355a2f1344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190d672394b63" /><Relationship Type="http://schemas.openxmlformats.org/officeDocument/2006/relationships/notesMaster" Target="/ppt/notesMasters/notesMaster1.xml" Id="Rba303923895541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240d7859f74131" /><Relationship Type="http://schemas.openxmlformats.org/officeDocument/2006/relationships/notesMaster" Target="/ppt/notesMasters/notesMaster1.xml" Id="Rdcc08b4c3e3341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dbc58ad2454c0a" /><Relationship Type="http://schemas.openxmlformats.org/officeDocument/2006/relationships/notesMaster" Target="/ppt/notesMasters/notesMaster1.xml" Id="Rc3998cf6f17e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61db273b746af" /><Relationship Type="http://schemas.openxmlformats.org/officeDocument/2006/relationships/notesMaster" Target="/ppt/notesMasters/notesMaster1.xml" Id="R63aefacfd0ef46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a82853690348dc" /><Relationship Type="http://schemas.openxmlformats.org/officeDocument/2006/relationships/notesMaster" Target="/ppt/notesMasters/notesMaster1.xml" Id="Rb494a759f89941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b976a535f4824" /><Relationship Type="http://schemas.openxmlformats.org/officeDocument/2006/relationships/notesMaster" Target="/ppt/notesMasters/notesMaster1.xml" Id="Rac0c61117ce443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1f721512a04dc6" /><Relationship Type="http://schemas.openxmlformats.org/officeDocument/2006/relationships/notesMaster" Target="/ppt/notesMasters/notesMaster1.xml" Id="Rf14a19c32541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9371585b741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25f272ca504bb5" /><Relationship Type="http://schemas.openxmlformats.org/officeDocument/2006/relationships/slideLayout" Target="/ppt/slideLayouts/slideLayout1.xml" Id="Rce0ba909bcc047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ba909bcc047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1116988f940d1" /><Relationship Type="http://schemas.openxmlformats.org/officeDocument/2006/relationships/image" Target="/ppt/media/image.png" Id="R6b36444cd868472d" /><Relationship Type="http://schemas.openxmlformats.org/officeDocument/2006/relationships/image" Target="/ppt/media/image.svg" Id="Rd59082469aa94acd" /><Relationship Type="http://schemas.openxmlformats.org/officeDocument/2006/relationships/notesSlide" Target="/ppt/notesSlides/notesSlide1.xml" Id="R4c4c3e8fb4a943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652c13f94020" /><Relationship Type="http://schemas.openxmlformats.org/officeDocument/2006/relationships/notesSlide" Target="/ppt/notesSlides/notesSlide2.xml" Id="R63e549def94b47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f6f8fd7694016" /><Relationship Type="http://schemas.openxmlformats.org/officeDocument/2006/relationships/image" Target="/ppt/media/image2.png" Id="R4e2407bbbe9b4f75" /><Relationship Type="http://schemas.openxmlformats.org/officeDocument/2006/relationships/image" Target="/ppt/media/image2.svg" Id="R9eff0be8adb348fd" /><Relationship Type="http://schemas.openxmlformats.org/officeDocument/2006/relationships/notesSlide" Target="/ppt/notesSlides/notesSlide3.xml" Id="R5ab83d3387c645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3b5970ec04b23" /><Relationship Type="http://schemas.openxmlformats.org/officeDocument/2006/relationships/notesSlide" Target="/ppt/notesSlides/notesSlide4.xml" Id="Rb4e083d22a374c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71f43c7a4e41ef" /><Relationship Type="http://schemas.openxmlformats.org/officeDocument/2006/relationships/notesSlide" Target="/ppt/notesSlides/notesSlide5.xml" Id="R758544272d7544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3093ee2d5462d" /><Relationship Type="http://schemas.openxmlformats.org/officeDocument/2006/relationships/notesSlide" Target="/ppt/notesSlides/notesSlide6.xml" Id="Re861d714954648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b257ff2304e2b" /><Relationship Type="http://schemas.openxmlformats.org/officeDocument/2006/relationships/image" Target="/ppt/media/image3.png" Id="R3d958c557f79467f" /><Relationship Type="http://schemas.openxmlformats.org/officeDocument/2006/relationships/image" Target="/ppt/media/image3.svg" Id="Ra888e34ed442460d" /><Relationship Type="http://schemas.openxmlformats.org/officeDocument/2006/relationships/notesSlide" Target="/ppt/notesSlides/notesSlide7.xml" Id="Rfab610e452884f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fa575b349497b" /><Relationship Type="http://schemas.openxmlformats.org/officeDocument/2006/relationships/notesSlide" Target="/ppt/notesSlides/notesSlide8.xml" Id="R281229d282cf4fc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14171-FAE0-489C-A1A2-4791457C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2377D-031A-4EA0-84AE-9DBF769B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48522-E51C-4DF0-A43D-B2C0F1EA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35DDD-DF86-4A5B-B786-2B24F519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01827-D5D4-4ACA-9DD7-582292F1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1D642B-3511-4F38-9B45-E82D6A15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936EB-1D45-4C5D-85DB-6ADCF6E0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Feeling of Knowing Forecast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F6D28-F525-4120-A6FE-E49DCC00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6444cd868472d">
            <a:extLst>
              <a:ext uri="{96DAC541-7B7A-43D3-8B79-37D633B846F1}">
                <asvg:svgBlip xmlns:asvg="http://schemas.microsoft.com/office/drawing/2016/SVG/main" r:embed="Rd59082469aa94a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4384F-CAB2-47BB-8A7E-2B4FDBEB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B367C-ADFD-46B0-B758-F29473F5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CE90F-971D-4204-A95B-4D65F4ED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6C08B-BB71-4FB3-B19E-5936F7B4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feeling that knowledge is available is itself a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judgement that can be tested.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E0EF1-C7DF-4609-A4D3-2338612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52F5A-9F19-4D46-B71A-A940B7E3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B6439-60FA-45D3-B203-00030DB4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2D1809-84FB-47CD-9E73-8F417B08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9938631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8A155-DC99-45D1-8F45-3C381C0A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8702E-D748-4654-9403-C7E8BE0D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C94CF9-356B-40EF-9FAA-84C7FE96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2222-BDD5-4468-9A98-6B80BDBF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218F9-0329-482D-92AE-6EF9A79D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EF863-8444-43AA-8DD0-C23EB322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65CBD-7B3E-41E5-A1A7-1ABAA30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11986-D404-4D86-9EC6-32C5B4E4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CD291-4EFC-413F-BBDB-98FED74F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C8FC8-08FD-45E0-B9E6-D7CC6CC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5343C-7431-4B99-95FC-8DA96C5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4FC2C-A6F8-4EF5-9A07-5188F1A2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distinguish knowing, remembering, recognizing,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feeling that they almost know.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feeling that knowledge is available is itself a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that can be tested.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2DAD8-7128-49D2-9212-E04BAA63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6B549-B1B7-4B30-A2EE-94A6D755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6A962-67FE-4F30-A7BA-ED7FC5F9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635A5-FD25-4596-B07D-B118EF50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Ten recall questions, matching recognition options,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a forecast table.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Timer and answer key.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Forecast table with columns: no recall,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feeling-of-knowing rating, recognition answer,...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Class tally comparing high forecast items and actual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recognition success.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5305D-ABDC-4CE5-B929-981FB86E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2067743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BB9404-6E7B-4F7E-B086-2C36A485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8656E-5AEB-4632-A06B-B639986B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DA502-8B3D-4A81-99FE-8431CA1D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D1DC8-A09D-4A1E-AF26-E9BDF2BF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F58AB-2420-4D14-BC53-678CEA49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225B5-5EE9-436F-B4B0-D8B00CE2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BFCEC-AF49-4B85-82AA-B1774B93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6C99F-CD77-46F1-9565-8EA47F31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407bbbe9b4f75">
            <a:extLst>
              <a:ext uri="{96DAC541-7B7A-43D3-8B79-37D633B846F1}">
                <asvg:svgBlip xmlns:asvg="http://schemas.microsoft.com/office/drawing/2016/SVG/main" r:embed="R9eff0be8adb348f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EDB9A-5953-43BB-BEF1-B8988DEF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A73A1-8E81-48D1-8240-2B9B4394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BBF7A0-8299-4405-85DF-04280432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1E86B-FFE6-4285-81E8-FCF2F241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Feeling of Knowing Forecast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Recall prompt: What is the term for a word...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Feeling of Knowing Forecast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Recognition options later: metaphor,...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0432B-24E8-4E1E-AAFA-4819630C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8D3F8-0F61-45DD-B2CB-AC74B76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F96E9-446B-4B8C-9E0C-5B972F43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C3A27-B73E-4BBE-ABD9-2727C490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Feeling of Knowing Forecast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Feeling of Knowing Forecast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4562183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4C2C2-DBE2-421A-A290-3D057AB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AC461-D832-468F-9841-4DCA96F1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8D136-D707-4580-8747-8C0B07DD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F34EC-2858-419F-A3A1-BC0DBB1D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6332B-B2EB-424E-8581-F958C94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8E026-6BA4-4293-9461-1C412244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79C34-C712-47DF-A499-13B97E3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43B3E-49BD-473D-B6F2-6C6FB4D1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53CA9-DE4E-4E93-924B-9F6AAEC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AA227-2813-4910-B23B-795362D4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080C2-E2FD-4FAD-9B03-D8E4F56E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8E50F-5978-4A10-93FD-FBE18A76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Ask students to answer short recall questions without options.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For unanswered items, students rate whether they would recognize the answer later.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Give multiple-choice options for those same items.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compare feeling-of-knowing forecasts with recognition accuracy.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Discuss whether introspection is evidence and when it needs checking.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8BD6A-3785-4B21-8293-D75F3951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Knowledg...</a:t>
            </a:r>
          </a:p>
        </p:txBody>
      </p:sp>
    </p:spTree>
    <p:extLst>
      <p:ext uri="{BB962C8B-B14F-4D97-AF65-F5344CB8AC3E}">
        <p14:creationId xmlns:p14="http://schemas.microsoft.com/office/powerpoint/2010/main" val="14754411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0ECEA-49B1-46F1-B320-86642EA6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FD05C-5B43-4A90-857E-76739C42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27147-3D15-49E5-B44C-892A5C7A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14EE0-2363-41F7-AE24-C349BA9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C3779-6AD6-436F-8235-8A1FB03C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E939E-7549-4567-9D54-718532C8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CFDCF-574F-4433-98CA-0712819B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27F0F-FEA1-44FF-BEC7-6D7A29E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DEC4E-797F-4754-8C5C-3AC69681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BAD4D-0D29-403B-B67D-67CC8330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859F0-7170-4ED1-B90B-4441008F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53C78-7BAC-408B-9337-EA48F41C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2D008-E59D-4B62-B2C4-9F2704BC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B1AA1-E245-4EFF-9788-B5EC7A97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6DB5E-2026-470B-AE09-775458CC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291C34-666B-474B-B828-2C8EA43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974E2-A0AF-4561-BE78-7BC6BC30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5B55EF-3358-41C4-A958-C9D91D7B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A4C22-BAD0-4941-B183-BD249C6E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435FE-1BD0-428D-A874-278998A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EC1BC-BD93-415A-AF3B-8394C8AA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8E3CB-6B63-4670-AC2B-F84F08EA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95A91-D7FE-4AE4-B304-B7DC2F94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3B9126-F15B-48AC-88E8-894C8986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BA808-E3C9-429A-98FB-9EE05F1A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F26F8-E76D-45CA-AF52-BB03F838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04021A-4935-4A8E-8255-9EDC096F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077D3C-9C47-42A0-8909-3F39E39B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328136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5DA23-6A76-46C0-B465-5D9E493F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6705F-2617-48F5-A63A-4072BF5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B6AC0-6CE0-437D-89D4-9E083209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17911-7287-44FE-ACF0-09B03E6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A83D4-54F2-4F6C-A4FC-94CEAF3F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2F60E1-C2DC-4415-9F25-D40512F0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8C623-AEF4-4807-AA3F-0C859B8E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F7E59-72CB-476D-9832-F9095728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6464E-913D-4E03-A778-F049ED84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E9888-0983-4A70-B9D4-693C335D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847BBA-7497-48DA-AC3D-35A062CD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49823-AAD2-44C5-9411-D1EB802E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reliable is introspection as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evidence about what we know?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difference between not knowing and not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retrieving?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a knower trust a feeling of familiarity?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AAF91-D92D-4D51-B450-C9E34EBE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CA8E1-134A-4644-9DED-49DEF26A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58640-33EB-4646-9D07-FCFB8D5A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31701-5382-4DDC-9A7A-BEE9C4E9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reliable is introspection as evidence about what we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feeling familiar make a claim more justified?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knowers test their own reliability?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FD1699-7C8A-43E9-AD6F-AD083EF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20285153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4AD4D-33DB-4F73-9510-83E4FF89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310AD-E5E4-4953-88EB-CC44F7E8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E55F6-E4FD-45F4-B427-DC5F9919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01720-4BEC-4B97-BD05-72645D29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5A0DB-4F37-42FC-B3C0-DC0E541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797B4-6716-4B49-9C95-AFC22E8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BCD13-9625-4177-8BA9-385AA0B3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D2FB3-3376-4FCA-A2A4-14E3E34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D7B81-FC18-4B91-802B-036CC4F9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51E6D8-53F9-49AA-BAF7-656193D3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A502B-6CDB-4665-AE4C-8BF4298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8AE2B-48B6-42F9-B040-5A1BE23E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was sure I would recognize the answer, but all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options felt familiar.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My forecast was strongest when I could remember the topic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area, not just the feeling.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DA461-2220-419E-8A67-F1B8A642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9C679-3DB3-48D1-89C6-AA1D3FF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A9B955-E95B-4482-9B75-A2C5D369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D7BCD-775E-4612-BBC2-A41AD62D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compare feeling-of-knowing with confidence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calibration data.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Ask students to create a revision strategy based 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metacognitive evidence.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58c557f79467f">
            <a:extLst>
              <a:ext uri="{96DAC541-7B7A-43D3-8B79-37D633B846F1}">
                <asvg:svgBlip xmlns:asvg="http://schemas.microsoft.com/office/drawing/2016/SVG/main" r:embed="Ra888e34ed44246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802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066A5-2597-4F12-9081-92650AD7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FB4EA-9725-4A22-AD39-EF6D8023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F46A3-3491-4758-8752-32B982BD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173D6-A8E4-4F8E-A64E-F1953AEB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94F9E-1F91-401E-BC48-658FAEC8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EE6F6-29BF-476C-AA67-0BC14464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the Knower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7B17E-37C2-479D-8FCA-1FD0671A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7E6E-C348-4726-8213-C21A39DB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702E2-F1EF-4EB6-A5B9-820DF196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E0332B-095D-47C0-BF28-8AB3010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E1274-C939-419A-8266-FDF9700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6BACC-3F1F-4D28-9667-4EB5A8F0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forecast table comparing feeling-of-knowing ratings with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recognition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AF857-4F00-4BCF-A97D-BCE70694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35780-0678-4315-98BC-5B75B470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A0FD0-2F18-43C7-9F23-1FD09E02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452DD-FD3F-4D6C-BFE1-F47AA3B4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D60AE-D745-4E47-914C-5167FE47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A6970-3C89-4CA2-8670-48A2477F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56004-4223-4BA7-92F3-85B3C43E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597954-E575-4258-8030-3EDC9801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Confidence Calibration Test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False Memory Word List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Personal Knowledge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0A944-BBCE-459F-9F3D-4378621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888677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2026-06-20T10:31:38.0050000Z</dcterms:created>
  <dcterms:modified xsi:type="dcterms:W3CDTF">2026-06-20T10:31:38.0050000Z</dcterms:modified>
</coreProperties>
</file>