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1ab47c4b7084e14" /><Relationship Type="http://schemas.openxmlformats.org/officeDocument/2006/relationships/extended-properties" Target="/docProps/app.xml" Id="R098eea3c40044b3b" /><Relationship Type="http://schemas.openxmlformats.org/officeDocument/2006/relationships/officeDocument" Target="/ppt/presentation.xml" Id="Rf5e37611f94049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7adf71f7004bec"/>
  </p:sldMasterIdLst>
  <p:notesMasterIdLst>
    <p:notesMasterId xmlns:r="http://schemas.openxmlformats.org/officeDocument/2006/relationships" r:id="Rb77eb7f8f1b34d70"/>
  </p:notesMasterIdLst>
  <p:sldIdLst>
    <p:sldId xmlns:r="http://schemas.openxmlformats.org/officeDocument/2006/relationships" id="256" r:id="R10b2965217b440d0"/>
    <p:sldId xmlns:r="http://schemas.openxmlformats.org/officeDocument/2006/relationships" id="257" r:id="R23276194011c4e5d"/>
    <p:sldId xmlns:r="http://schemas.openxmlformats.org/officeDocument/2006/relationships" id="258" r:id="R8354828fe87a4cf2"/>
    <p:sldId xmlns:r="http://schemas.openxmlformats.org/officeDocument/2006/relationships" id="259" r:id="R9d5d01aa001e4d71"/>
    <p:sldId xmlns:r="http://schemas.openxmlformats.org/officeDocument/2006/relationships" id="260" r:id="Rcb5464f1458b40ed"/>
    <p:sldId xmlns:r="http://schemas.openxmlformats.org/officeDocument/2006/relationships" id="261" r:id="R94ced26f914e4a90"/>
    <p:sldId xmlns:r="http://schemas.openxmlformats.org/officeDocument/2006/relationships" id="262" r:id="Rc5be5235e5cd4fc5"/>
    <p:sldId xmlns:r="http://schemas.openxmlformats.org/officeDocument/2006/relationships" id="263" r:id="R263f505f5d4a4c3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2f392d4a22b4768" /><Relationship Type="http://schemas.openxmlformats.org/officeDocument/2006/relationships/slideMaster" Target="/ppt/slideMasters/slideMaster1.xml" Id="Rb17adf71f7004bec" /><Relationship Type="http://schemas.openxmlformats.org/officeDocument/2006/relationships/notesMaster" Target="/ppt/notesMasters/notesMaster1.xml" Id="Rb77eb7f8f1b34d70" /><Relationship Type="http://schemas.openxmlformats.org/officeDocument/2006/relationships/presProps" Target="/ppt/presProps.xml" Id="R61ff93d1c992433d" /><Relationship Type="http://schemas.openxmlformats.org/officeDocument/2006/relationships/tableStyles" Target="/ppt/tableStyles.xml" Id="R61dc0c7cd1734203" /><Relationship Type="http://schemas.openxmlformats.org/officeDocument/2006/relationships/slide" Target="/ppt/slides/slide1.xml" Id="R10b2965217b440d0" /><Relationship Type="http://schemas.openxmlformats.org/officeDocument/2006/relationships/slide" Target="/ppt/slides/slide2.xml" Id="R23276194011c4e5d" /><Relationship Type="http://schemas.openxmlformats.org/officeDocument/2006/relationships/slide" Target="/ppt/slides/slide3.xml" Id="R8354828fe87a4cf2" /><Relationship Type="http://schemas.openxmlformats.org/officeDocument/2006/relationships/slide" Target="/ppt/slides/slide4.xml" Id="R9d5d01aa001e4d71" /><Relationship Type="http://schemas.openxmlformats.org/officeDocument/2006/relationships/slide" Target="/ppt/slides/slide5.xml" Id="Rcb5464f1458b40ed" /><Relationship Type="http://schemas.openxmlformats.org/officeDocument/2006/relationships/slide" Target="/ppt/slides/slide6.xml" Id="R94ced26f914e4a90" /><Relationship Type="http://schemas.openxmlformats.org/officeDocument/2006/relationships/slide" Target="/ppt/slides/slide7.xml" Id="Rc5be5235e5cd4fc5" /><Relationship Type="http://schemas.openxmlformats.org/officeDocument/2006/relationships/slide" Target="/ppt/slides/slide8.xml" Id="R263f505f5d4a4c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3f8ea58083400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807b9856d949a1" /><Relationship Type="http://schemas.openxmlformats.org/officeDocument/2006/relationships/notesMaster" Target="/ppt/notesMasters/notesMaster1.xml" Id="Rd5ad85040cdb487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592d98df8fa49b6" /><Relationship Type="http://schemas.openxmlformats.org/officeDocument/2006/relationships/notesMaster" Target="/ppt/notesMasters/notesMaster1.xml" Id="R1ef6925498074aa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6dba799ee244ca3" /><Relationship Type="http://schemas.openxmlformats.org/officeDocument/2006/relationships/notesMaster" Target="/ppt/notesMasters/notesMaster1.xml" Id="R141ff35c5ddd4e6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d9d03461a2f4d88" /><Relationship Type="http://schemas.openxmlformats.org/officeDocument/2006/relationships/notesMaster" Target="/ppt/notesMasters/notesMaster1.xml" Id="R1509fce480cc4cf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9afc5dffcbd478b" /><Relationship Type="http://schemas.openxmlformats.org/officeDocument/2006/relationships/notesMaster" Target="/ppt/notesMasters/notesMaster1.xml" Id="R2f561544cb6044f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3e5c9a18bf64dcc" /><Relationship Type="http://schemas.openxmlformats.org/officeDocument/2006/relationships/notesMaster" Target="/ppt/notesMasters/notesMaster1.xml" Id="R65f9a26db4fd4ed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9863e063974401e" /><Relationship Type="http://schemas.openxmlformats.org/officeDocument/2006/relationships/notesMaster" Target="/ppt/notesMasters/notesMaster1.xml" Id="R7dce99c0a6d146d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24781b30f1c4f88" /><Relationship Type="http://schemas.openxmlformats.org/officeDocument/2006/relationships/notesMaster" Target="/ppt/notesMasters/notesMaster1.xml" Id="R638fbebf8623454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067cd344914a4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e289987744481d" /><Relationship Type="http://schemas.openxmlformats.org/officeDocument/2006/relationships/slideLayout" Target="/ppt/slideLayouts/slideLayout1.xml" Id="Race1d565b52247f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ce1d565b52247f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78683046b84d99" /><Relationship Type="http://schemas.openxmlformats.org/officeDocument/2006/relationships/image" Target="/ppt/media/image.png" Id="Rf972910063044a43" /><Relationship Type="http://schemas.openxmlformats.org/officeDocument/2006/relationships/image" Target="/ppt/media/image.svg" Id="R75068bdb81bf4887" /><Relationship Type="http://schemas.openxmlformats.org/officeDocument/2006/relationships/notesSlide" Target="/ppt/notesSlides/notesSlide1.xml" Id="R67c75a1168f54f3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af2b9a71e2448e" /><Relationship Type="http://schemas.openxmlformats.org/officeDocument/2006/relationships/notesSlide" Target="/ppt/notesSlides/notesSlide2.xml" Id="Rc8443354b5eb4f6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a9c623b0d441bc" /><Relationship Type="http://schemas.openxmlformats.org/officeDocument/2006/relationships/image" Target="/ppt/media/image2.png" Id="Ra9f257f5305e4243" /><Relationship Type="http://schemas.openxmlformats.org/officeDocument/2006/relationships/image" Target="/ppt/media/image2.svg" Id="R46631c7d7e174776" /><Relationship Type="http://schemas.openxmlformats.org/officeDocument/2006/relationships/notesSlide" Target="/ppt/notesSlides/notesSlide3.xml" Id="Rcbff1592c7da4ec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8fda656c344b35" /><Relationship Type="http://schemas.openxmlformats.org/officeDocument/2006/relationships/notesSlide" Target="/ppt/notesSlides/notesSlide4.xml" Id="R9e210542a84c486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320d272ff441c6" /><Relationship Type="http://schemas.openxmlformats.org/officeDocument/2006/relationships/notesSlide" Target="/ppt/notesSlides/notesSlide5.xml" Id="R27bb8ed76058495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e04a5ab29f4b3c" /><Relationship Type="http://schemas.openxmlformats.org/officeDocument/2006/relationships/notesSlide" Target="/ppt/notesSlides/notesSlide6.xml" Id="Ra367bc494da9478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820cedad5e4f10" /><Relationship Type="http://schemas.openxmlformats.org/officeDocument/2006/relationships/image" Target="/ppt/media/image3.png" Id="R17151b4c8d1d45eb" /><Relationship Type="http://schemas.openxmlformats.org/officeDocument/2006/relationships/image" Target="/ppt/media/image3.svg" Id="R7882d8e0b12040af" /><Relationship Type="http://schemas.openxmlformats.org/officeDocument/2006/relationships/notesSlide" Target="/ppt/notesSlides/notesSlide7.xml" Id="R94126d2f7eaf4a4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aa3da3f4fe4b17" /><Relationship Type="http://schemas.openxmlformats.org/officeDocument/2006/relationships/notesSlide" Target="/ppt/notesSlides/notesSlide8.xml" Id="Rc83f784e3e5c48a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DB4467-41A0-4089-AC63-E6F42B4F9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15B743-0A18-4E23-81F3-493FAFD66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44F7B9-E9D8-4D46-850B-D50B7EA2B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002F22-B5AB-4B1E-8745-CF695D3B8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77F7DF-6786-4631-9606-7F9E70C1B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1/8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2CFBD0-C195-47D1-A027-76D42470E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The Arts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7B86B3-E80F-4A2F-B4E5-CBBC466AC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85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Music and Emotion Experiment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BD8C7C-DA37-4985-A436-A5AEA90C0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38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Student-facing slide deck draft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72910063044a43">
            <a:extLst>
              <a:ext uri="{96DAC541-7B7A-43D3-8B79-37D633B846F1}">
                <asvg:svgBlip xmlns:asvg="http://schemas.microsoft.com/office/drawing/2016/SVG/main" r:embed="R75068bdb81bf488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53375" y="1028700"/>
            <a:ext cx="3143250" cy="19526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615475-04B3-43CB-A270-0D8950035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19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ACA82B-D1D9-4B3D-9B89-A42A3F8AD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160511-8565-4A52-8014-71AAADEA1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573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Big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67A392-8600-4DF8-86BF-31CEC139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5695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Form shapes perception and feeling.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2829F4-BCE2-41C6-89FA-041187D2B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3810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F90E3E-D759-499C-A13E-2EC6244EB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3AA9E2-DDBC-4BCD-85DF-9A3FE24CA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352800"/>
            <a:ext cx="3352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In Class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20EA09-16C8-442F-9A92-543E025F3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752850"/>
            <a:ext cx="3314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Time: 20-30 min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Difficulty: Medium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Resource: free now</a:t>
            </a:r>
          </a:p>
        </p:txBody>
      </p:sp>
    </p:spTree>
    <p:extLst>
      <p:ext uri="{BB962C8B-B14F-4D97-AF65-F5344CB8AC3E}">
        <p14:creationId xmlns:p14="http://schemas.microsoft.com/office/powerpoint/2010/main" val="4111235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B4F28E-8FD7-48D2-A31F-F9587BB0C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819629-8A32-4553-8441-31A9BA5C9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055216-A7BF-4846-A946-48BEB64EA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30812E-0D3B-4AD1-96F8-30B93F9F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768508-EAAA-4B07-A9DC-B165EEE98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2/8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B93E88-2B1A-4BA1-8157-4FE0FA068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The Arts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ADC271-2672-4595-ACEA-313D273D3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Purpose &amp;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D633DC-4CAC-49E0-B746-842215AB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this before students move into TOK analysis.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6921DE-BD8D-4A0B-96CE-1B2FB9115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143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3064B0-7311-4D62-9A89-19BCF2AD6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5B5E46-33F2-4C38-B5FD-223BF7EDC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Learning Focus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4BBD52-57C2-4FF3-A288-FCC362F88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46482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explore how artistic form shapes perception and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emotion.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Form shapes perception and feeling.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3162D6-1F14-46FF-95D7-17EA14263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9053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87325B-DBD6-4D9C-80D9-E8131733C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B38CAA-1021-4B36-8181-FE63D80D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6217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Materials &amp; Run Kit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FE24C2-3D39-48AF-B598-3E89AAD48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62225"/>
            <a:ext cx="44100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One silent video clip and three soundtracks: sad,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comic, tense.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Printable student worksheet with observation,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inference, evidence, and confidence columns.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Teacher notes with setup checklist, sample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facilitation language, misconceptions, and assessment...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D31B11-EFC8-42D5-87E3-FA5A7A008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8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F865F"/>
            </a:solidFill>
            <a:prstDash val="solid"/>
          </a:ln>
        </p:spPr>
        <p:txBody>
          <a:bodyPr xmlns:a="http://schemas.openxmlformats.org/drawingml/2006/main" lIns="171450" tIns="95250" rIns="171450" bIns="762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Teacher move: ask for a private first judgement before discussion so students can notice how knowledge is formed, revised, and justified.</a:t>
            </a:r>
          </a:p>
        </p:txBody>
      </p:sp>
    </p:spTree>
    <p:extLst>
      <p:ext uri="{BB962C8B-B14F-4D97-AF65-F5344CB8AC3E}">
        <p14:creationId xmlns:p14="http://schemas.microsoft.com/office/powerpoint/2010/main" val="4528942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9593ED-46BA-484F-8F77-8D7340C3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19C5D7-E0EC-4BDC-8426-EB25C08A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1E8A47-B0B5-41F9-8491-4D040601A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A2D74B-8F33-4848-AB5A-DE043AB18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8E86B6-F57E-4157-924C-1ECAB616B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3/8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93B699-C75C-4448-B890-B8476B397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The Arts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F6C4C8-27BB-41C3-8EFD-BF47686ED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Use The Actual Stimulus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843020-75C0-436C-9E9E-C88665855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Students inspect this before abstract TOK language.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f257f5305e4243">
            <a:extLst>
              <a:ext uri="{96DAC541-7B7A-43D3-8B79-37D633B846F1}">
                <asvg:svgBlip xmlns:asvg="http://schemas.microsoft.com/office/drawing/2016/SVG/main" r:embed="R46631c7d7e17477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762125"/>
            <a:ext cx="5143500" cy="3581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67221F-92D5-4FF6-B03F-6DF8C8D53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49053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07E980-C681-4154-B5E0-9B9F9FB65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28323A-6176-4B05-ACE0-B50499337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Stimulus Packet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C11C7B-24F1-4E8B-BD20-D3107198F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0300"/>
            <a:ext cx="44100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Music and Emotion Experiment Stimulus A: Student-facing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1: The same image or scene paired with different...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Music and Emotion Experiment Stimulus B: Student-facing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2: Emotion rating cards before and after the...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77142A-332F-4B4F-8A81-FF3B12EF6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49053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DBEB9B-4BAF-47EA-92F7-CE0B0FB3D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762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90F441-0212-4CA5-834B-4B0C960EE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Lesson Questions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DF2EF2-AB74-4F27-A891-C6CDDA619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43400"/>
            <a:ext cx="44100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After inspecting Music and Emotion Experiment Stimulus A,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what is your first knowledge claim?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Which exact detail from Music and Emotion Experiment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A did you use as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did you infer beyond the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</p:spTree>
    <p:extLst>
      <p:ext uri="{BB962C8B-B14F-4D97-AF65-F5344CB8AC3E}">
        <p14:creationId xmlns:p14="http://schemas.microsoft.com/office/powerpoint/2010/main" val="154149931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8F6D82-F037-4B9E-BC74-50FE0D59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B07819-C41B-4B88-86AE-EA8E49E1B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F539D0-264C-4CB0-8012-67D1841BA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1153E6-ED42-4265-AA41-D73FA3A8F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28A631-5596-4CF7-A8C7-E145533A7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4/8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9975D6-C430-4C8A-8118-9A8067B0C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The Arts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E8A62F-3038-489C-ABA8-43DABDA24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Run The Activity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D01AA2-E8AF-47EB-BA64-D995A1DDE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Keep the experience concrete before naming the TOK issue.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28BD4E-0B7B-48A9-BFB6-1D7DBF085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108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506657-0264-433C-BEB2-AA963A1DC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F23A41-4C7C-435F-B3B9-B5A35A7D7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Student-Facing Procedure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9991EA-E7A1-449C-99D1-C35E1163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9915525" cy="284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1. Play the silent clip with Soundtrack A. Students write what they think is happening.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2. Repeat with Soundtracks B and C.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3. Students compare changes in perceived story, character and mood.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4. Discuss whether music reveals or manipulates meaning.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FB2431-0164-4FCD-ABB1-510C6B072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 task: Use the stimulus cards to complete the observation/inference/evidence/confidence grid, then answer one TOK knowledge question connected to The Arts.</a:t>
            </a:r>
          </a:p>
        </p:txBody>
      </p:sp>
    </p:spTree>
    <p:extLst>
      <p:ext uri="{BB962C8B-B14F-4D97-AF65-F5344CB8AC3E}">
        <p14:creationId xmlns:p14="http://schemas.microsoft.com/office/powerpoint/2010/main" val="196992290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58E201-C976-410D-A95B-AC689365F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1D7277-C330-4B19-9DF2-BD7E1E594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5A2789-05F6-42F5-A88B-555EEDE5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E87C8F-A59E-41DD-8BE0-03076AB9A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83DCF2-232B-4369-9233-FA1344401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5/8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85CB76-4151-48FE-A56A-790FB58F2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The Arts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5FE126-11AB-4002-8FE3-00DACFAC8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Thinking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F31ABE-2A9A-42E0-8CD7-AC51CD399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Separate what students noticed from what they inferred.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43BFCA-C096-444A-AB04-3C30362AF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8ADEA9-BE87-4544-AEC0-0B646EC8E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A0DACD-E1A0-4E9F-B6C1-ED5C17D7F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noticed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ED90DE-D383-4D3E-A1AB-69C50C77D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Observable details, data, words, actions, or results.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667038-2052-4155-8AE3-0A9B9B3A7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7A5211-75DB-4307-AC08-B24F95845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95E35A-0A1E-4430-9EEE-3E51BAA54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inferred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30F7AC-4BB2-47FC-9009-094C6489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The meaning or explanation I added.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139EB7-EDC0-4D6C-AB92-70387230B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FB6DF1-4522-45A1-A5CD-E11250EEF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CEE58A-60D6-42D6-93AC-15FA1D5A7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F6D906-F985-45FD-BB57-96527CC03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What supports my inference? What is missing?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80F2FE-8D59-4ACC-ADC2-E71E5C975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D145FE-504E-4361-82B1-A1964F617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14207C-3D13-4022-AB68-4FDEA8D98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Confidence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FF1F17-388C-43E1-926D-8FE7C8995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How sure am I, and why?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061617-64B0-44D2-91DE-1068424A1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4108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3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510EF4-ACD6-462E-A181-B37E4C685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24B52E-7FC3-46BC-BA13-5E62530A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Pair Share Prompt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0D0A79-58B9-4494-A4AB-3FB840000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67300"/>
            <a:ext cx="9915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Compare one place where your first judgement changed. What caused the change: new evidence, another perspective, better language, or a revised method?</a:t>
            </a:r>
          </a:p>
        </p:txBody>
      </p:sp>
    </p:spTree>
    <p:extLst>
      <p:ext uri="{BB962C8B-B14F-4D97-AF65-F5344CB8AC3E}">
        <p14:creationId xmlns:p14="http://schemas.microsoft.com/office/powerpoint/2010/main" val="154787658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E19C09-FF1D-4CCD-AC51-B7AB49E9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395DB8-B6C6-433F-AF92-57DD33F2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8971B7-CFC7-45C7-B8D0-19FC94041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CF1AF3-6F68-4AB5-93C0-C654011D4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01E44F-47DB-4C53-9460-C6802DCDB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6/8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44225A-FAA2-4714-BC90-37B377E8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The Arts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7407C2-485C-4C10-BCAE-536BF1ECB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TOK Debrief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BE0FF0-3495-4474-A8AC-E52B5932A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Move from the activity result to a knowledge question.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0453E5-29AD-4A41-8F48-CC1B5E927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627554-3228-43D7-ACF6-A217E9BAC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2CF72E-2EC3-4D1E-9B97-BB9DC6892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Debrief 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FDB18C-62B9-4594-B172-E1B41C64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Knowledge question: Can emotion be a source of knowledge?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Does art manipulate or reveal?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How does form affect meaning?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B34E3E-1883-402D-AF41-06684FDBC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7A4C24-F0B9-46AD-ADE9-CB9157E36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DFB8C7-20BE-4B21-87BB-FB003221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Knowledge 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C6B5FF-65CA-4D2F-B84E-A2C17968B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Can emotion be a source of knowledge?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Does art manipulate or reveal?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How does form affect meaning?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F53E89-7323-491E-9260-10BA350D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Best discussion move: ask students to name a criterion for reliability, not just say “it depends.”</a:t>
            </a:r>
          </a:p>
        </p:txBody>
      </p:sp>
    </p:spTree>
    <p:extLst>
      <p:ext uri="{BB962C8B-B14F-4D97-AF65-F5344CB8AC3E}">
        <p14:creationId xmlns:p14="http://schemas.microsoft.com/office/powerpoint/2010/main" val="25776826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96163E-CD52-46A5-B775-3E580DA06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389FC3-581B-45BF-AC53-CE0E68EA9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7F97CF-26F9-4167-AC8C-71FFA6B4B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E3F6EE-3A81-43DF-8966-FE33DB750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618A63-AD7D-417C-B015-BC573057F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7/8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9ABA15-3C1C-406D-BACF-BB1BAA603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The Arts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F3DC64-FF4F-4BCB-BCAD-0CC8192CD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Adapt &amp; Extend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0F9037-3336-46D3-98B0-D15CC56B0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the same core activity with different support levels.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18E371-1201-41C1-96F7-32229C16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2DD161-0BC9-48F5-A2F5-809AFBF2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5C5BF4-EC36-4342-B859-6E2B5BD4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Sample Student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2ED146-C5BA-48E5-B5AA-81EF110A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student claim connected to Music and Emotion Experiment: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"My first judgement felt obvious, but my evidence was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thinner than I realised."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revised claim that names a method, perspective, or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language choice that changed the result.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24DC2F-F50F-4ED1-965D-1A8F0D5BB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7AD48E-A12A-44E5-95F0-D22462A6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B99020-31B4-47EF-A296-D15F37658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Extensions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15E6D8-5696-4CDB-9B4B-F7262D795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Design a second version of the activity that tests the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same knowledge issue in another AOK.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Find a real-world example where the same knowledge problem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matters outside the classroom.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151b4c8d1d45eb">
            <a:extLst>
              <a:ext uri="{96DAC541-7B7A-43D3-8B79-37D633B846F1}">
                <asvg:svgBlip xmlns:asvg="http://schemas.microsoft.com/office/drawing/2016/SVG/main" r:embed="R7882d8e0b12040a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34125" y="1790700"/>
            <a:ext cx="466725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44696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67601F-5A5C-46B8-BE34-A8BC6186F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F3A750-97D4-4675-81BA-ADDBDA0FF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4C0FC1-5E77-46B9-883F-728501BB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C341C0-39D5-4413-BD14-923E4250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BCAA63-9869-46A9-956B-1BA5EC6E1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8/8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464F33-8CB8-4B62-89FE-5B5FFFD87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The Arts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01DA94-542D-4BE5-AEC7-A12696D84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Exhibition &amp; Exit Ticket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32CF90-59B0-4958-AF2B-9FF47BBE7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Turn the classroom moment into transferable TOK thinking.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426893-9E62-41D7-9DEA-9CBD60DAF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143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1A05B9-C374-4789-A634-78AEEC914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366CC0-BC27-440B-AF73-41A38CDCF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Exhibition Object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E8E61F-C3B4-4FAF-A290-8EE664464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6482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Three interpretations of one clip under different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soundtracks. Cross-AOK comparison activities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468E36-F2F4-4E3A-9CA5-BA66965FC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49053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CED9E8-D9F9-4558-89B8-B47B791C7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C3263D-9697-4384-97A9-85F4EF2AF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6692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Exit Ticket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635251-F929-4775-BA02-D919BC147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66975"/>
            <a:ext cx="4410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Before this activity, I assumed...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activity challenged that because...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better knowledge question is...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3A0B1B-1464-4AF5-9AAD-2C2C25D49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4108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1FBEF2-6F6D-4039-9F4D-5F07D26B7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DD41D0-1897-4858-BDE8-97D2FD2E7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Related Activities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B6020E-80CB-476E-99F2-DED2461FA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9915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Title Changes Meaning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Fake or Masterpiece?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One Image, Many Readings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77D1DF-8CB2-4DF2-9D2B-3C9E08E39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38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Free while the library is being built. Designed for future premium teacher packs.</a:t>
            </a:r>
          </a:p>
        </p:txBody>
      </p:sp>
    </p:spTree>
    <p:extLst>
      <p:ext uri="{BB962C8B-B14F-4D97-AF65-F5344CB8AC3E}">
        <p14:creationId xmlns:p14="http://schemas.microsoft.com/office/powerpoint/2010/main" val="20609278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2026-06-20T10:31:37.5130000Z</dcterms:created>
  <dcterms:modified xsi:type="dcterms:W3CDTF">2026-06-20T10:31:37.5130000Z</dcterms:modified>
</coreProperties>
</file>