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c5f300fc1440fd" /><Relationship Type="http://schemas.openxmlformats.org/officeDocument/2006/relationships/extended-properties" Target="/docProps/app.xml" Id="R2e907b4ed13c4e99" /><Relationship Type="http://schemas.openxmlformats.org/officeDocument/2006/relationships/officeDocument" Target="/ppt/presentation.xml" Id="R5b2b6f0d6f424d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bb84c00a024224"/>
  </p:sldMasterIdLst>
  <p:notesMasterIdLst>
    <p:notesMasterId xmlns:r="http://schemas.openxmlformats.org/officeDocument/2006/relationships" r:id="R883f6418ae6045c3"/>
  </p:notesMasterIdLst>
  <p:sldIdLst>
    <p:sldId xmlns:r="http://schemas.openxmlformats.org/officeDocument/2006/relationships" id="256" r:id="R9c5d9699df1448d7"/>
    <p:sldId xmlns:r="http://schemas.openxmlformats.org/officeDocument/2006/relationships" id="257" r:id="R66d990db683f4b81"/>
    <p:sldId xmlns:r="http://schemas.openxmlformats.org/officeDocument/2006/relationships" id="258" r:id="Rb04fe80c948f4d9b"/>
    <p:sldId xmlns:r="http://schemas.openxmlformats.org/officeDocument/2006/relationships" id="259" r:id="R163f3e67dad04711"/>
    <p:sldId xmlns:r="http://schemas.openxmlformats.org/officeDocument/2006/relationships" id="260" r:id="Rcb941ea63388455b"/>
    <p:sldId xmlns:r="http://schemas.openxmlformats.org/officeDocument/2006/relationships" id="261" r:id="R33c4666443484fcd"/>
    <p:sldId xmlns:r="http://schemas.openxmlformats.org/officeDocument/2006/relationships" id="262" r:id="Rc2285ace3802425c"/>
    <p:sldId xmlns:r="http://schemas.openxmlformats.org/officeDocument/2006/relationships" id="263" r:id="Rb7cf641247ab41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e9d463833d48a0" /><Relationship Type="http://schemas.openxmlformats.org/officeDocument/2006/relationships/slideMaster" Target="/ppt/slideMasters/slideMaster1.xml" Id="Ra0bb84c00a024224" /><Relationship Type="http://schemas.openxmlformats.org/officeDocument/2006/relationships/notesMaster" Target="/ppt/notesMasters/notesMaster1.xml" Id="R883f6418ae6045c3" /><Relationship Type="http://schemas.openxmlformats.org/officeDocument/2006/relationships/presProps" Target="/ppt/presProps.xml" Id="Rb56432787e8b4eee" /><Relationship Type="http://schemas.openxmlformats.org/officeDocument/2006/relationships/tableStyles" Target="/ppt/tableStyles.xml" Id="R9008715c41f04d30" /><Relationship Type="http://schemas.openxmlformats.org/officeDocument/2006/relationships/slide" Target="/ppt/slides/slide1.xml" Id="R9c5d9699df1448d7" /><Relationship Type="http://schemas.openxmlformats.org/officeDocument/2006/relationships/slide" Target="/ppt/slides/slide2.xml" Id="R66d990db683f4b81" /><Relationship Type="http://schemas.openxmlformats.org/officeDocument/2006/relationships/slide" Target="/ppt/slides/slide3.xml" Id="Rb04fe80c948f4d9b" /><Relationship Type="http://schemas.openxmlformats.org/officeDocument/2006/relationships/slide" Target="/ppt/slides/slide4.xml" Id="R163f3e67dad04711" /><Relationship Type="http://schemas.openxmlformats.org/officeDocument/2006/relationships/slide" Target="/ppt/slides/slide5.xml" Id="Rcb941ea63388455b" /><Relationship Type="http://schemas.openxmlformats.org/officeDocument/2006/relationships/slide" Target="/ppt/slides/slide6.xml" Id="R33c4666443484fcd" /><Relationship Type="http://schemas.openxmlformats.org/officeDocument/2006/relationships/slide" Target="/ppt/slides/slide7.xml" Id="Rc2285ace3802425c" /><Relationship Type="http://schemas.openxmlformats.org/officeDocument/2006/relationships/slide" Target="/ppt/slides/slide8.xml" Id="Rb7cf641247ab41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6399eba4da4c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b3fcbd4bee40b4" /><Relationship Type="http://schemas.openxmlformats.org/officeDocument/2006/relationships/notesMaster" Target="/ppt/notesMasters/notesMaster1.xml" Id="Rdb173cc274de41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a35b3266ed45f4" /><Relationship Type="http://schemas.openxmlformats.org/officeDocument/2006/relationships/notesMaster" Target="/ppt/notesMasters/notesMaster1.xml" Id="R8091791309a847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be12704799458c" /><Relationship Type="http://schemas.openxmlformats.org/officeDocument/2006/relationships/notesMaster" Target="/ppt/notesMasters/notesMaster1.xml" Id="Rb32214bcbdf143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a12235d10e4df7" /><Relationship Type="http://schemas.openxmlformats.org/officeDocument/2006/relationships/notesMaster" Target="/ppt/notesMasters/notesMaster1.xml" Id="R0bbafd1088db4c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bb570f09f64995" /><Relationship Type="http://schemas.openxmlformats.org/officeDocument/2006/relationships/notesMaster" Target="/ppt/notesMasters/notesMaster1.xml" Id="R489032304e354c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309fe64dc146cb" /><Relationship Type="http://schemas.openxmlformats.org/officeDocument/2006/relationships/notesMaster" Target="/ppt/notesMasters/notesMaster1.xml" Id="Raf4b5e7e672247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52bb53a1da4f25" /><Relationship Type="http://schemas.openxmlformats.org/officeDocument/2006/relationships/notesMaster" Target="/ppt/notesMasters/notesMaster1.xml" Id="Ra61c47e9255e45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e501e8ad4948e2" /><Relationship Type="http://schemas.openxmlformats.org/officeDocument/2006/relationships/notesMaster" Target="/ppt/notesMasters/notesMaster1.xml" Id="R44794eaa19f243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51430d5f744a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a42d9e5ff34d45" /><Relationship Type="http://schemas.openxmlformats.org/officeDocument/2006/relationships/slideLayout" Target="/ppt/slideLayouts/slideLayout1.xml" Id="Rf96f7dc13e254a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6f7dc13e254a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a112134d94056" /><Relationship Type="http://schemas.openxmlformats.org/officeDocument/2006/relationships/image" Target="/ppt/media/image.png" Id="R6994eb507ae34826" /><Relationship Type="http://schemas.openxmlformats.org/officeDocument/2006/relationships/image" Target="/ppt/media/image.svg" Id="R92a73892d2494330" /><Relationship Type="http://schemas.openxmlformats.org/officeDocument/2006/relationships/notesSlide" Target="/ppt/notesSlides/notesSlide1.xml" Id="R34d9af2d1e1f4c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40e2fa5214df5" /><Relationship Type="http://schemas.openxmlformats.org/officeDocument/2006/relationships/notesSlide" Target="/ppt/notesSlides/notesSlide2.xml" Id="R97f0163c1e4d40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dd6c493bc4764" /><Relationship Type="http://schemas.openxmlformats.org/officeDocument/2006/relationships/image" Target="/ppt/media/image2.png" Id="Rcefdfe9a720e4f37" /><Relationship Type="http://schemas.openxmlformats.org/officeDocument/2006/relationships/image" Target="/ppt/media/image2.svg" Id="R2a87bdcb3e1745e8" /><Relationship Type="http://schemas.openxmlformats.org/officeDocument/2006/relationships/notesSlide" Target="/ppt/notesSlides/notesSlide3.xml" Id="R08a9aa3842384e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8db49bfb54513" /><Relationship Type="http://schemas.openxmlformats.org/officeDocument/2006/relationships/notesSlide" Target="/ppt/notesSlides/notesSlide4.xml" Id="R90a1a1463ccb4a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9e8ea82bf4710" /><Relationship Type="http://schemas.openxmlformats.org/officeDocument/2006/relationships/notesSlide" Target="/ppt/notesSlides/notesSlide5.xml" Id="Rfcec6e0e3d2f48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d295c44b445d3" /><Relationship Type="http://schemas.openxmlformats.org/officeDocument/2006/relationships/notesSlide" Target="/ppt/notesSlides/notesSlide6.xml" Id="R38683af7252e4e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cc63ceb3742b0" /><Relationship Type="http://schemas.openxmlformats.org/officeDocument/2006/relationships/image" Target="/ppt/media/image3.png" Id="R1a47f4b359f74059" /><Relationship Type="http://schemas.openxmlformats.org/officeDocument/2006/relationships/image" Target="/ppt/media/image3.svg" Id="Rfb807fdb2aad4b00" /><Relationship Type="http://schemas.openxmlformats.org/officeDocument/2006/relationships/notesSlide" Target="/ppt/notesSlides/notesSlide7.xml" Id="R518c182658214b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5be4498e24518" /><Relationship Type="http://schemas.openxmlformats.org/officeDocument/2006/relationships/notesSlide" Target="/ppt/notesSlides/notesSlide8.xml" Id="R50f9de3ffb8a40a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870B06-17F4-44D2-B82E-2ECCA304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A6F28-6D39-40FE-8A21-203C2E97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53C86-A283-4498-9BF9-76D4B587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46E9B-12D7-466E-9ACE-0E985814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C4B2C-BF83-4DE8-AD22-79E33F0F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2A368-A0BB-41A2-AB6F-2AFB0573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5B3F2-42EA-48D9-BE7F-2D953652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Broken Archive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B18E8-CDC2-4AAB-89ED-4C5CC64E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4eb507ae34826">
            <a:extLst>
              <a:ext uri="{96DAC541-7B7A-43D3-8B79-37D633B846F1}">
                <asvg:svgBlip xmlns:asvg="http://schemas.microsoft.com/office/drawing/2016/SVG/main" r:embed="R92a73892d24943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3D3D1-126D-49D8-B1CD-D7952E34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7C777-3464-42FD-8B35-AD6CB156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DEC84-694C-4B9C-857E-F948C413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27506-4A70-4353-BAF8-8B920459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past survives as incomplete traces.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05DB8-79BE-47E1-B1F6-1AA4FB30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AD9E5-2776-4830-95ED-C5711626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24AFF-EA28-44F8-871F-149EC445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00EF0-6A2F-4D4C-9543-2C8D1E49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35-45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Extended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1871425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9C9E36-35FB-43AA-90C1-71FA86B3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D86D0-E5E1-47BC-ADDA-39BC14DD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11988-697E-4095-9CFA-73B267AC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AA798-899F-4AD7-9AEC-FC7E1B36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8048F-104E-425D-A4B7-5FA31617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90CF3-A69A-4FEE-8645-2654D801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934A3-5922-4BCD-8086-F6421177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017FC-DD40-475E-BA10-48B193DA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D51C0-5084-423F-8C61-4A00F64F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ECECE-E853-4E9F-8E02-7D61B420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D006C-FF3C-4F16-A14A-38D62891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792A0-E493-4B55-AC0C-7EE953CC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reconstruct a past event from incomplete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biased sources.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past survives as incomplete traces.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FC7A5-D714-4415-80C6-AF6A18B6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DAF1B-297B-41AC-9A14-1D30798D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ED5E2-7550-49C4-B523-3E9EAAAF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7B3D3-D0C0-46FF-82BC-2A574E54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Source pack: diary, report, photograph, newspaper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headline, propaganda poster, oral testimony, damaged...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20C32F-550A-4460-B0E4-D638D702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323842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2EA31A-AC81-4163-A9B6-2116BDA0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D7C2E-C136-4E51-AAB5-1988AD17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88C01-609A-404D-BE79-A9341514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40CBB-3C22-4EB7-8F46-91DC9063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B1087-742C-4467-A93E-FBFE063D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567A7-340B-4998-8835-205FBBF1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E5220-AAB3-4ED1-BE3C-A7D117A1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42D4A-F54B-47E7-89D1-E535E497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dfe9a720e4f37">
            <a:extLst>
              <a:ext uri="{96DAC541-7B7A-43D3-8B79-37D633B846F1}">
                <asvg:svgBlip xmlns:asvg="http://schemas.microsoft.com/office/drawing/2016/SVG/main" r:embed="R2a87bdcb3e1745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C5553-9F8A-42EB-B061-56998076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22695-93D2-42B2-8DD0-609E78B9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465A4-64EF-4CC5-AB6C-2C33CD23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1B6C0-1946-4D6C-93ED-43E285C0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Broken Archive Stimulus A: Student-facing stimulus 1: A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partial archive with missing letters, dates, or voices....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Broken Archive Stimulus B: Student-facing stimulus 2: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Students reconstruct an event from incomplete evidence...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9EB99-3829-4C72-8039-F4A5EB1D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0045D-5758-4899-B03B-C737F759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039CA-23F2-4A13-9B59-96EBF3D7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FC006-E252-4461-82BD-67BEC516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Broken Archive Stimulus A, what is your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Broken Archive Stimulus A did you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21320131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AAE775-C19C-455A-93DC-BB2544D3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72CBF-95FE-4D3B-BE76-30ADE468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E96D4-9564-45DB-8F97-8F0D2EB6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C48DB-3FFD-4BF2-B684-126B9259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4050D-0E80-4359-9B85-4C1E5172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DA1B7-7480-4EFB-84F5-4A42C4CD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AF0E0-ADD7-4B91-8B5C-28518CAC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4F39C-B8CF-44B4-8D10-58F8B2EB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26340-7DCD-4E15-9469-2CD1270A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248F4-0B44-4F6C-8276-C96A3880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CBE54-D882-4E1C-8A5F-62954942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FA486-7409-4735-9E1A-BD9FF3EB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each group a different combination of sources.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Groups reconstruct what happened.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Groups compare narratives and identify what evidence they lacked.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The class ranks which sources were most useful and most dangerous.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EEF22-4DAC-406B-B25A-E1ACEA05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History.</a:t>
            </a:r>
          </a:p>
        </p:txBody>
      </p:sp>
    </p:spTree>
    <p:extLst>
      <p:ext uri="{BB962C8B-B14F-4D97-AF65-F5344CB8AC3E}">
        <p14:creationId xmlns:p14="http://schemas.microsoft.com/office/powerpoint/2010/main" val="21013624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BE47CC-F3F4-4983-A970-1672D626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06E48-41A6-48A5-AE48-A7BB9224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66498-C382-4166-AB97-C746E38B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0139F-622E-4514-8B49-BE0541C9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09DFB-8A3E-4C32-A74E-FF06088D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F591C-FEC4-4D92-A7CD-B9279175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9DACD-0EBE-4690-B96B-60402366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DF86B-0EA6-4EA5-B371-E53F2023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78CE8-A0D0-4DE1-AF63-DF1EEEE6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8AC83-4F70-418B-A7C1-4D45E957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AB80B-D538-4E8D-977D-5B14DA9F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FF6F3-A1A7-46D7-9E67-17C00487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93025-5941-4A1E-A1D6-3908423A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E0E67-4E13-4EB6-B996-EC98D868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4C3BFA-6158-4462-AD7F-D0E3BD17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E0C2A1-944B-408A-8B45-67D29A60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1C037F-27FB-4CFF-B5BB-96B7F110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F5C32-B62E-4C67-AFAA-AEFAA098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003E8C-E505-4625-B4DB-7BB0A2DE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B6DFC8-BA0E-4B92-9FFA-3083F1A3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3F24F8-4BA9-4926-A2AE-461534EF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6AC12-5334-444F-9AD0-FD325143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0087A9-602F-40BA-8D42-B1D97B85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A2EDBB-CD6A-4D93-A64F-A875E461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90B177-DE23-41F6-B8F8-F3D9086C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5B936C-04F9-4D39-BEAA-C7A816FB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7ED42E-9009-452A-9457-38E5CAF2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1348B6-2032-4493-9423-E498DD89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6648138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1CD94A-7548-4F93-850B-2E0D6EA7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6C55E-8658-4C0C-AADC-401371CB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8B07D-CDED-468C-BD59-6866719E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47CD2-5D90-4036-B038-D854ABF5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AF917-D703-4463-AF52-F9018CCC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9EEE4-463C-40DC-8855-CE80F7D5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82A54-A1DF-4D72-9EEB-A018B60A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F5087-64AB-4232-BA74-7F2F1656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A5841-A350-4C65-ACC5-0B7EFC82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541F6-72F0-4380-A114-5A606239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F2AB4-115F-4A79-8AA9-88789734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149C9-B677-4B93-87CE-2771BFDA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Can we know the past if we cannot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observe it directly?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historians deal with missing evidence?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history discovered, constructed or both?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4D1FF-893F-420D-8D88-B92064EC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FF2B9-06C3-4724-A25A-C32231C6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C4AF4-0238-4332-AB03-458A0232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E7672-573C-48C4-8E8B-9699B2A6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we know the past if we cannot observe it directly?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historians deal with missing evidence?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history discovered, constructed or both?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775EE-6307-438E-89F3-D83C5E8D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3899262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47C7F6-40B8-4919-9F45-A3202751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427E2-AEE7-401C-80DA-24B15516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EFE8C-6746-42A3-8012-6E6E5195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81FD3-9E52-43A2-884F-B09625D0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A7F3F-E320-46FF-A4A0-7AF6FE52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816CF-F59B-4EED-9AB7-0A680894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14525-4D5F-482C-A8C3-191C0C65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26924-1BAD-4974-9412-E4EDD7B2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2A437-09B7-4596-9622-FDB96C74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E2CC0-5C81-4BD7-8EC3-64EE6DE2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C502F-1A31-462D-A0B8-346910A5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08582-1237-456C-9F23-0771E04A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Broken Archive: "My first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judgement felt obvious, but my evidence was thinner than I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8E87D-9282-4F24-9588-F623D538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9CECA-23FF-4774-B5BC-0E8800E2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2DFF6-B966-4722-A443-56FBA027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D2A0B-2244-4656-8387-9E52A684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7f4b359f74059">
            <a:extLst>
              <a:ext uri="{96DAC541-7B7A-43D3-8B79-37D633B846F1}">
                <asvg:svgBlip xmlns:asvg="http://schemas.microsoft.com/office/drawing/2016/SVG/main" r:embed="Rfb807fdb2aad4b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2992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780B99-BED4-479E-8236-95C6F679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E50B8-C504-48F4-AFC9-99AC545E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B7DAE-E78B-4A56-856E-DB963165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11F7F-6784-46F6-969A-65FAAD66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8DBCB-79E2-4564-BECD-2526F3E1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30800-E7B8-4DBD-B445-AA72334A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06A39-320F-4E9C-ACEE-45837740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69572-0A0F-4F8E-ADC8-BA320AB6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DC07E-68B2-4F91-9DF9-5A8134FD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C99E6-359C-4BE5-AB91-758DD9F5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FBE9F-27B3-4E74-A184-D23B4B96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F1AE4-563D-45EF-BCA6-E90368D4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damaged source pack with a group reconstruction.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FBBE5-8B29-46DC-BB45-9B1E0C6B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4FDF7-7124-42F5-AFD8-F072937E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91F4C-7538-4A0A-A432-8FE44DB4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AAF6D-ADC5-42D8-9C89-67620205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11323-F055-42EA-91EE-0547F4EA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76C29-4014-450B-ADE5-9B08F081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721BB8-FE48-4B0B-AC62-4E1037F4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B71AE7-32B1-4F44-9DE9-5F134D99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Same Event, Different Historian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Cause Web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Presentism Trial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3EFC3F-21B7-438A-84F2-E34B1E0F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342530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2026-06-20T10:31:36.7640000Z</dcterms:created>
  <dcterms:modified xsi:type="dcterms:W3CDTF">2026-06-20T10:31:36.7640000Z</dcterms:modified>
</coreProperties>
</file>