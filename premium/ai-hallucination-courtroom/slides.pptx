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c118000bf04f0e" /><Relationship Type="http://schemas.openxmlformats.org/officeDocument/2006/relationships/extended-properties" Target="/docProps/app.xml" Id="R2014f74dbb9d4734" /><Relationship Type="http://schemas.openxmlformats.org/officeDocument/2006/relationships/officeDocument" Target="/ppt/presentation.xml" Id="Rf7b5045da2104b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19126fc5684169"/>
  </p:sldMasterIdLst>
  <p:notesMasterIdLst>
    <p:notesMasterId xmlns:r="http://schemas.openxmlformats.org/officeDocument/2006/relationships" r:id="R1507d0a7a40744c1"/>
  </p:notesMasterIdLst>
  <p:sldIdLst>
    <p:sldId xmlns:r="http://schemas.openxmlformats.org/officeDocument/2006/relationships" id="256" r:id="Rfcd2176703664ee4"/>
    <p:sldId xmlns:r="http://schemas.openxmlformats.org/officeDocument/2006/relationships" id="257" r:id="R7f7d09d3fba14728"/>
    <p:sldId xmlns:r="http://schemas.openxmlformats.org/officeDocument/2006/relationships" id="258" r:id="Rbe9ca4a78ca34470"/>
    <p:sldId xmlns:r="http://schemas.openxmlformats.org/officeDocument/2006/relationships" id="259" r:id="Rfe1a21b9c5524a19"/>
    <p:sldId xmlns:r="http://schemas.openxmlformats.org/officeDocument/2006/relationships" id="260" r:id="R7a9069869fca4c3f"/>
    <p:sldId xmlns:r="http://schemas.openxmlformats.org/officeDocument/2006/relationships" id="261" r:id="Rc28165581c0e42a5"/>
    <p:sldId xmlns:r="http://schemas.openxmlformats.org/officeDocument/2006/relationships" id="262" r:id="R55ac050332c3453b"/>
    <p:sldId xmlns:r="http://schemas.openxmlformats.org/officeDocument/2006/relationships" id="263" r:id="R9106e62692e9482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4ecb0d29404d6b" /><Relationship Type="http://schemas.openxmlformats.org/officeDocument/2006/relationships/slideMaster" Target="/ppt/slideMasters/slideMaster1.xml" Id="Rc219126fc5684169" /><Relationship Type="http://schemas.openxmlformats.org/officeDocument/2006/relationships/notesMaster" Target="/ppt/notesMasters/notesMaster1.xml" Id="R1507d0a7a40744c1" /><Relationship Type="http://schemas.openxmlformats.org/officeDocument/2006/relationships/presProps" Target="/ppt/presProps.xml" Id="Re3f16bb4c98d44d3" /><Relationship Type="http://schemas.openxmlformats.org/officeDocument/2006/relationships/tableStyles" Target="/ppt/tableStyles.xml" Id="R80b22b29b19b4271" /><Relationship Type="http://schemas.openxmlformats.org/officeDocument/2006/relationships/slide" Target="/ppt/slides/slide1.xml" Id="Rfcd2176703664ee4" /><Relationship Type="http://schemas.openxmlformats.org/officeDocument/2006/relationships/slide" Target="/ppt/slides/slide2.xml" Id="R7f7d09d3fba14728" /><Relationship Type="http://schemas.openxmlformats.org/officeDocument/2006/relationships/slide" Target="/ppt/slides/slide3.xml" Id="Rbe9ca4a78ca34470" /><Relationship Type="http://schemas.openxmlformats.org/officeDocument/2006/relationships/slide" Target="/ppt/slides/slide4.xml" Id="Rfe1a21b9c5524a19" /><Relationship Type="http://schemas.openxmlformats.org/officeDocument/2006/relationships/slide" Target="/ppt/slides/slide5.xml" Id="R7a9069869fca4c3f" /><Relationship Type="http://schemas.openxmlformats.org/officeDocument/2006/relationships/slide" Target="/ppt/slides/slide6.xml" Id="Rc28165581c0e42a5" /><Relationship Type="http://schemas.openxmlformats.org/officeDocument/2006/relationships/slide" Target="/ppt/slides/slide7.xml" Id="R55ac050332c3453b" /><Relationship Type="http://schemas.openxmlformats.org/officeDocument/2006/relationships/slide" Target="/ppt/slides/slide8.xml" Id="R9106e62692e948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810fe6837542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bb2f667c4248c4" /><Relationship Type="http://schemas.openxmlformats.org/officeDocument/2006/relationships/notesMaster" Target="/ppt/notesMasters/notesMaster1.xml" Id="R5c7ab741c51c4d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63133aceca4ea0" /><Relationship Type="http://schemas.openxmlformats.org/officeDocument/2006/relationships/notesMaster" Target="/ppt/notesMasters/notesMaster1.xml" Id="R1ad966ee376d4f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b378ace8a34864" /><Relationship Type="http://schemas.openxmlformats.org/officeDocument/2006/relationships/notesMaster" Target="/ppt/notesMasters/notesMaster1.xml" Id="R79fec5d4ee8d46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b91836d8f84b7f" /><Relationship Type="http://schemas.openxmlformats.org/officeDocument/2006/relationships/notesMaster" Target="/ppt/notesMasters/notesMaster1.xml" Id="Rf9e321dfa2744d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42be8c00c64db9" /><Relationship Type="http://schemas.openxmlformats.org/officeDocument/2006/relationships/notesMaster" Target="/ppt/notesMasters/notesMaster1.xml" Id="R803cb4aa3e4f43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43aecc2f894663" /><Relationship Type="http://schemas.openxmlformats.org/officeDocument/2006/relationships/notesMaster" Target="/ppt/notesMasters/notesMaster1.xml" Id="Re1dfd6f2d31d41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a27b0e82064d48" /><Relationship Type="http://schemas.openxmlformats.org/officeDocument/2006/relationships/notesMaster" Target="/ppt/notesMasters/notesMaster1.xml" Id="Rc5f3ae91297b42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bc6f122bf344dc" /><Relationship Type="http://schemas.openxmlformats.org/officeDocument/2006/relationships/notesMaster" Target="/ppt/notesMasters/notesMaster1.xml" Id="Rb9461f17f44248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7d47688cb64a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c5e7ce4b0d44f6" /><Relationship Type="http://schemas.openxmlformats.org/officeDocument/2006/relationships/slideLayout" Target="/ppt/slideLayouts/slideLayout1.xml" Id="Rbcb89c5cc01346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b89c5cc01346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5e2b75ca6454d" /><Relationship Type="http://schemas.openxmlformats.org/officeDocument/2006/relationships/image" Target="/ppt/media/image.png" Id="Re3123cb2f2694c54" /><Relationship Type="http://schemas.openxmlformats.org/officeDocument/2006/relationships/image" Target="/ppt/media/image.svg" Id="R826f1220fc6c456a" /><Relationship Type="http://schemas.openxmlformats.org/officeDocument/2006/relationships/notesSlide" Target="/ppt/notesSlides/notesSlide1.xml" Id="R66fdf4736e7542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06d5f760841d6" /><Relationship Type="http://schemas.openxmlformats.org/officeDocument/2006/relationships/notesSlide" Target="/ppt/notesSlides/notesSlide2.xml" Id="R4ded259362dd42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13bf4171e427d" /><Relationship Type="http://schemas.openxmlformats.org/officeDocument/2006/relationships/image" Target="/ppt/media/image2.png" Id="R41f67e568ee0427a" /><Relationship Type="http://schemas.openxmlformats.org/officeDocument/2006/relationships/image" Target="/ppt/media/image2.svg" Id="R856002cb71c543de" /><Relationship Type="http://schemas.openxmlformats.org/officeDocument/2006/relationships/notesSlide" Target="/ppt/notesSlides/notesSlide3.xml" Id="R36e3325bb3dd46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28d9d8ce54df8" /><Relationship Type="http://schemas.openxmlformats.org/officeDocument/2006/relationships/notesSlide" Target="/ppt/notesSlides/notesSlide4.xml" Id="R86dd7ef457e044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fee62adf54a60" /><Relationship Type="http://schemas.openxmlformats.org/officeDocument/2006/relationships/notesSlide" Target="/ppt/notesSlides/notesSlide5.xml" Id="R2141d1213f704e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5bcfc55ac4b8e" /><Relationship Type="http://schemas.openxmlformats.org/officeDocument/2006/relationships/notesSlide" Target="/ppt/notesSlides/notesSlide6.xml" Id="Rdfbf6239dc9747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48c15e81e42ff" /><Relationship Type="http://schemas.openxmlformats.org/officeDocument/2006/relationships/image" Target="/ppt/media/image3.png" Id="Re8a0c99a4549480e" /><Relationship Type="http://schemas.openxmlformats.org/officeDocument/2006/relationships/image" Target="/ppt/media/image3.svg" Id="R99a39937c5164138" /><Relationship Type="http://schemas.openxmlformats.org/officeDocument/2006/relationships/notesSlide" Target="/ppt/notesSlides/notesSlide7.xml" Id="R3d1df73ce35a4b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c39211549498d" /><Relationship Type="http://schemas.openxmlformats.org/officeDocument/2006/relationships/notesSlide" Target="/ppt/notesSlides/notesSlide8.xml" Id="R3a0d7550c2bb41a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531A70-8ABB-45F7-9472-18047286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89672-4ED2-4599-B043-CF84F519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3EBE4-D41C-4E01-817C-C7513A77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E52D6-275E-479B-8FFD-8C515129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01BE5-38D0-493F-8BC3-0AB5DC16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2CB8C-59EF-419A-A39B-689F4A46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8B56B-A4F4-4D96-8AD6-9842337B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AI Hallucination Courtroom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57BF3-9939-4D06-8ED7-FA8EFE22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23cb2f2694c54">
            <a:extLst>
              <a:ext uri="{96DAC541-7B7A-43D3-8B79-37D633B846F1}">
                <asvg:svgBlip xmlns:asvg="http://schemas.microsoft.com/office/drawing/2016/SVG/main" r:embed="R826f1220fc6c45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B0C088-3608-4196-ACF1-01E83885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CF39D-8EC2-4F11-BDCE-02D6C502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A5A49-3549-4B33-A8F5-1E7E41E4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ECB895-D9F2-4295-9379-8E6A9A00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Fluency can be mistaken for knowledge.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8CDEE-2553-4A43-8EF4-A67196A7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521A1-BACB-4BD9-B54D-9BCE9043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F1972E-3E1A-4B36-BD52-AF7AD274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6ECEE4-0159-4974-BAB6-ABDDB244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35-45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Extended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959791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42F730-A0E7-481D-A5CF-F241D698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D8EA9-A14D-4615-98D3-72C5ABF5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185C0-051A-4FD1-8623-E701C7EE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F24CA-2CED-451C-8AA3-C2E557AA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C4104-B984-4584-805C-52A76B5C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27F06-21D7-4510-B321-F127D266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74EEFF-8A5A-4C95-98E8-BE4A7781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095EC-35E6-4264-B9B4-71BA5E11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61EFF1-FC0B-453C-9F75-F248902A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C22DB-70FC-4C4A-A121-7B870220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25D9B-6797-44EA-9718-5BB5B18C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443982-E63F-4336-B40C-3AC46959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practise evaluating fluent but unreliable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AI-generated claims.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Fluency can be mistaken for knowledge.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1C718-741E-4A5B-8C60-2791D77A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A984C-7A95-4F6B-9F15-0D18FA93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24FEBC-22DF-4993-947A-92C54006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E6816-C33D-4152-AB5B-E69FA944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An AI-generated paragraph containing true, vague and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false claims.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10D56-1085-4804-8648-971FA310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0158495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FA8587-91F2-4037-8BB1-3DC6EE4C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40729-35E5-41EB-85D8-931AB8FD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9E32D-6DFA-4A9C-BD30-C0893D2C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3CC66-A713-486F-B137-AE92286B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2B99C-3D38-4B5A-8C7A-2B08844C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FAC31-5C9D-43A8-9449-091DF376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19C6D-4715-4419-9537-ACBE1EE3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94104-7318-4570-A772-FF3C0E61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67e568ee0427a">
            <a:extLst>
              <a:ext uri="{96DAC541-7B7A-43D3-8B79-37D633B846F1}">
                <asvg:svgBlip xmlns:asvg="http://schemas.microsoft.com/office/drawing/2016/SVG/main" r:embed="R856002cb71c543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8213F-AF50-4871-B245-BCE7657E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008C3-4809-48DA-ABB5-8BEEE0C9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B1F92-F051-4158-B195-872AC6E4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3187E-DCB4-466A-9362-26FB5C13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AI Paragraph On Trial: Students should verify AI-generated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answers because large language models do not truly...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Courtroom Roles: Prosecution: argue the paragraph is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unreliable. Defence: argue parts are useful if treated...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E991F-EBC3-4A8C-A3C0-9D0B5129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092291-CF5F-4A4B-A952-97C68FA1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6446E6-8BF2-4422-AEB2-8C404084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9C3347-173C-4DA0-BCED-C14FC9CE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claim in the paragraph sounds most authoritative?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claim can be accepted as broadly grounded?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claim is fabricated?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9585682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130047-76CF-48D8-A4AA-75B1C146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8368E-6C34-4794-80CC-70B5917C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36043-9CC9-4A13-B506-00707DD4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9FA33-B9C8-4A9B-AEBB-D1CBA135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8D1E2-DE89-4459-91C6-DCC628EE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2D931-6368-43BA-8D30-9BC7960A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BDF07-14E7-42E7-BC0C-C8CC3DFD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6E01E-41EE-40FF-9EA2-0966F1FC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55BFC5-5FEC-4B01-BBD3-3154A324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B455D-15A5-4DB1-8233-B3ADAFCA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44B425-C253-488E-A9F4-68F0F279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095B5-DB34-4BF6-A9B5-96894F3C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Give all groups the same paragraph.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Assign roles: prosecution, defence and judge.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Prosecution identifies unsupported or false claims. Defence argues how the tool could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still be useful. Judges decide what evidence is required.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Finish by writing class rules for responsible AI use.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79F74F-9E18-4B11-8065-488BB403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For each claim, decide: grounded, unsupported, false, or needs verification. Then write: "Can this paragraph count as knowledge? Why or why not?"</a:t>
            </a:r>
          </a:p>
        </p:txBody>
      </p:sp>
    </p:spTree>
    <p:extLst>
      <p:ext uri="{BB962C8B-B14F-4D97-AF65-F5344CB8AC3E}">
        <p14:creationId xmlns:p14="http://schemas.microsoft.com/office/powerpoint/2010/main" val="4922166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D4B0DE-721A-4680-9DE4-8B795ABE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DFF96-D0CF-48A1-900B-EF76B55A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0C14F-7CC1-4CDF-A02E-5EA89114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E342A-D903-4304-9A44-62872828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2D813-3D20-48CF-882A-E1980317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2FED9-8028-4621-9952-A70E83A6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63AAB-40DB-409E-846C-ECF6CC78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39B51-C05C-49E0-AD77-FC779F0A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A2B47-8639-4EC5-880F-89AC9DCD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AE8F33-0CB9-4527-BAB1-29CB619C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E0F1A-A266-4C1C-8108-229292BD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6EFC5-7BF6-4D4D-8F40-C3BFB86F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92090-BDD7-49F1-9BA0-93E6ABC8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7CD1E-7497-4847-A76C-2B63E77D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F7BC33-78CE-4F77-AEC8-000A3647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1659E5-A82E-43DB-8269-13A97A78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FBD2E4-5390-4C42-8FC7-D76E3DBC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7FA93B-D9AF-4EFE-A6AE-C37B04B5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6A5A14-2F9A-4C00-A8B0-989CA245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95ABCD-0B0B-445C-B2EF-4425BB0F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AA5D59-D639-4CDF-A6D1-F7C90C36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F0432C-A30C-440A-B1F1-0C2A2F52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ABD1D2-876C-4FBD-B057-00886236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93544E-F563-4EC7-BA72-4EF124E7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385913-BEAF-4AB7-B56B-AEFC6DD0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09439E-2198-4A9F-BFDF-FCF37589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CE6C8C-844C-4949-AB6C-FA4C1AE6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785B16-8744-4E85-97F3-C1149770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283607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9A562B-7D87-4CE4-B986-C48228FC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2FA40-D912-489F-9FB6-C539F837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0B6F4-275A-4637-8FD5-35D56583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55196-BCC0-4F86-A8FE-C6084B79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9FE99-79FF-4782-BF0B-3890FF66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249AE-1516-4051-B262-BC518D27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3ACF7-DA82-43DE-8999-2B08E17F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1D2B4-4F43-4697-A1D6-6613A861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76050-5A06-4C93-B451-17A85851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9CC6F-AB5A-4983-BCA4-FC7AF1D5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B6BA6-26DA-46F7-9D94-D53CAB01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CF1B5-1722-41CF-8C59-8F4D781D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Can fluency be mistaken for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a machine be a knower, or only a producer of outputs?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Who is responsible for AI misinformation?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61DAF-E930-48F1-A228-011DBC9D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7239AB-9B49-47C8-AAD9-DFDFAD74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13EB6A-EDE5-49F4-A6E4-5D685B79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4256BB-AE43-460D-9673-BEC19F5B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fluency be mistaken for knowledge?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a machine be a knower, or only a producer of outputs?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Who is responsible for AI misinformation?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5E1A84-6C03-4E93-9FF7-623A398E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2779817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B19982-D4BC-466F-ACBF-57D8ADE7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E5CB3-0634-483C-AD4A-46F4ED88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7A823-2645-4253-9CEB-4CE237F4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C22CD-0EE8-4B1A-BD44-0FCBCC9A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F03F3-C3C4-49B8-A31B-2A661646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CE001-1D7C-4136-A8AD-5C915C35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5F18D-D514-425B-A550-BC4157A0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9ED4F-F7AA-4261-9795-9A8A6CBF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1FBB0-3F5E-4C99-8319-4BDCCA7C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547704-7E7E-432E-A4CD-1AF5B941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0D6FF-CEB7-44EF-96BB-0A9AD945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95656-32D1-4758-BF2D-4131F3B0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AI Hallucination Courtroom: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"My first judgement felt obvious, but my evidence was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thinner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BCBFA-1F79-41CE-9251-D2399EDD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A0207-0AAE-4322-AF55-F4407AF3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7CCD51-99A5-4CA2-AA87-4874B31E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9FC204-64FC-486C-829F-03D20A3E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0c99a4549480e">
            <a:extLst>
              <a:ext uri="{96DAC541-7B7A-43D3-8B79-37D633B846F1}">
                <asvg:svgBlip xmlns:asvg="http://schemas.microsoft.com/office/drawing/2016/SVG/main" r:embed="R99a39937c51641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6454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FE5409-9473-4C42-922F-2D8037B3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2E9184-1936-485C-927E-B8787115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044AA-4B48-4F5D-B0D6-6B55ADB3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58595-6435-463A-A0D3-2E66F10B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AF943-2410-44C5-822E-3EE7892D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B810A-5576-4AC2-A99A-9B247A66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Knowledge and Technology  |  35-45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4F29E-BE77-425D-9592-062355C3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88A57-DE8A-441B-A95B-55F184F5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3791D-EFD3-4D49-8D1B-47EAC468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D0AF6-3F86-4263-A825-A60DE67E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BD230-2B65-4263-A537-36B7D268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6C5D1A-36B1-41D8-BC59-BEDA7C92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An annotated AI response with evidence notes.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89A245-900B-4506-9D77-886D59AA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CA7CF7-AFE8-4658-934F-5FE26D6A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F00BE2-9545-4075-9C8E-0BBC0E8B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60F33-42A8-4CC5-A247-860842FC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076881-EFDF-46A2-AC2B-D39E96AA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9ACA70-117E-4EFC-B9E3-7460DFA1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3D9B64-7CB1-412B-8062-004F319C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A26019-1714-458E-9DA0-DA28012B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Algorithmic Feed Simulation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Search Engine Ranking Game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Deepfake Detection Challenge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69ED54-2C55-40E4-8E6E-EA582D33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20227330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2026-06-20T10:31:34.5970000Z</dcterms:created>
  <dcterms:modified xsi:type="dcterms:W3CDTF">2026-06-20T10:31:34.5970000Z</dcterms:modified>
</coreProperties>
</file>