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552e84225f4683" /><Relationship Type="http://schemas.openxmlformats.org/officeDocument/2006/relationships/extended-properties" Target="/docProps/app.xml" Id="R7eb767b1aa204e89" /><Relationship Type="http://schemas.openxmlformats.org/officeDocument/2006/relationships/officeDocument" Target="/ppt/presentation.xml" Id="Ra1fd4349ca4f46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3e2b0784d248a8"/>
  </p:sldMasterIdLst>
  <p:notesMasterIdLst>
    <p:notesMasterId xmlns:r="http://schemas.openxmlformats.org/officeDocument/2006/relationships" r:id="R01770a9785934e29"/>
  </p:notesMasterIdLst>
  <p:sldIdLst>
    <p:sldId xmlns:r="http://schemas.openxmlformats.org/officeDocument/2006/relationships" id="256" r:id="R849ac0baa1644c8c"/>
    <p:sldId xmlns:r="http://schemas.openxmlformats.org/officeDocument/2006/relationships" id="257" r:id="Re25b07f7d0ce4fcd"/>
    <p:sldId xmlns:r="http://schemas.openxmlformats.org/officeDocument/2006/relationships" id="258" r:id="Rb2a1f90c40c44ca5"/>
    <p:sldId xmlns:r="http://schemas.openxmlformats.org/officeDocument/2006/relationships" id="259" r:id="Rea38cfa441ad4985"/>
    <p:sldId xmlns:r="http://schemas.openxmlformats.org/officeDocument/2006/relationships" id="260" r:id="R4e589a287c1f4d78"/>
    <p:sldId xmlns:r="http://schemas.openxmlformats.org/officeDocument/2006/relationships" id="261" r:id="Rf764cb0cb2c44b2c"/>
    <p:sldId xmlns:r="http://schemas.openxmlformats.org/officeDocument/2006/relationships" id="262" r:id="Rfbbe34ffea22479e"/>
    <p:sldId xmlns:r="http://schemas.openxmlformats.org/officeDocument/2006/relationships" id="263" r:id="R470bc9c858dd4f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f3541f42344550" /><Relationship Type="http://schemas.openxmlformats.org/officeDocument/2006/relationships/slideMaster" Target="/ppt/slideMasters/slideMaster1.xml" Id="Rab3e2b0784d248a8" /><Relationship Type="http://schemas.openxmlformats.org/officeDocument/2006/relationships/notesMaster" Target="/ppt/notesMasters/notesMaster1.xml" Id="R01770a9785934e29" /><Relationship Type="http://schemas.openxmlformats.org/officeDocument/2006/relationships/presProps" Target="/ppt/presProps.xml" Id="Rc0af5296ed7e418d" /><Relationship Type="http://schemas.openxmlformats.org/officeDocument/2006/relationships/tableStyles" Target="/ppt/tableStyles.xml" Id="R87adf211913c4d45" /><Relationship Type="http://schemas.openxmlformats.org/officeDocument/2006/relationships/slide" Target="/ppt/slides/slide1.xml" Id="R849ac0baa1644c8c" /><Relationship Type="http://schemas.openxmlformats.org/officeDocument/2006/relationships/slide" Target="/ppt/slides/slide2.xml" Id="Re25b07f7d0ce4fcd" /><Relationship Type="http://schemas.openxmlformats.org/officeDocument/2006/relationships/slide" Target="/ppt/slides/slide3.xml" Id="Rb2a1f90c40c44ca5" /><Relationship Type="http://schemas.openxmlformats.org/officeDocument/2006/relationships/slide" Target="/ppt/slides/slide4.xml" Id="Rea38cfa441ad4985" /><Relationship Type="http://schemas.openxmlformats.org/officeDocument/2006/relationships/slide" Target="/ppt/slides/slide5.xml" Id="R4e589a287c1f4d78" /><Relationship Type="http://schemas.openxmlformats.org/officeDocument/2006/relationships/slide" Target="/ppt/slides/slide6.xml" Id="Rf764cb0cb2c44b2c" /><Relationship Type="http://schemas.openxmlformats.org/officeDocument/2006/relationships/slide" Target="/ppt/slides/slide7.xml" Id="Rfbbe34ffea22479e" /><Relationship Type="http://schemas.openxmlformats.org/officeDocument/2006/relationships/slide" Target="/ppt/slides/slide8.xml" Id="R470bc9c858dd4f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7a2bb909cf4a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c2eae2d53d4716" /><Relationship Type="http://schemas.openxmlformats.org/officeDocument/2006/relationships/notesMaster" Target="/ppt/notesMasters/notesMaster1.xml" Id="Rec4fa863db8d43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53a0f2147140ad" /><Relationship Type="http://schemas.openxmlformats.org/officeDocument/2006/relationships/notesMaster" Target="/ppt/notesMasters/notesMaster1.xml" Id="R4a925fcfe77349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a580a7851647f3" /><Relationship Type="http://schemas.openxmlformats.org/officeDocument/2006/relationships/notesMaster" Target="/ppt/notesMasters/notesMaster1.xml" Id="R4a66838960f349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1c43bac94441eb" /><Relationship Type="http://schemas.openxmlformats.org/officeDocument/2006/relationships/notesMaster" Target="/ppt/notesMasters/notesMaster1.xml" Id="R9ccf15d9402f4d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ced3df735d4782" /><Relationship Type="http://schemas.openxmlformats.org/officeDocument/2006/relationships/notesMaster" Target="/ppt/notesMasters/notesMaster1.xml" Id="R857476082c0545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f65709b5d147ff" /><Relationship Type="http://schemas.openxmlformats.org/officeDocument/2006/relationships/notesMaster" Target="/ppt/notesMasters/notesMaster1.xml" Id="R100835dd321846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fede29cae84fbd" /><Relationship Type="http://schemas.openxmlformats.org/officeDocument/2006/relationships/notesMaster" Target="/ppt/notesMasters/notesMaster1.xml" Id="R6ce33fa2397649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807323136b4e4a" /><Relationship Type="http://schemas.openxmlformats.org/officeDocument/2006/relationships/notesMaster" Target="/ppt/notesMasters/notesMaster1.xml" Id="Rc53adf3e291440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e7138d7d94a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78b694f49c4332" /><Relationship Type="http://schemas.openxmlformats.org/officeDocument/2006/relationships/slideLayout" Target="/ppt/slideLayouts/slideLayout1.xml" Id="R79855dec4bb54c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855dec4bb54c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cc879bed94edf" /><Relationship Type="http://schemas.openxmlformats.org/officeDocument/2006/relationships/image" Target="/ppt/media/image.png" Id="Rac2c7c1f152f4a22" /><Relationship Type="http://schemas.openxmlformats.org/officeDocument/2006/relationships/image" Target="/ppt/media/image.svg" Id="R57199d58a2f9489b" /><Relationship Type="http://schemas.openxmlformats.org/officeDocument/2006/relationships/notesSlide" Target="/ppt/notesSlides/notesSlide1.xml" Id="R1fb4badc2ead4e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246eace4c4ae2" /><Relationship Type="http://schemas.openxmlformats.org/officeDocument/2006/relationships/notesSlide" Target="/ppt/notesSlides/notesSlide2.xml" Id="Rfea61eae2f5c4a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09db371e945c0" /><Relationship Type="http://schemas.openxmlformats.org/officeDocument/2006/relationships/image" Target="/ppt/media/image2.png" Id="Rd74f7015a989462f" /><Relationship Type="http://schemas.openxmlformats.org/officeDocument/2006/relationships/image" Target="/ppt/media/image2.svg" Id="Rd9082094e6c54c2a" /><Relationship Type="http://schemas.openxmlformats.org/officeDocument/2006/relationships/notesSlide" Target="/ppt/notesSlides/notesSlide3.xml" Id="R142a3df98da54a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e7c3a867e441c" /><Relationship Type="http://schemas.openxmlformats.org/officeDocument/2006/relationships/notesSlide" Target="/ppt/notesSlides/notesSlide4.xml" Id="Rc413ddc05f9f45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37db25af8469d" /><Relationship Type="http://schemas.openxmlformats.org/officeDocument/2006/relationships/notesSlide" Target="/ppt/notesSlides/notesSlide5.xml" Id="R7c0ab34056604a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8980a95454580" /><Relationship Type="http://schemas.openxmlformats.org/officeDocument/2006/relationships/notesSlide" Target="/ppt/notesSlides/notesSlide6.xml" Id="Rc89c0a6b2a3646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e4cb3023c4ef2" /><Relationship Type="http://schemas.openxmlformats.org/officeDocument/2006/relationships/image" Target="/ppt/media/image3.png" Id="R79be58049dca4d78" /><Relationship Type="http://schemas.openxmlformats.org/officeDocument/2006/relationships/image" Target="/ppt/media/image3.svg" Id="R8ccc58b6eb6b4acf" /><Relationship Type="http://schemas.openxmlformats.org/officeDocument/2006/relationships/notesSlide" Target="/ppt/notesSlides/notesSlide7.xml" Id="R444ac63038354f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e58e41b684ef8" /><Relationship Type="http://schemas.openxmlformats.org/officeDocument/2006/relationships/notesSlide" Target="/ppt/notesSlides/notesSlide8.xml" Id="R47be3b3aa8d34f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170AD7-CF1D-4A07-BE3E-55CCA665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CE658-0858-442D-B90F-1FEF385E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D2B08-9FAF-4741-BCB8-456CB092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7EBE0-872A-4D90-A77F-A9BC9C7C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40A58-71AD-4530-8998-CAE430DE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15168-198A-47F2-BBEF-96B345C3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6400B-E214-417C-B8E0-25CFD61F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Monty Hall Shock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A74FC-11F1-4131-A07F-F35E5DB2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c7c1f152f4a22">
            <a:extLst>
              <a:ext uri="{96DAC541-7B7A-43D3-8B79-37D633B846F1}">
                <asvg:svgBlip xmlns:asvg="http://schemas.microsoft.com/office/drawing/2016/SVG/main" r:embed="R57199d58a2f948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B58DC-D5FB-4721-BDA5-E9CB89FD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F3086B-4BB1-4024-8247-E0737F51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DC914-57BD-4EDF-BA69-82E6AA3F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2D60C-DBE4-4CF7-B9F0-CEFAD94F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Formal probability can beat intuition.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49BDB-235E-44B4-96F9-251D8134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2C8B72-BA3A-465C-B084-4B2804FD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BA22D-49D2-452E-A8F5-3629DAA4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7FB10-490F-447D-A376-F17DFC00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9684793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E3A975-2FD3-4C8E-96E7-A0C4F005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9C20B-D37F-46D2-9B7B-41301C78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7FB6C-6415-4B5F-BCA5-41F955F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096AC-6AC5-4D0B-A8A2-05DB6B58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9BE24-3027-4F78-B96C-A6CD04E3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7880E-D5DD-4094-AED6-D7254C83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96285-4119-41B9-926B-5C62697C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97573-5F75-4B03-B122-C6CA1AC6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FB089-4BED-4D34-B761-38AEB40E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8DB53-1D6C-483C-9E9A-7376A9D1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76FD0-49BB-4C7F-B0B1-8C15FF45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BA557-B306-4F3C-97BD-6EA2B0E5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feel the conflict between intuition and formal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probability.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Formal probability can beat intuition.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C2DA2-BC78-4A14-95CF-9D66B9F8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C7183-1C4B-4254-B5CA-16B73CD0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EF09E-35DA-46C2-A625-C1F2A237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BCD2F-34FB-4772-8BD6-2E2178E3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Three cups or doors, one hidden object, results table.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2DEEF-079F-4B26-B286-BB4A7385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7984796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B8E67-E9C9-4205-8708-AE295C53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75FA7-0E87-4B5E-A94E-4BA0F240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9234C-2CBE-454E-8857-AD213A7E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082F6-4044-40C2-9414-9B5321FA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FDD9D-6A18-4BC1-A836-C3FDFF65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46A98-0367-47BC-9BA7-FB6AB7B3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FDD93-3F51-4F57-AABC-16B08777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CDF03-F71C-476C-A510-44AE189F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f7015a989462f">
            <a:extLst>
              <a:ext uri="{96DAC541-7B7A-43D3-8B79-37D633B846F1}">
                <asvg:svgBlip xmlns:asvg="http://schemas.microsoft.com/office/drawing/2016/SVG/main" r:embed="Rd9082094e6c54c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69CE0-743C-4AAA-829E-D568FEDA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CEE92-4533-4BF6-A0A4-C2F2B15E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DBCB5-1542-439D-BF50-7D493EC0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FD2C2-41B0-41A2-938F-9D3F9111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Monty Hall Shock Stimulus A: Student-facing stimulus 1: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Three paper doors, one prize card, and repeated rounds...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Monty Hall Shock Stimulus B: Student-facing stimulus 2: A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class results table showing wins after switching versus...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11F99-E87A-4DC3-B9CE-7D8B436C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119E0-690B-4880-8366-B98753FF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176F8-B521-464E-BF18-6615ABFD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32E43-EE6C-4CA1-AC4D-D6960C2B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Monty Hall Shock Stimulus A, what is your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Monty Hall Shock Stimulus A did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288249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F3A4FB-3DA3-41E3-9E06-3F585EB5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21A45-5C79-4119-AAA0-0860384E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48D14-308C-43C8-8387-D768A40C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A5C3C-D226-4C97-8C0E-C7E16010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E0C26-ECD8-427A-B120-7572CE66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CF96C-B2D1-4D48-B616-A9FCA007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39576-8A97-4F9B-A707-59151C01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F9380-49F3-46E7-8267-2EBAD795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65495-1384-4EE0-BB69-6B7283BE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B7F6D-4F50-44F7-B115-191C006E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A83FB-3D6F-4DA0-8216-60CC4EB2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D09F5-9D5B-40E9-94A5-29AF0ED0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Play the Monty Hall game physically. A student chooses a door.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The host opens an empty door.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The student chooses whether to stay or switch.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Repeat many times and compare win rates for stay and switch.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B41C1-E0DF-43C5-A094-446BA599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Mathemat...</a:t>
            </a:r>
          </a:p>
        </p:txBody>
      </p:sp>
    </p:spTree>
    <p:extLst>
      <p:ext uri="{BB962C8B-B14F-4D97-AF65-F5344CB8AC3E}">
        <p14:creationId xmlns:p14="http://schemas.microsoft.com/office/powerpoint/2010/main" val="5569630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9EDA20-F9A8-431A-AB9A-8F24E8C9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8375C-F4B3-494C-B096-310648D7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AAD97-B68E-415B-B423-AF841B7B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7CBE3-0067-442B-9247-2C8F9F48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8DAC6-DBA6-47CA-BE69-A71682BB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95368-6E05-4142-BC2D-E6B45D55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1F560-11D7-40E8-B8BA-AA5E8C7B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4B0AA-8457-4036-B74C-3C5FA2AD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E434C-DF13-43FF-8B92-5A3A981F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38A51-11DA-4583-BA56-63D16EA1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B5304-FF6C-4351-A5E9-63A56057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2F39C-32AC-4AE0-A4A0-B51297D7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437E2-5705-4F9A-BA74-8FB5AEFE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7F3BA-4A44-4DD0-A69B-E0ED00FC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8F7D6-A69E-45BF-8AA5-E1399A12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C480C-CCC2-4C1E-8FCD-E49D54C8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72426-3743-438B-8643-88225730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CCEDB-17ED-46DD-8935-A43303EB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23627A-3EE0-4E4B-AB1E-FEA68D85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9A22AE-F61B-4110-9574-9A202DE6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BE287C-8014-4F3A-8760-F37B1153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4E43FA-23BC-4D85-A28F-FF72EA01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91363-230C-4D09-B5E9-11DE161F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B6959-A109-491D-A4C1-B437F880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323541-AE59-4AC3-BE95-877CD5E0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8311D9-0E1B-4DEF-AFDF-9BEEA78D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847E50-A184-4BC9-96EE-7E5415DE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59A949-F5A6-424F-B863-5B1B18FF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3757720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FEA342-1269-4517-A0CA-9A1CD4BE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D4885-2A93-4368-AFF4-C3CA072B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FF6B4-E84D-4014-910A-FE30FA83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34396-6A1F-4AEC-8C77-893F4A6F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DF9C2-948A-41E8-89FA-12CA0C78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3CC8B-D36E-4DF3-A351-A4717DF8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547BD-FC8B-41D0-86AB-F9442792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A4EC0-1F1D-4597-9D62-7BE13112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196F5-581A-47B5-A4E8-B5E19DD8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64994-C62A-4B09-8E14-52D25990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FD47A-4D82-4C17-9A4E-24750E3B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F2AE3-AB51-47B2-B156-72B70F93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Why does mathematical reasoning often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feel wrong at first?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Should we trust intuition or formal proof?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a mathematical explanation convincing?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99169-04E9-49C6-9FA9-8D71379A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6DACD-84E6-48C4-AD84-DAD6F848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B51DF-06B3-49AC-AE9D-68FB6535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2F9C7-1853-4D24-987A-BF59C3A5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Why does mathematical reasoning often feel wrong at first?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Should we trust intuition or formal proof?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a mathematical explanation convincing?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FCB57-D8E6-4BA9-A588-A0180B71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2614382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774E9F-3BED-4FC3-B69D-45F28962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0B3AE-2472-4CD3-B19D-AA0EE1A6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EDE61-16D2-463D-A561-AE0E13C5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A2F98-DF42-493A-945F-C88C7859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7BDE9-3514-4FBE-9DB7-2F580275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11907-69FB-4CE1-994C-2EF9B644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4E0F7-A7A3-4489-BC27-347CD38A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55593-F453-4140-B52B-2468DF8F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FE047-BB3E-4C1A-8759-62EBF156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912A5-A721-47D3-B0E2-6FA5FD8B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DD6E9-6E8C-4CB5-B04D-331B3084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6EE80-2154-47CF-8009-6B406668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Monty Hall Shock: "My first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judgement felt obvious, but my evidence was thinner than I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C3F74-35FD-4A9E-ACCC-787FCF34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3B58A-A0E2-4402-99CD-58DD0DDE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E7D20-9A3F-424D-95C9-1DF95864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65612-0B63-40F3-815D-7481C59A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e58049dca4d78">
            <a:extLst>
              <a:ext uri="{96DAC541-7B7A-43D3-8B79-37D633B846F1}">
                <asvg:svgBlip xmlns:asvg="http://schemas.microsoft.com/office/drawing/2016/SVG/main" r:embed="R8ccc58b6eb6b4a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883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467CBD-34ED-41A3-9641-352550C2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7F539-87DB-44D7-9CD4-34906F84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9A732-236F-417F-BB40-841E406F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34AF9-3076-4231-BBFF-3018C89B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DEFB7-CCA2-4320-B88A-1275A4BE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59463-960D-40C2-8FCD-A0EFCCA5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BC980-898C-4587-8CAD-A4136499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6341F-00EC-4D19-8979-31FEC8DB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7DE21-B003-4F8F-AB8A-0ED10A7B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9DD55-8389-4866-8317-DCD42779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3B988-F129-4BC8-9C3B-A068507C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21350-9BFE-49FE-B9DA-59C3048E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class trial table comparing stay and switch.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FE5B4-5165-4C0C-838D-1A1D8C91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B7944-CFF7-424C-B92E-B191A429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9289F-2BE1-4E79-80E3-08501066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AE514-A125-401A-AB40-3D6459CA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8C79F-CFA9-4E71-BA72-2F0E08B2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33ADE-8C55-459E-A066-9ED8BAA9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FB436-6604-4551-B894-7F98AF63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156E7-0C07-4292-9F33-4EA63A46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Proof versus Pattern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Axiom Switch Universe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Calculator Trust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36FC35-7D91-42F1-A0F4-34CA4CA3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967536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2026-06-20T10:31:35.6920000Z</dcterms:created>
  <dcterms:modified xsi:type="dcterms:W3CDTF">2026-06-20T10:31:35.6920000Z</dcterms:modified>
</coreProperties>
</file>