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2f8cebe5254282" /><Relationship Type="http://schemas.openxmlformats.org/officeDocument/2006/relationships/extended-properties" Target="/docProps/app.xml" Id="Rcfe5ce78921f4fd3" /><Relationship Type="http://schemas.openxmlformats.org/officeDocument/2006/relationships/officeDocument" Target="/ppt/presentation.xml" Id="R9a4cfa77461e45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260eba31a4407d"/>
  </p:sldMasterIdLst>
  <p:notesMasterIdLst>
    <p:notesMasterId xmlns:r="http://schemas.openxmlformats.org/officeDocument/2006/relationships" r:id="R50a886fe83214b4b"/>
  </p:notesMasterIdLst>
  <p:sldIdLst>
    <p:sldId xmlns:r="http://schemas.openxmlformats.org/officeDocument/2006/relationships" id="256" r:id="R40066173fbdd4c35"/>
    <p:sldId xmlns:r="http://schemas.openxmlformats.org/officeDocument/2006/relationships" id="257" r:id="Raf3fd75a4d684bd1"/>
    <p:sldId xmlns:r="http://schemas.openxmlformats.org/officeDocument/2006/relationships" id="258" r:id="R60d41e6ce9b349ed"/>
    <p:sldId xmlns:r="http://schemas.openxmlformats.org/officeDocument/2006/relationships" id="259" r:id="Rdd404ae4c2fa46c3"/>
    <p:sldId xmlns:r="http://schemas.openxmlformats.org/officeDocument/2006/relationships" id="260" r:id="Rc8311bae4cd5480c"/>
    <p:sldId xmlns:r="http://schemas.openxmlformats.org/officeDocument/2006/relationships" id="261" r:id="Rf76d59d6277e47c8"/>
    <p:sldId xmlns:r="http://schemas.openxmlformats.org/officeDocument/2006/relationships" id="262" r:id="Rb4a8062a6074420f"/>
    <p:sldId xmlns:r="http://schemas.openxmlformats.org/officeDocument/2006/relationships" id="263" r:id="R6e12fa5066b343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8c7da923484ea5" /><Relationship Type="http://schemas.openxmlformats.org/officeDocument/2006/relationships/slideMaster" Target="/ppt/slideMasters/slideMaster1.xml" Id="R98260eba31a4407d" /><Relationship Type="http://schemas.openxmlformats.org/officeDocument/2006/relationships/notesMaster" Target="/ppt/notesMasters/notesMaster1.xml" Id="R50a886fe83214b4b" /><Relationship Type="http://schemas.openxmlformats.org/officeDocument/2006/relationships/presProps" Target="/ppt/presProps.xml" Id="Rb41fb6a5f3554925" /><Relationship Type="http://schemas.openxmlformats.org/officeDocument/2006/relationships/tableStyles" Target="/ppt/tableStyles.xml" Id="Rd0ba59a4f6ab42db" /><Relationship Type="http://schemas.openxmlformats.org/officeDocument/2006/relationships/slide" Target="/ppt/slides/slide1.xml" Id="R40066173fbdd4c35" /><Relationship Type="http://schemas.openxmlformats.org/officeDocument/2006/relationships/slide" Target="/ppt/slides/slide2.xml" Id="Raf3fd75a4d684bd1" /><Relationship Type="http://schemas.openxmlformats.org/officeDocument/2006/relationships/slide" Target="/ppt/slides/slide3.xml" Id="R60d41e6ce9b349ed" /><Relationship Type="http://schemas.openxmlformats.org/officeDocument/2006/relationships/slide" Target="/ppt/slides/slide4.xml" Id="Rdd404ae4c2fa46c3" /><Relationship Type="http://schemas.openxmlformats.org/officeDocument/2006/relationships/slide" Target="/ppt/slides/slide5.xml" Id="Rc8311bae4cd5480c" /><Relationship Type="http://schemas.openxmlformats.org/officeDocument/2006/relationships/slide" Target="/ppt/slides/slide6.xml" Id="Rf76d59d6277e47c8" /><Relationship Type="http://schemas.openxmlformats.org/officeDocument/2006/relationships/slide" Target="/ppt/slides/slide7.xml" Id="Rb4a8062a6074420f" /><Relationship Type="http://schemas.openxmlformats.org/officeDocument/2006/relationships/slide" Target="/ppt/slides/slide8.xml" Id="R6e12fa5066b343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ffeb74bf254c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bd1ea0e2e24ab4" /><Relationship Type="http://schemas.openxmlformats.org/officeDocument/2006/relationships/notesMaster" Target="/ppt/notesMasters/notesMaster1.xml" Id="Re570b9cec3774a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3d84c86c1c4247" /><Relationship Type="http://schemas.openxmlformats.org/officeDocument/2006/relationships/notesMaster" Target="/ppt/notesMasters/notesMaster1.xml" Id="Raab46dd3e58b43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f20d1aeef3454e" /><Relationship Type="http://schemas.openxmlformats.org/officeDocument/2006/relationships/notesMaster" Target="/ppt/notesMasters/notesMaster1.xml" Id="R8aa85cb097904e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d9f3906ea04861" /><Relationship Type="http://schemas.openxmlformats.org/officeDocument/2006/relationships/notesMaster" Target="/ppt/notesMasters/notesMaster1.xml" Id="R7c3e48a7435340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79e62bab014930" /><Relationship Type="http://schemas.openxmlformats.org/officeDocument/2006/relationships/notesMaster" Target="/ppt/notesMasters/notesMaster1.xml" Id="R502198a9e7e24b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8e3e283d434223" /><Relationship Type="http://schemas.openxmlformats.org/officeDocument/2006/relationships/notesMaster" Target="/ppt/notesMasters/notesMaster1.xml" Id="R861c989e723743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308620f13c49f1" /><Relationship Type="http://schemas.openxmlformats.org/officeDocument/2006/relationships/notesMaster" Target="/ppt/notesMasters/notesMaster1.xml" Id="R5819bac19af145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29d3f924f54fc2" /><Relationship Type="http://schemas.openxmlformats.org/officeDocument/2006/relationships/notesMaster" Target="/ppt/notesMasters/notesMaster1.xml" Id="R90d06fa3507a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90b789a174f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e0f763a5d74cb5" /><Relationship Type="http://schemas.openxmlformats.org/officeDocument/2006/relationships/slideLayout" Target="/ppt/slideLayouts/slideLayout1.xml" Id="R96208ff2662f49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208ff2662f49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cebb083494e33" /><Relationship Type="http://schemas.openxmlformats.org/officeDocument/2006/relationships/image" Target="/ppt/media/image.png" Id="R8fa685038b464655" /><Relationship Type="http://schemas.openxmlformats.org/officeDocument/2006/relationships/image" Target="/ppt/media/image.svg" Id="Rddc71133d6724878" /><Relationship Type="http://schemas.openxmlformats.org/officeDocument/2006/relationships/notesSlide" Target="/ppt/notesSlides/notesSlide1.xml" Id="R553ec9247caf40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bbca0da0d4f82" /><Relationship Type="http://schemas.openxmlformats.org/officeDocument/2006/relationships/notesSlide" Target="/ppt/notesSlides/notesSlide2.xml" Id="R6cd1c03453e349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528cf317045bd" /><Relationship Type="http://schemas.openxmlformats.org/officeDocument/2006/relationships/image" Target="/ppt/media/image2.png" Id="R6369817f89144e95" /><Relationship Type="http://schemas.openxmlformats.org/officeDocument/2006/relationships/image" Target="/ppt/media/image2.svg" Id="R0b485bf8c2334721" /><Relationship Type="http://schemas.openxmlformats.org/officeDocument/2006/relationships/notesSlide" Target="/ppt/notesSlides/notesSlide3.xml" Id="R44f801cf50a94a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a72a3f2b44840" /><Relationship Type="http://schemas.openxmlformats.org/officeDocument/2006/relationships/notesSlide" Target="/ppt/notesSlides/notesSlide4.xml" Id="Rd5f27322696c42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0f19af6474c3c" /><Relationship Type="http://schemas.openxmlformats.org/officeDocument/2006/relationships/notesSlide" Target="/ppt/notesSlides/notesSlide5.xml" Id="Reb47c4f293c845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f6da77bda4b9c" /><Relationship Type="http://schemas.openxmlformats.org/officeDocument/2006/relationships/notesSlide" Target="/ppt/notesSlides/notesSlide6.xml" Id="R723505f462ed4d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74e84c03a4f58" /><Relationship Type="http://schemas.openxmlformats.org/officeDocument/2006/relationships/image" Target="/ppt/media/image3.png" Id="R5431e20d83c04d88" /><Relationship Type="http://schemas.openxmlformats.org/officeDocument/2006/relationships/image" Target="/ppt/media/image3.svg" Id="R7031da0b685b4068" /><Relationship Type="http://schemas.openxmlformats.org/officeDocument/2006/relationships/notesSlide" Target="/ppt/notesSlides/notesSlide7.xml" Id="Rbed9074dd1fe46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66c3b016349b8" /><Relationship Type="http://schemas.openxmlformats.org/officeDocument/2006/relationships/notesSlide" Target="/ppt/notesSlides/notesSlide8.xml" Id="R9a595e39f62247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B12D7F-8EAF-4677-A64D-39630932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6A8A6-4FCB-4C01-8BD6-022629FE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6F87C-AC83-4189-B8AE-65016561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F4186-2EF7-4CB9-8F6E-3176A1ED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D1CE2-EAAA-4D3C-BDF8-A52F6AD1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C86FF-D413-4FBC-A100-F69383BF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77755-6237-4B6E-9D6E-A54724E8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GPS versus Local Knowledge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BA6AC-AB12-4E26-996A-99F05F86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685038b464655">
            <a:extLst>
              <a:ext uri="{96DAC541-7B7A-43D3-8B79-37D633B846F1}">
                <asvg:svgBlip xmlns:asvg="http://schemas.microsoft.com/office/drawing/2016/SVG/main" r:embed="Rddc71133d67248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E367A-8DA5-4334-891F-FC291FFB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7B0D2-E951-44CE-8949-A6BAA20A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73601-5A2F-4052-82CC-AFD17FD5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1AEE0-BE34-4EBA-9385-081CF530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Data can be precise and incomplete.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88F25-8F07-4848-AF2C-48B6858D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E045C-676C-469F-9CB3-864F1218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77783-78DC-4723-AAFA-449366D6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764FA-7F93-4B4A-8687-1D2AE063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3147197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4B7786-9D05-46E7-A2F3-40070A2B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D6C8F-76FA-465E-BC89-FDEF87EA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771F2-8BF7-402C-A148-2AFCD5EF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43604-676C-426A-A9DA-5155BB2A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573D2-4D4F-4979-B67C-0B2AF6D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87D93-76AD-4101-A283-36175BE9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2789E-0B25-4A90-9BAF-93544DAF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DAA4A-5DC2-495C-BF6F-BE1472B0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FB5FF-3720-4E3C-94C0-68976F63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E7F51-011B-4854-A656-02A46159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4BDB8-3B57-4180-86D7-94895AAB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34092-A0C6-4DD7-AF81-3BBE8795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precise digital knowledge with situated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local knowledge.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Data can be precise and incomplete.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CEDBD-9AA5-4D86-8A78-A14FECC2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A78B3-7409-4174-9578-7D2DD80A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2FA23-4A7F-49D1-B257-46589755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E937D-B1D1-45F4-A42F-4AF0563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school map, city map or fictional island route map.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6583B-D436-4141-8D05-9BA68D04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5430184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56E24-6FFC-4428-A6AD-826657DF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1FE4D-8664-4801-B97D-8F623DDB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138CE-D500-4CD6-8921-43768D0B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B167A-287A-4486-A71D-7F139432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0F106-6E3E-4550-A658-7ED7C64F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D4983-6B5D-45B8-9977-58CAFF56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A88E1-B4ED-4F60-9401-FEBA3F87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618EC-31D1-41E2-94B0-46C66320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9817f89144e95">
            <a:extLst>
              <a:ext uri="{96DAC541-7B7A-43D3-8B79-37D633B846F1}">
                <asvg:svgBlip xmlns:asvg="http://schemas.microsoft.com/office/drawing/2016/SVG/main" r:embed="R0b485bf8c23347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5F709-3415-4666-B3BB-A13DC5A0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730E9-3F58-41BD-A918-C424979C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0BCFF-1CC6-4E71-8DBD-16E41346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7838A-FED7-4498-A18F-4E3E21D3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GPS versus Local Knowledge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A route-planning scenario where the map...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GPS versus Local Knowledge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Local knowledge cards: school gate closed,...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69294-180C-4507-A767-8EA03EB2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4557E-666E-4FE7-B6EB-8D42387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81E31-6823-4755-9A64-0F4704D2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06071-E613-4E5C-B8C5-F02F5BE3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GPS versus Local Knowledge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GPS versus Local Knowledge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0022485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7EBEDF-C9AE-4147-80BB-77D31D0F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7A768-F6C8-41D8-9AB1-CEA66DB8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80D44-02E8-4C06-A907-44456664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B7529-761C-47C9-BA79-601DE991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AC3A2-95A6-43E7-80B3-5A5F277B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55309-0108-43E2-8C5D-E4B2771F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45C66-4D39-472D-AE9D-8C3D8C45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615A-18CF-4B4A-AAAE-85CFB5D5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652E6-6348-41C5-AAD7-A34C806C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4200A-3824-4DAC-9F26-725C569A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EE834-7F57-4518-8EB7-28C4FB5C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261DC-226E-480E-A892-931510DE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students a route recommended by an app.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Add local knowledge: roadworks, locked gate, dangerous crossing, staircase, informal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shortcut, crowding at certain times.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design the best route for different users.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Compare algorithmic optimisation with human judgement.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8D57B-0F2B-415B-9759-6252D8B6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2061728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3A6DC9-4917-427E-8745-A7F6C042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58297-DB7C-42F4-BE63-81AE250C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30917-A20B-4FE8-9219-B229008F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7AE4C-2DE6-41A9-BD03-17998873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3D141-3E11-4711-8ED5-48360D5D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35812-404B-466B-88AC-944ABA79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7904B-FED1-4676-BBBC-7F11D729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92F8B-2673-4429-83FD-010BACD9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25CD0-DF10-4FAC-B61D-ED3D5E6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5794-87E2-4B8B-8758-D2503825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E4822-04B7-4A95-8151-69426F46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ED4EF-3829-4BE7-A921-F3F91FF7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50449-F47F-43F4-AE9A-61F5EB2C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CDF2D-286E-4D11-A657-6A431ABB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789D6-2818-4A4D-9F12-41C8225D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5CBCB-893E-4039-B0A0-6FECF402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4395D-89B0-41DF-8C9D-EF6E64D7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C2B65F-3E9A-4DEF-86D1-296E848C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9E58B-7FFC-4A7A-AA4C-89711716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893F6-D7BC-42F1-B1E6-4DC0CDCD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4FBC9-540D-40FB-BA5D-E85DC62D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283BB-E9D8-48B8-869B-694964BD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3BE6C-4E02-4EDB-BA67-CB85C9D6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4D24B-3ED0-4A52-AAD2-C0B5AD5C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859E25-D42D-4D65-A8A2-2097FBF2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AC81A-0B95-41D9-8AB3-B7DAFB83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E6DA15-4D91-433C-B7AE-C706D5E6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A152A5-C033-4221-852A-86AE09D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8161917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641C1-5082-439A-837F-8B3B1A8C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92109-D303-473E-8C7A-0FEA1546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9268D-2BD5-4EA7-98D2-A69AB50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8E94-43D5-4857-9427-34889D4A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285A3-1E0C-45D1-8A01-81646A8F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87490-62AD-4B3D-A124-83E2CF32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5FDA0-1B85-46F4-AB7E-E3D19137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56ED2-57F0-4A42-8619-112E68A7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C02DD-3700-4D71-86A0-17EF2B42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B3F1B-A3A8-4CDA-ADB9-9B4CA0FB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CAB18-B9A6-4D93-820E-9BF7A2FB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1AC56-ADE0-4D79-A969-ABE20391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When is local knowledge better than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technological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data capture everything relevant?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technology make us less attentive knowers?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C8D5A-8A1D-4C67-BD5B-488CA0FD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A8791-6336-4D60-AA91-F52D9B8F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86C42-B8D0-4285-8E26-A78608C8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74E6D-DE5B-436E-992F-31EA2794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is local knowledge better than technological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data capture everything relevant?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technology make us less attentive knowers?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FF64D-CD59-4A53-B7FC-45C04A31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6501019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F8AE62-141D-4127-BB6F-38604289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DCB2E-4BC9-4DDB-A9A6-7CE24A94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4F431-6C2D-4E47-B867-4BFD551E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E6ED9-9185-4C7D-9875-FB316D1E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DA404-D3AE-4B46-B3E1-5EC9CDC2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9A7A7-F7DF-43E2-945B-087CF60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3B008-C0A3-4850-AC76-913419B5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DF153-D7A1-44E3-88E5-EB8D2F89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14138-36B5-44E5-85AD-EA5023F4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C7F03-3E21-4ED2-A6E8-BB930FA8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06F62-A9B3-4640-A2C8-33246C0E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1306F-3457-4043-9519-9911DF27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GPS versus Local Knowledge: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3D404-4EF3-421D-8F34-0E8312D8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28150-BD75-411E-8D27-4A3359AA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D8271-3048-41A3-BE23-7AC9872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2A448-F571-4689-9209-A6917201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1e20d83c04d88">
            <a:extLst>
              <a:ext uri="{96DAC541-7B7A-43D3-8B79-37D633B846F1}">
                <asvg:svgBlip xmlns:asvg="http://schemas.microsoft.com/office/drawing/2016/SVG/main" r:embed="R7031da0b685b40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290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41D0A-44E7-4199-A133-2D2DFF5D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7F95B-777D-4526-95B5-58AD086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13682-08C7-4C02-894C-03DA3B72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3D85D-2F6C-4C3A-B8CC-35AC6DDA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EB30E-4BDC-4C03-A58B-F7CFFB8C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3EC2B-F108-40B7-A92B-0FF324EE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0ED7D-3F4E-44D3-8630-64D3FE59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9A651-981C-48A8-B096-86D50303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2320D-8046-4B3E-BC75-11E91404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D0283-4576-44A6-BE34-9CBE1D31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1991B-E0E8-4DE9-B7F9-3C582A6C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BFCD7-305D-495A-AAB9-999FD093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map with app route and local annotations.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7503D-6F35-4365-8EDF-57660C44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8EE74-5009-498C-BE53-E4551279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373E7-692B-4860-8241-49D0493D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FC5D8-A410-40A8-BECC-5B23D2C5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B0FB4-0B43-408C-BA6D-196E077A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F625C-6645-4D5D-BA65-A1F0E44C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B8EDC-D340-4E18-8725-3951B402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2CA8A-5836-4ADE-AD41-DFFBC60A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Algorithmic Feed Simulation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Search Engine Ranking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AI Hallucination Courtroom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5401E-8C87-431E-A370-539777FB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487620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2026-06-20T10:31:34.8070000Z</dcterms:created>
  <dcterms:modified xsi:type="dcterms:W3CDTF">2026-06-20T10:31:34.8070000Z</dcterms:modified>
</coreProperties>
</file>