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7c271e6d3d4177" /><Relationship Type="http://schemas.openxmlformats.org/officeDocument/2006/relationships/extended-properties" Target="/docProps/app.xml" Id="R666d32f5d6254a8a" /><Relationship Type="http://schemas.openxmlformats.org/officeDocument/2006/relationships/officeDocument" Target="/ppt/presentation.xml" Id="Ra61a7dcc4c3144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71714f036d4950"/>
  </p:sldMasterIdLst>
  <p:notesMasterIdLst>
    <p:notesMasterId xmlns:r="http://schemas.openxmlformats.org/officeDocument/2006/relationships" r:id="R45af2a6abf364264"/>
  </p:notesMasterIdLst>
  <p:sldIdLst>
    <p:sldId xmlns:r="http://schemas.openxmlformats.org/officeDocument/2006/relationships" id="256" r:id="R6ec1c0a462d24079"/>
    <p:sldId xmlns:r="http://schemas.openxmlformats.org/officeDocument/2006/relationships" id="257" r:id="R91eb4dab9b964784"/>
    <p:sldId xmlns:r="http://schemas.openxmlformats.org/officeDocument/2006/relationships" id="258" r:id="R1c743cd338454bd8"/>
    <p:sldId xmlns:r="http://schemas.openxmlformats.org/officeDocument/2006/relationships" id="259" r:id="R0b85d6796e0b4fcc"/>
    <p:sldId xmlns:r="http://schemas.openxmlformats.org/officeDocument/2006/relationships" id="260" r:id="R7e275eebf60446fa"/>
    <p:sldId xmlns:r="http://schemas.openxmlformats.org/officeDocument/2006/relationships" id="261" r:id="R463e875dd3e041b5"/>
    <p:sldId xmlns:r="http://schemas.openxmlformats.org/officeDocument/2006/relationships" id="262" r:id="R6c466f5b6bf54977"/>
    <p:sldId xmlns:r="http://schemas.openxmlformats.org/officeDocument/2006/relationships" id="263" r:id="R6e02addb41224d6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a6b077d8054e2f" /><Relationship Type="http://schemas.openxmlformats.org/officeDocument/2006/relationships/slideMaster" Target="/ppt/slideMasters/slideMaster1.xml" Id="Rf571714f036d4950" /><Relationship Type="http://schemas.openxmlformats.org/officeDocument/2006/relationships/notesMaster" Target="/ppt/notesMasters/notesMaster1.xml" Id="R45af2a6abf364264" /><Relationship Type="http://schemas.openxmlformats.org/officeDocument/2006/relationships/presProps" Target="/ppt/presProps.xml" Id="R287b046dc3844923" /><Relationship Type="http://schemas.openxmlformats.org/officeDocument/2006/relationships/tableStyles" Target="/ppt/tableStyles.xml" Id="R9ccc678e51394d57" /><Relationship Type="http://schemas.openxmlformats.org/officeDocument/2006/relationships/slide" Target="/ppt/slides/slide1.xml" Id="R6ec1c0a462d24079" /><Relationship Type="http://schemas.openxmlformats.org/officeDocument/2006/relationships/slide" Target="/ppt/slides/slide2.xml" Id="R91eb4dab9b964784" /><Relationship Type="http://schemas.openxmlformats.org/officeDocument/2006/relationships/slide" Target="/ppt/slides/slide3.xml" Id="R1c743cd338454bd8" /><Relationship Type="http://schemas.openxmlformats.org/officeDocument/2006/relationships/slide" Target="/ppt/slides/slide4.xml" Id="R0b85d6796e0b4fcc" /><Relationship Type="http://schemas.openxmlformats.org/officeDocument/2006/relationships/slide" Target="/ppt/slides/slide5.xml" Id="R7e275eebf60446fa" /><Relationship Type="http://schemas.openxmlformats.org/officeDocument/2006/relationships/slide" Target="/ppt/slides/slide6.xml" Id="R463e875dd3e041b5" /><Relationship Type="http://schemas.openxmlformats.org/officeDocument/2006/relationships/slide" Target="/ppt/slides/slide7.xml" Id="R6c466f5b6bf54977" /><Relationship Type="http://schemas.openxmlformats.org/officeDocument/2006/relationships/slide" Target="/ppt/slides/slide8.xml" Id="R6e02addb41224d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e803be227e4d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12fc81841c4ffe" /><Relationship Type="http://schemas.openxmlformats.org/officeDocument/2006/relationships/notesMaster" Target="/ppt/notesMasters/notesMaster1.xml" Id="R8180f83a446a42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2c04a7786940dd" /><Relationship Type="http://schemas.openxmlformats.org/officeDocument/2006/relationships/notesMaster" Target="/ppt/notesMasters/notesMaster1.xml" Id="Rdc68ca30b18141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25e592ca594726" /><Relationship Type="http://schemas.openxmlformats.org/officeDocument/2006/relationships/notesMaster" Target="/ppt/notesMasters/notesMaster1.xml" Id="Rdbc07d55c1e546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212d3ac7604bfd" /><Relationship Type="http://schemas.openxmlformats.org/officeDocument/2006/relationships/notesMaster" Target="/ppt/notesMasters/notesMaster1.xml" Id="R280d8fb3f9d448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31566469c24208" /><Relationship Type="http://schemas.openxmlformats.org/officeDocument/2006/relationships/notesMaster" Target="/ppt/notesMasters/notesMaster1.xml" Id="R57a16a2c07ae4d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e24e0032fd4431" /><Relationship Type="http://schemas.openxmlformats.org/officeDocument/2006/relationships/notesMaster" Target="/ppt/notesMasters/notesMaster1.xml" Id="Ra6a94a05310f45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2a3506a77444ad" /><Relationship Type="http://schemas.openxmlformats.org/officeDocument/2006/relationships/notesMaster" Target="/ppt/notesMasters/notesMaster1.xml" Id="R1583ff6a474440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87507041734b6f" /><Relationship Type="http://schemas.openxmlformats.org/officeDocument/2006/relationships/notesMaster" Target="/ppt/notesMasters/notesMaster1.xml" Id="R05a914216e3041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8d271c7dec49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533d11febf4dd9" /><Relationship Type="http://schemas.openxmlformats.org/officeDocument/2006/relationships/slideLayout" Target="/ppt/slideLayouts/slideLayout1.xml" Id="R21199e783a5d47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199e783a5d47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8d1568b8d4c5f" /><Relationship Type="http://schemas.openxmlformats.org/officeDocument/2006/relationships/image" Target="/ppt/media/image.png" Id="R45dcd6b9da704134" /><Relationship Type="http://schemas.openxmlformats.org/officeDocument/2006/relationships/image" Target="/ppt/media/image.svg" Id="R34ab46d7ebac4102" /><Relationship Type="http://schemas.openxmlformats.org/officeDocument/2006/relationships/notesSlide" Target="/ppt/notesSlides/notesSlide1.xml" Id="R240347c2d01d48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3c637ba1b48c8" /><Relationship Type="http://schemas.openxmlformats.org/officeDocument/2006/relationships/notesSlide" Target="/ppt/notesSlides/notesSlide2.xml" Id="Rc4ba19647b7c41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99cb125aa4293" /><Relationship Type="http://schemas.openxmlformats.org/officeDocument/2006/relationships/image" Target="/ppt/media/image2.png" Id="Rdbfb9107d3d94298" /><Relationship Type="http://schemas.openxmlformats.org/officeDocument/2006/relationships/image" Target="/ppt/media/image2.svg" Id="R0bbff119737a4a01" /><Relationship Type="http://schemas.openxmlformats.org/officeDocument/2006/relationships/notesSlide" Target="/ppt/notesSlides/notesSlide3.xml" Id="Rec719a3e1f6a44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75dceeadf4491" /><Relationship Type="http://schemas.openxmlformats.org/officeDocument/2006/relationships/notesSlide" Target="/ppt/notesSlides/notesSlide4.xml" Id="R6fb296df2b194d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f26abc3fd4a5b" /><Relationship Type="http://schemas.openxmlformats.org/officeDocument/2006/relationships/notesSlide" Target="/ppt/notesSlides/notesSlide5.xml" Id="R47fee578509a48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bb170cecc413f" /><Relationship Type="http://schemas.openxmlformats.org/officeDocument/2006/relationships/notesSlide" Target="/ppt/notesSlides/notesSlide6.xml" Id="R2352dee6aad848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dc1db17534e14" /><Relationship Type="http://schemas.openxmlformats.org/officeDocument/2006/relationships/image" Target="/ppt/media/image3.png" Id="R6aaf8157f0f043d1" /><Relationship Type="http://schemas.openxmlformats.org/officeDocument/2006/relationships/image" Target="/ppt/media/image3.svg" Id="Ra53f207bb561426d" /><Relationship Type="http://schemas.openxmlformats.org/officeDocument/2006/relationships/notesSlide" Target="/ppt/notesSlides/notesSlide7.xml" Id="Re68f1c1cca9441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96a4e6bbe44dd" /><Relationship Type="http://schemas.openxmlformats.org/officeDocument/2006/relationships/notesSlide" Target="/ppt/notesSlides/notesSlide8.xml" Id="R6cb5222ba040411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D4BA58-96AD-499D-94B4-886D27D0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FA826A-7E1B-46F7-AE35-AD937F7E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1A04B-0288-4FD6-A2B7-38792742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E07CC-CB41-4DFE-807F-5A4B4732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A76D8-AB0C-4E11-A5C8-14618BB0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358A3-9638-4C0D-88B5-7DD1B3BA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C60B36-5CF8-4C8E-A903-452C9A79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Model Failure Challenge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A799F-3E29-45AB-B255-A2EFB5F0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dcd6b9da704134">
            <a:extLst>
              <a:ext uri="{96DAC541-7B7A-43D3-8B79-37D633B846F1}">
                <asvg:svgBlip xmlns:asvg="http://schemas.microsoft.com/office/drawing/2016/SVG/main" r:embed="R34ab46d7ebac410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8961E-1800-400D-91C7-1D1FBD4A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B4B7D6-FA64-483E-9212-404D232C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834878-8F80-4C56-AC09-EC84B2FD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F6DE18-29AA-4EC0-8E77-73C37B6E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Models simplify reality productively.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3322C0-B95D-491C-B027-667D8394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092EA2-9EDC-4BC1-A467-1A90C5B6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CF3735-E72D-419C-9332-A63AE4CB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FD0D08-C7AC-4C3A-9DA8-5451DCA8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25-35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0062183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F006BF-C859-4741-8110-0CFEB1FB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5AC3B-A3E6-465B-B502-61D96813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91FB2-E8F8-4A96-942D-1AD652CE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1C6A7-7615-4168-A043-0F2CDE93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48B5A-DAFE-4036-84A0-D43B1C0A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2A792-79C4-486C-BD0C-03F718F4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BFF3B-AFB5-40E5-8BA2-F3CBC5BE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5087D4-B9E7-4D93-93FD-85F387D1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ADAFB9-2F4C-49D5-B23A-D4F65AD2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D41DB9-2D5D-43E9-8E4D-341D9729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1D1DBA-18F8-4BA7-A771-55C30C32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903894-A65A-402A-9CB3-21106190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learn that models are useful simplifications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rather than perfect copies of reality.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Models simplify reality productively.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5A702-A19F-4124-952E-85FFCF3B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95E2E1-A7E0-42BF-9424-35C051D1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86F5D9-ECD7-43ED-B931-BEF7CF6E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2912D3-D725-4CC7-82BF-AB99E3CB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Simple model statement. Example: "More revision hours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means higher test score."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D93DEC-DFA1-45D0-849F-FDC297E1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34497299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8DB7D4-57D4-444F-8998-C257B53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C6BFF-0A99-49BF-A6BA-76369954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FAD1C-7D86-45D4-8CAE-C7E7E455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DC5BE-2BF3-4A8E-A941-2C0C2B33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94969-634A-4480-B8DC-9D73928F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56093-2CA7-4616-9B72-D2A86B99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923C58-3A08-4829-A0AD-C82DB844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72A339-B6B9-483E-9361-00EB5C82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b9107d3d94298">
            <a:extLst>
              <a:ext uri="{96DAC541-7B7A-43D3-8B79-37D633B846F1}">
                <asvg:svgBlip xmlns:asvg="http://schemas.microsoft.com/office/drawing/2016/SVG/main" r:embed="R0bbff119737a4a0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602A8-67A3-4E9C-8B1A-47313672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F85659-03AF-4E42-8B2E-2C7A9CE7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5588E1-FFD9-480B-BAD6-1CFE9A1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563A84-5D08-43A6-ACC5-023BBE26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Model Failure Challenge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A simple weather, disease, or traffic model...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Model Failure Challenge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An anomaly card that forces students to revise...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ADF18B-4CA3-4247-A676-C82F1203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28D936-51CC-4226-ADBB-5B808E43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2DA5A6-B824-4C0C-BFF9-AA0D5F53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0E6208-5AA2-492F-9A97-0289E5F8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Model Failure Challenge Stimulus A, what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Model Failure Challenge Stimulus A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142952113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1A1DFE-5405-41CE-8798-B4E86B45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75F59-FD86-42D7-9D56-01D17CA8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0BE73-7EA6-4A38-BAFC-01451318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36D21-DFE3-4BBB-AFC6-A93E59DC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9B325-B112-49FA-8EA3-4E26CE9E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7BED3-9C73-46DF-85AA-998DBECB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F6945-4BE8-4511-B29D-251E8775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217A7-302A-4F8A-9150-8FBCAA24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5AFFB-A12B-4F4B-9448-4F94A42B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52989-4B21-4847-8521-19772178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CE44E-0752-4A11-AFEF-22F00B94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2EA77F-6326-4089-A981-6EE98FD9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Groups identify variables missing from the model: prior knowledge, sleep, stress,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 revision quality, teaching, test difficulty.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They draw a revised model with extra variables.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They decide whether the original model is useless, useful or dangerous.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Discuss when a model should be rejected.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F7EFFC-B058-4252-8CF5-8C51B482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Natural...</a:t>
            </a:r>
          </a:p>
        </p:txBody>
      </p:sp>
    </p:spTree>
    <p:extLst>
      <p:ext uri="{BB962C8B-B14F-4D97-AF65-F5344CB8AC3E}">
        <p14:creationId xmlns:p14="http://schemas.microsoft.com/office/powerpoint/2010/main" val="13421775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71CAE4-B6B0-4BA0-A4A0-D1F3E7BD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37A32-BDA1-4532-876C-193ABACA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BE986-B3F6-4C61-8912-B843A2E2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73A12-310C-4DD3-90D6-DA60391F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B305C-4ED9-44EB-B697-F53F8AB9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3D8E1-DA79-4336-B9C8-FDBC4CFB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0BDFE-6E49-46A3-A189-AE09C89C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E8593E-61C8-4E66-97DC-138DA14D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6F1F8-9775-4448-8F43-32E5F22A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3E101B-112E-47BB-9C6A-970147A4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9255F-5147-4E8E-8A78-FBEB9E8B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2A6D5A-0C0C-4A1D-B9C7-9DA22E88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E574B0-6470-43C9-9BA6-6CEBF2A8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67ECC3-A108-4909-96E0-8A80306B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F1FF62-B973-4B6E-87F2-EE3B0728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D7B38E-0D68-4942-9CBB-11647B92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CFF230-0BA2-4873-A284-43D06723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0BE943-C19B-4866-A453-9D435992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2DDD09-A3DD-4637-AA8A-D138F413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C8A2A5-72ED-46FD-93EB-C4F8A6D4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085573-28FA-4F88-9538-8FF62983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13CBC4-FD86-4AE5-ADE8-D40A943C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A8305F-001D-4988-85F6-E4140F00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65CC71-112E-4325-AC37-2B8B9D32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741A98-C713-401F-BC5C-92EA4206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9025C7-73B8-4C14-8F6C-02276A8A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056289-2421-4F42-8932-C59E6E39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A9DDB7-FD7C-4A77-9FBF-AA70C9A5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8456283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8EA7CE-900C-4CD3-BFB9-FFD7388A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877DF-AB07-4A09-A5F5-2A3BD4F4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2F823-FF70-4A33-9B28-983DAA0F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0439A-40F5-4671-95C6-1C0E2E4D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9CB8D-4398-4FFF-B862-E7C4A2C1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C6FA9-802C-4760-8AE8-04E3F1F1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1E3E8-2F9C-4CE3-9A5D-04F3288C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0CDEE-DDEB-4837-8B51-0DA5D4BF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7EFDE-C1C6-4BB8-981A-2C481B09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5984D-EC9C-46F1-92F0-82282524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A6DAD-03CD-4F9D-BC2A-79A781DB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543836-EB62-48E6-A73E-B2D0E9B4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Are models useful because they are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false?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much simplification is acceptable?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is the difference between a model, a law and an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explanation?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AA5DB-21DC-43EB-9429-AA7A697A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126042-EDDB-4BA8-928D-587C1033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7EC759-835F-4A22-8981-C87D8FC1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49DAF5-C619-4E97-8384-BA355B2B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Are models useful because they are false?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much simplification is acceptable?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is the difference between a model, a law and an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explanation?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42B879-FEC8-48BC-B62B-D3BD1B57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9119207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C162C7-1A4F-441F-B461-0E4D9ABE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E981D-40EA-40A1-9AB6-8BB8E428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07A79A-2B0E-4D45-86B1-73981394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8E1BB-C0A1-4831-83B4-792ADC13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7AC47-B4BD-4C77-BE15-B3F1356E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F1096-C06B-44B4-818C-B4A9B8E1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5E50B-421E-4FB6-89EB-A09ACB56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72C2E-A9D7-4AA6-B7C8-B3B7334B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F0097-F173-4859-9094-2BEABC54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56AC1-5195-4D43-88CE-16B199A4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506126-2CAD-4E10-A77C-0D50646F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22EFE4-B6AF-4F8A-A162-6C59A16F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Model Failure Challenge: "My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first judgement felt obvious, but my evidence was thinner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than I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25F90D-FA61-4D9C-AB26-18AC7D5A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CAF28-2B7D-4B2E-BE78-87664416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6EE632-D083-4C23-8CBC-9F7FEF91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BD38FB-29ED-41E9-8A0A-6F22185D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f8157f0f043d1">
            <a:extLst>
              <a:ext uri="{96DAC541-7B7A-43D3-8B79-37D633B846F1}">
                <asvg:svgBlip xmlns:asvg="http://schemas.microsoft.com/office/drawing/2016/SVG/main" r:embed="Ra53f207bb561426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05742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ECDB02-6645-4098-BCEC-962AD38B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0760E-0209-4B63-8695-558F7007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C0059-BF5A-4CD9-A2F1-11B8E704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DD5FF-E095-44C2-AAB3-502DDF68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3DA28-BFA7-469A-AA01-FB9DF809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52AE3-ACC7-4A71-9C9C-C0D6A4DD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EC837-D55A-4001-833C-AADF01A8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4750E-0935-4DDF-AF5C-517AE1F5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DC8192-55B6-4B9E-A613-933F7DC8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872BB6-F7FB-4910-A8DC-FEC0DDD5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FCC6F-231F-4014-AF8B-B57A0D48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3B2931-C544-4E12-A1D9-511D2161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revised causal model diagram. Area of Knowledge: Human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Sciences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BDBF0-DDC2-4AB2-BE5B-0FD57633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8F9AEA-CDE2-48F7-B1DA-8A096C10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55031E-F57A-4D12-B790-44C5DFCB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FA9951-EF94-4AAA-82F3-44829106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581A39-477B-483C-9FDE-083265C8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3A6AAF-955B-4E8A-8DC4-52838093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5B1250-DB10-43C7-9122-11EC235B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EC71D8-F429-4AD7-BD26-DC5B2E72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Observation is Theory-Laden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P-hacking with Random Data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Placebo Trial Design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3D1DFB-51C7-4EDF-9505-563C657A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4500013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2026-06-20T10:31:36.2890000Z</dcterms:created>
  <dcterms:modified xsi:type="dcterms:W3CDTF">2026-06-20T10:31:36.2890000Z</dcterms:modified>
</coreProperties>
</file>