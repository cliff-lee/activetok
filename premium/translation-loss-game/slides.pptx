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63e9c546c84f90" /><Relationship Type="http://schemas.openxmlformats.org/officeDocument/2006/relationships/extended-properties" Target="/docProps/app.xml" Id="R342925815f794260" /><Relationship Type="http://schemas.openxmlformats.org/officeDocument/2006/relationships/officeDocument" Target="/ppt/presentation.xml" Id="R4d3b28a859bc44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d8a9a92fba4ff2"/>
  </p:sldMasterIdLst>
  <p:notesMasterIdLst>
    <p:notesMasterId xmlns:r="http://schemas.openxmlformats.org/officeDocument/2006/relationships" r:id="Ra6eebf8a39e7450f"/>
  </p:notesMasterIdLst>
  <p:sldIdLst>
    <p:sldId xmlns:r="http://schemas.openxmlformats.org/officeDocument/2006/relationships" id="256" r:id="Ra855ad8630a7485b"/>
    <p:sldId xmlns:r="http://schemas.openxmlformats.org/officeDocument/2006/relationships" id="257" r:id="R2fda7fac5044409f"/>
    <p:sldId xmlns:r="http://schemas.openxmlformats.org/officeDocument/2006/relationships" id="258" r:id="R91b0d40c074444d7"/>
    <p:sldId xmlns:r="http://schemas.openxmlformats.org/officeDocument/2006/relationships" id="259" r:id="Rb6089a3ed62b478f"/>
    <p:sldId xmlns:r="http://schemas.openxmlformats.org/officeDocument/2006/relationships" id="260" r:id="R89d8ce3d723c4c75"/>
    <p:sldId xmlns:r="http://schemas.openxmlformats.org/officeDocument/2006/relationships" id="261" r:id="Ref2529402bdb4dcc"/>
    <p:sldId xmlns:r="http://schemas.openxmlformats.org/officeDocument/2006/relationships" id="262" r:id="R43f8799293dd4478"/>
    <p:sldId xmlns:r="http://schemas.openxmlformats.org/officeDocument/2006/relationships" id="263" r:id="R64477d06ac7749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f7aab985734128" /><Relationship Type="http://schemas.openxmlformats.org/officeDocument/2006/relationships/slideMaster" Target="/ppt/slideMasters/slideMaster1.xml" Id="Radd8a9a92fba4ff2" /><Relationship Type="http://schemas.openxmlformats.org/officeDocument/2006/relationships/notesMaster" Target="/ppt/notesMasters/notesMaster1.xml" Id="Ra6eebf8a39e7450f" /><Relationship Type="http://schemas.openxmlformats.org/officeDocument/2006/relationships/presProps" Target="/ppt/presProps.xml" Id="Re2fea572d6584c36" /><Relationship Type="http://schemas.openxmlformats.org/officeDocument/2006/relationships/tableStyles" Target="/ppt/tableStyles.xml" Id="Rcc463ae7295f4908" /><Relationship Type="http://schemas.openxmlformats.org/officeDocument/2006/relationships/slide" Target="/ppt/slides/slide1.xml" Id="Ra855ad8630a7485b" /><Relationship Type="http://schemas.openxmlformats.org/officeDocument/2006/relationships/slide" Target="/ppt/slides/slide2.xml" Id="R2fda7fac5044409f" /><Relationship Type="http://schemas.openxmlformats.org/officeDocument/2006/relationships/slide" Target="/ppt/slides/slide3.xml" Id="R91b0d40c074444d7" /><Relationship Type="http://schemas.openxmlformats.org/officeDocument/2006/relationships/slide" Target="/ppt/slides/slide4.xml" Id="Rb6089a3ed62b478f" /><Relationship Type="http://schemas.openxmlformats.org/officeDocument/2006/relationships/slide" Target="/ppt/slides/slide5.xml" Id="R89d8ce3d723c4c75" /><Relationship Type="http://schemas.openxmlformats.org/officeDocument/2006/relationships/slide" Target="/ppt/slides/slide6.xml" Id="Ref2529402bdb4dcc" /><Relationship Type="http://schemas.openxmlformats.org/officeDocument/2006/relationships/slide" Target="/ppt/slides/slide7.xml" Id="R43f8799293dd4478" /><Relationship Type="http://schemas.openxmlformats.org/officeDocument/2006/relationships/slide" Target="/ppt/slides/slide8.xml" Id="R64477d06ac7749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252df2c09b40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5ccee302ba42a8" /><Relationship Type="http://schemas.openxmlformats.org/officeDocument/2006/relationships/notesMaster" Target="/ppt/notesMasters/notesMaster1.xml" Id="Rdf9085d3ac2841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56948b82e140d9" /><Relationship Type="http://schemas.openxmlformats.org/officeDocument/2006/relationships/notesMaster" Target="/ppt/notesMasters/notesMaster1.xml" Id="Ra4f04412ecc141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b71c5dbf9d4b7c" /><Relationship Type="http://schemas.openxmlformats.org/officeDocument/2006/relationships/notesMaster" Target="/ppt/notesMasters/notesMaster1.xml" Id="Rb5c94e5e16884b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c642defbad4ab6" /><Relationship Type="http://schemas.openxmlformats.org/officeDocument/2006/relationships/notesMaster" Target="/ppt/notesMasters/notesMaster1.xml" Id="Rd01b464d912545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fb7c045d4b4d35" /><Relationship Type="http://schemas.openxmlformats.org/officeDocument/2006/relationships/notesMaster" Target="/ppt/notesMasters/notesMaster1.xml" Id="Rb2d3425be55243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b3056fd33c459a" /><Relationship Type="http://schemas.openxmlformats.org/officeDocument/2006/relationships/notesMaster" Target="/ppt/notesMasters/notesMaster1.xml" Id="R12b422eff1b94b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07332cadd54eba" /><Relationship Type="http://schemas.openxmlformats.org/officeDocument/2006/relationships/notesMaster" Target="/ppt/notesMasters/notesMaster1.xml" Id="R59373e9ea3df42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f8b7e2afc447e2" /><Relationship Type="http://schemas.openxmlformats.org/officeDocument/2006/relationships/notesMaster" Target="/ppt/notesMasters/notesMaster1.xml" Id="R92316da2277b45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a88f4c0464f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d9dc7b60b545ab" /><Relationship Type="http://schemas.openxmlformats.org/officeDocument/2006/relationships/slideLayout" Target="/ppt/slideLayouts/slideLayout1.xml" Id="Re5d32576824747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d32576824747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ea45e4bd1474e" /><Relationship Type="http://schemas.openxmlformats.org/officeDocument/2006/relationships/image" Target="/ppt/media/image.png" Id="R18bfeced9675408d" /><Relationship Type="http://schemas.openxmlformats.org/officeDocument/2006/relationships/image" Target="/ppt/media/image.svg" Id="R57ff35cde68144d2" /><Relationship Type="http://schemas.openxmlformats.org/officeDocument/2006/relationships/notesSlide" Target="/ppt/notesSlides/notesSlide1.xml" Id="Re754970f12174b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f69a731304e36" /><Relationship Type="http://schemas.openxmlformats.org/officeDocument/2006/relationships/notesSlide" Target="/ppt/notesSlides/notesSlide2.xml" Id="R070babf3c0914b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463ad42e34c6b" /><Relationship Type="http://schemas.openxmlformats.org/officeDocument/2006/relationships/image" Target="/ppt/media/image2.png" Id="Rbf2ef4854af44b85" /><Relationship Type="http://schemas.openxmlformats.org/officeDocument/2006/relationships/image" Target="/ppt/media/image2.svg" Id="R710d33b9bb2c4c9c" /><Relationship Type="http://schemas.openxmlformats.org/officeDocument/2006/relationships/notesSlide" Target="/ppt/notesSlides/notesSlide3.xml" Id="Rb1ae49dc1e6b49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249adbd1b49fe" /><Relationship Type="http://schemas.openxmlformats.org/officeDocument/2006/relationships/notesSlide" Target="/ppt/notesSlides/notesSlide4.xml" Id="R4c3b975886b64b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f8584ccc44843" /><Relationship Type="http://schemas.openxmlformats.org/officeDocument/2006/relationships/notesSlide" Target="/ppt/notesSlides/notesSlide5.xml" Id="R571329e66caa43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62cb758d9444c" /><Relationship Type="http://schemas.openxmlformats.org/officeDocument/2006/relationships/notesSlide" Target="/ppt/notesSlides/notesSlide6.xml" Id="R442c5d9b186a4d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d104118664bce" /><Relationship Type="http://schemas.openxmlformats.org/officeDocument/2006/relationships/image" Target="/ppt/media/image3.png" Id="R7ce1f0944bc746be" /><Relationship Type="http://schemas.openxmlformats.org/officeDocument/2006/relationships/image" Target="/ppt/media/image3.svg" Id="Rdb7ff97ac01646cc" /><Relationship Type="http://schemas.openxmlformats.org/officeDocument/2006/relationships/notesSlide" Target="/ppt/notesSlides/notesSlide7.xml" Id="R5759bcbbcd7b4f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f1e141bdd4ed0" /><Relationship Type="http://schemas.openxmlformats.org/officeDocument/2006/relationships/notesSlide" Target="/ppt/notesSlides/notesSlide8.xml" Id="Rcfa2dcb5603843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B6A46A-35C7-41FD-94C6-0DEA30A8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F0875-CF80-4393-98AD-C95C0CC5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72217-BB2C-4032-82E9-903E8F79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74414-8452-4495-98FF-832C6503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59610-0A06-406C-A37F-16295A71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C53C3-9D92-4085-A83B-6CCB3DFF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72392-C10A-494C-9BA1-30690B8C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Translation Loss Game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A09B9-12B6-4D76-ADA3-E83DBF1B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feced9675408d">
            <a:extLst>
              <a:ext uri="{96DAC541-7B7A-43D3-8B79-37D633B846F1}">
                <asvg:svgBlip xmlns:asvg="http://schemas.microsoft.com/office/drawing/2016/SVG/main" r:embed="R57ff35cde68144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0B2CA-AE24-40A0-A8A8-27C9E451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DE879-5C2D-48AD-BB5E-C14537F5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5B421-A57E-4178-BA9C-9A319C2D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8EAB6-BC65-49C8-A766-D5ED6B85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Language carries cultural categories.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A1615-1012-437F-BED7-511793E4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8B278-768F-4814-8C7A-C7684281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8392F-2F5E-4661-A6F4-08E2C6A1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6BF46-4FAE-43AC-A68C-77D61D9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8281390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229D43-4A01-47D5-81FC-979D0185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4617D-B334-459F-B198-C917170F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C0720-96FF-4F40-BDEE-30BBCEB2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A272C-A6B7-42CA-8335-5D843261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2884D-E49C-4E38-A7B9-1173F0A4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5E605-D80F-4EA6-B3B9-F136CD43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E6F54-E05C-4E24-A691-09535342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2AC60-3208-4874-AE6F-E3BA8760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E7637-4D44-4B9D-8840-9E380EEC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7DE7C-0AC3-43D7-87AE-15A955AE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CE841-1633-4ADE-AEB8-6B939A5D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3CA9E-3ECE-448B-A7B8-D16B799F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explore how language carries cultural concepts.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Language carries cultural categories.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7FBA1-54D5-4A08-93CF-877A2D99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C41FB-DA41-43A4-8E30-50F031B3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8D56F-6AB4-40E2-B306-76133E3E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C434F-859D-40EF-8C07-D2C3C607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Word cards: schadenfreude, awkward, saving face, home,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fair, respect, freedom, wabi-sabi, gezellig.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70D6B-C27D-4CD9-8A8B-75D35026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3726986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B34CEC-EAA4-46A8-BF9B-65A2C29A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16AB3-C545-416A-89C8-4D7F4E6A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937F8-7CCA-432C-8DDD-754D06A5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46471-5706-4B8D-848D-998BCE6F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40CDC-0035-4D8F-8980-8C11D124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B8805-1069-4948-89A6-03734A23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84260-01BA-4D64-B42C-D5DBFF1C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9C630-C504-47DB-8A73-E2ACF8EC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ef4854af44b85">
            <a:extLst>
              <a:ext uri="{96DAC541-7B7A-43D3-8B79-37D633B846F1}">
                <asvg:svgBlip xmlns:asvg="http://schemas.microsoft.com/office/drawing/2016/SVG/main" r:embed="R710d33b9bb2c4c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91351-CD24-4B11-B847-709B4290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9E17E-224F-44A3-BD35-881586AF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CBF28-9146-4B54-9C51-DDC4103C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AF4AC-60A8-4F64-9C1D-B7010DEA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Translation Loss Game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A phrase translated literally, idiomatically, and...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Translation Loss Game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Words such as 'fair', 'home', 'respect', 'awkward', and...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E5726-A26A-4F4A-B33B-9A9FDF41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E781B-7605-4D0F-9533-7C22C6A3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5BE20-0930-4839-9A7A-67D03BF2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931EB-8FA1-4C39-9ABD-3B972DE0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Translation Loss Game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Translation Loss Game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6293048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621668-59CB-4796-8868-F929D167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EE636-3086-46FC-9C06-016483B2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27BB7-12B3-4563-937C-C8C3D048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6974C-B662-49E1-85AC-39D5FEC6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440CF-6C55-4FBB-A5D4-D5D4D441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A8F19-3FD6-4C5B-B085-9190D68C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EE507-B44A-4682-92DE-AF171D4D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FA367-D1E4-449A-A68E-99054B73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DAA37-0874-4680-AD31-06842D42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140F2-6A15-4DB4-A3EA-19B498B1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802AF-DC6D-48B2-A3BA-2193CE42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747C9-E72B-4C61-B2BC-F4AE08D2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Groups attempt literal translations or definitions.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They then write a cultural explanation or example situation.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identify what cannot be captured in one word.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Discuss whether translation transfers knowledge or recreates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2C90A-F4BD-4F9E-B29E-DBC06C38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21105351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1416D0-105D-4C53-BCCA-A58A65A0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2D66A-0A74-4409-BBBC-4B8589F6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57348-6578-4C0F-85B8-91007FC6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73FD6-0FE6-4979-928A-2C1AE769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31E0D-9EBC-4794-97E6-C4EB7F87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B10D3-0537-444A-979E-1CBF4324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07989-1D08-44BA-B26A-D615EA47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3C6A3-A01E-4121-8FBC-18A6CD7C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6A024-EE29-4443-802B-2580BCB3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0A6BA-3D6A-47E4-80EA-A6C3F49F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72A9B-C2CC-4ED0-B989-B4E099B8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3EAAF-8981-4A55-B16C-46E0736A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A5CEF-0895-402C-92BE-5CE6AC1C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05E6C-8EB8-41CD-9A55-F9879AE3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255FA-78C1-4CC6-99BF-E9284303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DADBB-EA69-4D5D-84F4-ECCC8FE3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6506D-5DBE-4146-AE0F-3EE86ADF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1BA9C-814D-49B0-9527-87BCDE7C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6E65AF-93CE-4AAF-8820-B4FCBCF0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FE3FD-807B-47C3-83C8-B2FEDDA5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2832E1-54D5-4D39-AAFE-7F80C580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D2201-D247-4CED-BFC4-91283BB9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01F8D4-E400-4CF6-ACFA-96583C96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932B50-5E1F-4A7D-899E-17D3136B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1A9719-1868-43EB-B6FA-2F5D44DC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09E3B8-C1F9-41F8-B7E3-AE29249D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A14B0F-5223-4CF7-A8CF-FBB134C4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F7850B-8871-4865-AEE5-6B25A5D2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2062148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968297-7CCD-43DE-BA16-A1902D61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ACCF2-DB6A-455E-81D9-7C0200D4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0316F-18A6-4D13-8D7E-E345995A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5C31A-61D5-4F4C-B571-58255284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FE4BF-0141-4E54-A2C9-75AABC6E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125C4-03C3-4308-AA36-0E9804F0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4F63D-8D90-41F2-8242-EF10BBB2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87198-30C1-4387-85B9-51B3FE3C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8027C-FE82-4618-870E-8D02D7A9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C9F1D-9D0E-4DED-8040-4EDE7A36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DF150-627B-4D65-B8D5-7802C354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5930D-BE52-4F56-8838-15A00B4B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Can all knowledge be translated?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language limit thought or simply influence it?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is lost when knowledge moves between languages?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A82AD-74B9-48CB-B172-D4F033D3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088E4-8197-4B5A-A268-F8B37C11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C71FC-A170-4BA9-B9D9-D7502B01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D49C1-9E4A-4B4E-A757-FB2FAF72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all knowledge be translated?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language limit thought or simply influence it?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is lost when knowledge moves between languages?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3BDB-CA4C-4AF6-AE5B-5834FFB4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8225160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FF8178-92DB-46E0-B60E-FF5C65F3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C615B-5122-4AFB-AFA9-534DA24F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0469C-6618-485E-B99D-BACA0C75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42D34-8FB5-4F49-BC30-E9D571CD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4EDF4-DD1B-4344-84AA-4E07B8F6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A33B5-F103-46C8-8545-0984A4C4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CACE3-8B5E-4271-A8AF-88A9E746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EAEB4-FEBA-474B-B86C-17963CE8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14F9E-49BF-4284-8428-D4AF378E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71FD2-3250-4AA6-9E83-93114B22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8AB8E-9B38-41A8-999C-3D107D8B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D6EC6-3377-4E3C-B696-90E2FA51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Translation Loss Game: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98CBA-85AA-484C-AF87-249A5611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DB276-DA59-48B1-9C52-4A599A3C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B7C64-C6C9-451C-931C-2BEF59F9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EE89A-C5D2-41C0-9334-B4EC1EA1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1f0944bc746be">
            <a:extLst>
              <a:ext uri="{96DAC541-7B7A-43D3-8B79-37D633B846F1}">
                <asvg:svgBlip xmlns:asvg="http://schemas.microsoft.com/office/drawing/2016/SVG/main" r:embed="Rdb7ff97ac01646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770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9CBA94-BB78-44EC-B58D-E083486E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B9205-ADF2-4FE1-8546-078008CD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70A0D-CFCA-4928-8D0A-6C21B4A6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257FD-C996-4F15-A607-A9E90AB3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473FF-671A-48B0-91E2-F6C9EE0F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8689B-4A67-4AC6-BEB2-85FCF000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22D9D-0EFE-4E76-95E9-8482B7E9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6307F-07A5-4AB3-8A19-E94C940F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59805-51D2-4BD7-A4FA-97200A58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13638-C196-45A1-8702-4802CBB4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56ADD-731C-43CE-9D1D-D3383158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11AEE-0B42-4C21-BA81-A4184210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word card with failed literal translations and a richer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explanation.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C743E-DF6C-40FB-B5D5-C79E6329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716DD-894E-45C0-B345-506C9503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C6C6D-061C-4DD8-B967-23240239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FF70B-6013-46A1-A2B7-87113076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25EC2-51AE-4F7A-9697-88D5963B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CAE14-16CA-444B-BE2E-91E67A81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853A4-1C1C-4234-9565-5323822A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7E72A3-0FB6-4C7C-B4B3-FBD16576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Loaded Headline Laboratory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Metaphor Changes Policy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Category Boundary Sorting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662A80-050F-48EB-B1AC-24CB12C4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109165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2026-06-20T10:31:35.2500000Z</dcterms:created>
  <dcterms:modified xsi:type="dcterms:W3CDTF">2026-06-20T10:31:35.2500000Z</dcterms:modified>
</coreProperties>
</file>