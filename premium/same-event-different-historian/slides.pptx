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64d677be5841ad" /><Relationship Type="http://schemas.openxmlformats.org/officeDocument/2006/relationships/extended-properties" Target="/docProps/app.xml" Id="R0c9fabaaf0b2482a" /><Relationship Type="http://schemas.openxmlformats.org/officeDocument/2006/relationships/officeDocument" Target="/ppt/presentation.xml" Id="R3419661ca76e41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11c37caac64fe9"/>
  </p:sldMasterIdLst>
  <p:notesMasterIdLst>
    <p:notesMasterId xmlns:r="http://schemas.openxmlformats.org/officeDocument/2006/relationships" r:id="Re10e0387f902414e"/>
  </p:notesMasterIdLst>
  <p:sldIdLst>
    <p:sldId xmlns:r="http://schemas.openxmlformats.org/officeDocument/2006/relationships" id="256" r:id="R70dc2011a772469a"/>
    <p:sldId xmlns:r="http://schemas.openxmlformats.org/officeDocument/2006/relationships" id="257" r:id="R0d2c4d822d1942ba"/>
    <p:sldId xmlns:r="http://schemas.openxmlformats.org/officeDocument/2006/relationships" id="258" r:id="R4b7c8fb002dc4431"/>
    <p:sldId xmlns:r="http://schemas.openxmlformats.org/officeDocument/2006/relationships" id="259" r:id="R62b3f294b33748d2"/>
    <p:sldId xmlns:r="http://schemas.openxmlformats.org/officeDocument/2006/relationships" id="260" r:id="R2f61f44042324683"/>
    <p:sldId xmlns:r="http://schemas.openxmlformats.org/officeDocument/2006/relationships" id="261" r:id="R817f5012b9ac4551"/>
    <p:sldId xmlns:r="http://schemas.openxmlformats.org/officeDocument/2006/relationships" id="262" r:id="Rfa361343c52b4157"/>
    <p:sldId xmlns:r="http://schemas.openxmlformats.org/officeDocument/2006/relationships" id="263" r:id="Re6ae3ca9f5e846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7b4192686f43a1" /><Relationship Type="http://schemas.openxmlformats.org/officeDocument/2006/relationships/slideMaster" Target="/ppt/slideMasters/slideMaster1.xml" Id="R6611c37caac64fe9" /><Relationship Type="http://schemas.openxmlformats.org/officeDocument/2006/relationships/notesMaster" Target="/ppt/notesMasters/notesMaster1.xml" Id="Re10e0387f902414e" /><Relationship Type="http://schemas.openxmlformats.org/officeDocument/2006/relationships/presProps" Target="/ppt/presProps.xml" Id="R167e6161466f40bc" /><Relationship Type="http://schemas.openxmlformats.org/officeDocument/2006/relationships/tableStyles" Target="/ppt/tableStyles.xml" Id="Ra859f0ff3bf4412f" /><Relationship Type="http://schemas.openxmlformats.org/officeDocument/2006/relationships/slide" Target="/ppt/slides/slide1.xml" Id="R70dc2011a772469a" /><Relationship Type="http://schemas.openxmlformats.org/officeDocument/2006/relationships/slide" Target="/ppt/slides/slide2.xml" Id="R0d2c4d822d1942ba" /><Relationship Type="http://schemas.openxmlformats.org/officeDocument/2006/relationships/slide" Target="/ppt/slides/slide3.xml" Id="R4b7c8fb002dc4431" /><Relationship Type="http://schemas.openxmlformats.org/officeDocument/2006/relationships/slide" Target="/ppt/slides/slide4.xml" Id="R62b3f294b33748d2" /><Relationship Type="http://schemas.openxmlformats.org/officeDocument/2006/relationships/slide" Target="/ppt/slides/slide5.xml" Id="R2f61f44042324683" /><Relationship Type="http://schemas.openxmlformats.org/officeDocument/2006/relationships/slide" Target="/ppt/slides/slide6.xml" Id="R817f5012b9ac4551" /><Relationship Type="http://schemas.openxmlformats.org/officeDocument/2006/relationships/slide" Target="/ppt/slides/slide7.xml" Id="Rfa361343c52b4157" /><Relationship Type="http://schemas.openxmlformats.org/officeDocument/2006/relationships/slide" Target="/ppt/slides/slide8.xml" Id="Re6ae3ca9f5e846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726a470b8e4b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89ed7051c3497e" /><Relationship Type="http://schemas.openxmlformats.org/officeDocument/2006/relationships/notesMaster" Target="/ppt/notesMasters/notesMaster1.xml" Id="Redda606953da49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dd285df61c4825" /><Relationship Type="http://schemas.openxmlformats.org/officeDocument/2006/relationships/notesMaster" Target="/ppt/notesMasters/notesMaster1.xml" Id="R556a862b762b4e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361faa56634785" /><Relationship Type="http://schemas.openxmlformats.org/officeDocument/2006/relationships/notesMaster" Target="/ppt/notesMasters/notesMaster1.xml" Id="R8ff2504cb18b45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6bda743f2449aa" /><Relationship Type="http://schemas.openxmlformats.org/officeDocument/2006/relationships/notesMaster" Target="/ppt/notesMasters/notesMaster1.xml" Id="R2af4a448b43a4e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6b175d6e2d43d6" /><Relationship Type="http://schemas.openxmlformats.org/officeDocument/2006/relationships/notesMaster" Target="/ppt/notesMasters/notesMaster1.xml" Id="R943d7247abef45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9b5dc7ac4748cf" /><Relationship Type="http://schemas.openxmlformats.org/officeDocument/2006/relationships/notesMaster" Target="/ppt/notesMasters/notesMaster1.xml" Id="R2f84a406d86c4a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dc25e0d3e34607" /><Relationship Type="http://schemas.openxmlformats.org/officeDocument/2006/relationships/notesMaster" Target="/ppt/notesMasters/notesMaster1.xml" Id="R3d40b3eeeede4c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a361f35c254fed" /><Relationship Type="http://schemas.openxmlformats.org/officeDocument/2006/relationships/notesMaster" Target="/ppt/notesMasters/notesMaster1.xml" Id="Ra57a312d648143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c294be4a64e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da2f056d214fb9" /><Relationship Type="http://schemas.openxmlformats.org/officeDocument/2006/relationships/slideLayout" Target="/ppt/slideLayouts/slideLayout1.xml" Id="R40287574faef4d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287574faef4d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1cc14a64d45be" /><Relationship Type="http://schemas.openxmlformats.org/officeDocument/2006/relationships/image" Target="/ppt/media/image.png" Id="Rf0bdba5c7a8845bd" /><Relationship Type="http://schemas.openxmlformats.org/officeDocument/2006/relationships/image" Target="/ppt/media/image.svg" Id="Ra974e49056174ec9" /><Relationship Type="http://schemas.openxmlformats.org/officeDocument/2006/relationships/notesSlide" Target="/ppt/notesSlides/notesSlide1.xml" Id="Rdc92e290433740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f619ad4004f90" /><Relationship Type="http://schemas.openxmlformats.org/officeDocument/2006/relationships/notesSlide" Target="/ppt/notesSlides/notesSlide2.xml" Id="R3cd1f6f8ae314f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16ef9bc7846a3" /><Relationship Type="http://schemas.openxmlformats.org/officeDocument/2006/relationships/image" Target="/ppt/media/image2.png" Id="Re9de40f7459b478c" /><Relationship Type="http://schemas.openxmlformats.org/officeDocument/2006/relationships/image" Target="/ppt/media/image2.svg" Id="Re7991dd895db43d5" /><Relationship Type="http://schemas.openxmlformats.org/officeDocument/2006/relationships/notesSlide" Target="/ppt/notesSlides/notesSlide3.xml" Id="Rf136e6b9b14b4e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dbd855ec649ce" /><Relationship Type="http://schemas.openxmlformats.org/officeDocument/2006/relationships/notesSlide" Target="/ppt/notesSlides/notesSlide4.xml" Id="Rdd4d9ffaf1b943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2356bb47343f8" /><Relationship Type="http://schemas.openxmlformats.org/officeDocument/2006/relationships/notesSlide" Target="/ppt/notesSlides/notesSlide5.xml" Id="R3eb00246a4d344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69a61f5ca4d80" /><Relationship Type="http://schemas.openxmlformats.org/officeDocument/2006/relationships/notesSlide" Target="/ppt/notesSlides/notesSlide6.xml" Id="R6e42a74ed0564c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4b2808c974732" /><Relationship Type="http://schemas.openxmlformats.org/officeDocument/2006/relationships/image" Target="/ppt/media/image3.png" Id="Rc6d48315e50a4669" /><Relationship Type="http://schemas.openxmlformats.org/officeDocument/2006/relationships/image" Target="/ppt/media/image3.svg" Id="Ra36689247a8c48a3" /><Relationship Type="http://schemas.openxmlformats.org/officeDocument/2006/relationships/notesSlide" Target="/ppt/notesSlides/notesSlide7.xml" Id="R203c7a24cde044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59d96049c414d" /><Relationship Type="http://schemas.openxmlformats.org/officeDocument/2006/relationships/notesSlide" Target="/ppt/notesSlides/notesSlide8.xml" Id="R2fbc9d89abf84c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E9C462-0E9B-476E-A497-16505EDE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E55F4-6FE9-472F-A418-B572EE5D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FF752-3720-45CF-AC0D-B21B3710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98C45-9953-42E4-BE3B-D23763A7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DB8E3-A75E-43F4-AFF3-00E0269D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ACF8C-90F5-466F-BF4B-38166C31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CE3EB-092E-46C2-97E4-8F634BF7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Same Event, Different Historian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2CDD9-AE5A-441F-9800-C31EDACA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dba5c7a8845bd">
            <a:extLst>
              <a:ext uri="{96DAC541-7B7A-43D3-8B79-37D633B846F1}">
                <asvg:svgBlip xmlns:asvg="http://schemas.microsoft.com/office/drawing/2016/SVG/main" r:embed="Ra974e49056174e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576DB-418A-448A-9B03-26625E22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FF65C-9FF8-4BE0-8692-8393A6B9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5E31E-0440-445A-B873-90A2D7A5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AC6C9-2E97-4AD9-91B0-1B15ED64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Interpretation depends on lens and selection.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B7DCA-E1F0-440B-A8B8-C6D767D1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AC83C-A97D-48B7-8BD1-20865A1D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544E4-356A-4AAA-9D30-FD3D33D5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E6588-D53F-4B0B-BCD9-6402489E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1886786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1354C3-3A28-4CFC-A486-3E21679E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1F9DC-7E19-4359-A7DE-68C3E577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46F41-198A-4410-8DFD-C40E8A49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ADBD1-71E5-4063-9494-B120DAD7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06BA5-BB27-4369-A094-4BB40B8A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A5C43-D6C7-43CD-9C99-5DF79CB9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7997E-23F3-47BB-925C-E787C9E8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52846-5DBE-48A2-A2E9-2411D05D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269A9-36DE-424D-9E01-3FE16655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0E07F-D641-4FA0-8D11-56D21C55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8EB67-7891-4995-847A-4BFBBAC1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3AEDE-0567-4439-9993-31064A10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compare how historical lenses shape explanation.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Interpretation depends on lens and selection.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05855-A3C4-4578-BCB3-30A797BA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8599D-812B-4AF0-A580-A3384FC0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5C06B-5ABE-4958-B365-48F889FD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490F2-0993-4097-854C-BC139E0D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common event description. Lenses: economic,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political, feminist, nationalist, environmental,...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15202-4589-4E26-B7CE-8868C91A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0260680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D4646E-D8E9-4421-BE74-150CE26D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94040-8618-49EE-A7A1-ECF7BA9C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0CF33-D052-4717-A86C-75FCA925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52178-58A0-4630-B1D7-41033466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9AA1D-BFCF-4985-B179-1C76C528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8636C-1EC0-49A6-A1E2-076F1330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7BAC1-B559-4064-9241-206263B0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D6C08-B895-4D87-A255-F728A44E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e40f7459b478c">
            <a:extLst>
              <a:ext uri="{96DAC541-7B7A-43D3-8B79-37D633B846F1}">
                <asvg:svgBlip xmlns:asvg="http://schemas.microsoft.com/office/drawing/2016/SVG/main" r:embed="Re7991dd895db43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7D988-D6AE-48A1-934C-44AEAA3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E39D9-68C6-4C53-B379-C327D604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CC83A-15B3-425D-9BD7-425F448D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76348-A0E1-4AD4-B018-B45C4D5C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Same Event, Different Historian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Two historians explaining the same protest,...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Same Event, Different Historian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Source packets that foreground economics,...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562BA-C2A5-4C7E-95FB-63596A9A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21436-5718-4C4C-84BC-E3CBC948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EC949-886A-4967-8ADE-285539D4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9E7BA-795B-42BE-BA6B-A3A71969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Same Event, Different Historian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A,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Same Event, Different Historian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1240802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3E6087-D1DB-496B-A3C2-45F3FC42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F4348-6BAB-4A36-A297-FE62753F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5BF24-6C45-4903-BDAB-28DE0AF1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FC090-80B5-4BD9-834A-EF7BF3FD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A791E-9C3E-4853-9BD0-95E43930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C4CB5-BF86-4EF7-B0BB-A378149A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5B6DE-37A3-43E4-971D-4BC844D0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71602-0CAC-4B8A-AF91-357958E9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3FB33-FCD6-4EED-93B4-3832BF91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4ADFE-862A-444D-B842-DB1E4D12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E8523-1535-41A4-A648-882B15C8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21397-208C-45C5-A616-6B90E37E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Assign each group a different lens.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write a three-sentence explanation of the event.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present and underline what they selected as important.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identify which facts were shared and which interpretations differed.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8AE36-FCB9-448D-AB2C-549F17FB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History.</a:t>
            </a:r>
          </a:p>
        </p:txBody>
      </p:sp>
    </p:spTree>
    <p:extLst>
      <p:ext uri="{BB962C8B-B14F-4D97-AF65-F5344CB8AC3E}">
        <p14:creationId xmlns:p14="http://schemas.microsoft.com/office/powerpoint/2010/main" val="10345127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A87CFD-9605-4207-B041-5B48B7D9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E526D-1D19-415D-9BBC-4347B99B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9CE51-7D81-4B07-A000-9A93A2AA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0ED99-2763-4A56-8EEE-87B1D0B8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702A7-F961-4190-A639-D6D95510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A801F-B3FA-4420-BFAE-AC7F3DE7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0FD2A-AA6A-4222-A8F9-F12BFBF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127EA-FA2A-4B24-B4B1-40F09108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6599D-E463-4ECA-AD8D-830B440D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2FD2B-3E3E-4209-8734-8E15D687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7750A-6B78-4AA8-AFB0-EB754950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6BA18-55BC-4CBE-A9CF-D224EFC3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202AE-BBBB-4B76-9048-9949D959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AF105-7F6B-4D91-A66E-0DDEF3CE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C0DB0-082D-4D36-828C-BAC7C84A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0431E-A9C2-4811-8CC2-5E1195D9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5EB64-B2D5-4AE1-9F3A-83428BB3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62AEC-8225-45E4-922E-27A042B6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E56B7D-B2F2-4B6A-AC03-79B93431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B6954-D2D6-4944-8DAB-E3EF151F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B0832-343E-4AF2-ABCE-EE4DFE48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DB873-03A8-409A-929E-0936EEE1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E720F-E82C-4FEE-9DC2-1831425E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E0562A-3F3C-4397-98B2-FF2D29C7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B0DF9-E405-4C98-8BF4-1FD6177D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046CA6-4F36-46BF-BBBD-A7FD9CC2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D517A-71BB-492D-B411-6D104F70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FF7333-73E3-4D85-BD22-1B1EC46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6204000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3F7283-12ED-4DB4-823C-C71DBD9A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A4AE5-31E1-491B-99DB-BECFA155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A2A5D-63C2-4686-A01C-2FAF268C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C049E-63E1-4DCE-8300-BAC05AE9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6B32F-7A35-4EF3-B2F7-D2312839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78610-C202-4363-A02C-CEBC1E69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FBFD8-4770-49E6-9ED1-7323080E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4B042-61AD-4664-A3A9-153A6923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24E7F-9042-4D2C-8F02-1DBF518D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3450B-7B9F-4DE4-96D3-CA45B317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03654-1338-4431-9504-F198BA3E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A0C21-FA6E-4F8C-AA55-FD299120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Are some historical interpretations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better than others?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perspective make history biased or meaningful?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there be one true history?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C26D7-9504-41D2-9B38-1E217AD0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FDCEA-766C-4DDB-BF9E-B6703E4A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C7333-ACC0-449B-AB31-BF835360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269452-A0A0-4EFC-B1EA-246842CB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some historical interpretations better than others?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perspective make history biased or meaningful?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there be one true history?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5D969-AE05-4763-BBD7-84140177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9474207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ACC852-6839-4B60-9D76-560F07DF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EC696-E43F-4244-82C8-2DE68D36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E168F-99D9-4DAF-A0E6-C8354734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2004F-B594-4A8B-A18F-CEE76D36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45107-1667-4C16-98D2-61EE5877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8E15E-7416-4B53-BE55-54EE53FD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4C7CF-E01D-4753-87ED-01EB90FF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2408B-10EA-4F53-B3DD-6A952000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ADF1D-38D4-4BF1-B958-168C63BB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272F8-60E8-4D47-BB79-F72427E7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EC2B9-32BB-4460-ABF7-912FF83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770E2-D307-4C0F-9C59-29F15712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Same Event, Different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Historian: "My first judgement felt obvious, but 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 was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A22D6-DD91-41FD-A2CC-A38EEBD1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7678D-BF44-479A-97EF-1CC09797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0B86F-4410-48D8-A506-67367E2B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632F2-94D9-40BB-AD11-2DF4EA30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48315e50a4669">
            <a:extLst>
              <a:ext uri="{96DAC541-7B7A-43D3-8B79-37D633B846F1}">
                <asvg:svgBlip xmlns:asvg="http://schemas.microsoft.com/office/drawing/2016/SVG/main" r:embed="Ra36689247a8c48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132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460D14-477E-44D0-A505-4CDB6EFD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26F59-B95B-4AC3-9069-BF5CF2D7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B0D16-C896-4996-ABEC-55F0BEC6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36FC2-4283-4DDA-8A5A-87495174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BFF6B-47E5-4A42-A2C0-E79871CA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5DC41-DB28-49C3-9847-F8A93F07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A8ACE-F43C-40C4-A692-6AF9AA30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7ECEF-86B7-4B74-829D-929772B5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C3B1D-F87C-4264-9A01-88AA56DE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BFCC1-9324-44F9-94C7-E5B054B1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2FA0D-8D45-49F5-8E0B-98A33F74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8FCAE-E180-46AC-BD0C-8A2356C3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Parallel explanations of one event from different lenses.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D9168-0944-4F72-BBE0-DF0151B6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4E279-CEA3-43E1-B10D-9D9C08A5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BD8B1-84AA-4ACD-9F06-5210818E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0C019-1FA6-4FC3-B85B-23E49358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789CB-3B9F-4B3E-B8C0-D203FDD3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47AE7-7A81-46E9-9A3F-4CC9EF6F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FA64C-EA01-40F5-B2EC-5C251D4D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5904A-F25F-4EB6-9892-F74C78D3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Broken Archive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Cause Web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Presentism Trial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6F56E-8F6B-41FF-BB74-88378A9A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909610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2026-06-20T10:31:36.8640000Z</dcterms:created>
  <dcterms:modified xsi:type="dcterms:W3CDTF">2026-06-20T10:31:36.8640000Z</dcterms:modified>
</coreProperties>
</file>