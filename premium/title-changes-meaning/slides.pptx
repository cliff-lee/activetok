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d03db2463f4ad3" /><Relationship Type="http://schemas.openxmlformats.org/officeDocument/2006/relationships/extended-properties" Target="/docProps/app.xml" Id="R4cc927c2a8a941c9" /><Relationship Type="http://schemas.openxmlformats.org/officeDocument/2006/relationships/officeDocument" Target="/ppt/presentation.xml" Id="R0b393fe082614b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eb17a121b44132"/>
  </p:sldMasterIdLst>
  <p:notesMasterIdLst>
    <p:notesMasterId xmlns:r="http://schemas.openxmlformats.org/officeDocument/2006/relationships" r:id="Rf9d65cf7197047e2"/>
  </p:notesMasterIdLst>
  <p:sldIdLst>
    <p:sldId xmlns:r="http://schemas.openxmlformats.org/officeDocument/2006/relationships" id="256" r:id="Rcdd3720cbc61496c"/>
    <p:sldId xmlns:r="http://schemas.openxmlformats.org/officeDocument/2006/relationships" id="257" r:id="R3bbcd187d6934ca0"/>
    <p:sldId xmlns:r="http://schemas.openxmlformats.org/officeDocument/2006/relationships" id="258" r:id="Rac4677921bf24402"/>
    <p:sldId xmlns:r="http://schemas.openxmlformats.org/officeDocument/2006/relationships" id="259" r:id="R2a22d4ec20db4afe"/>
    <p:sldId xmlns:r="http://schemas.openxmlformats.org/officeDocument/2006/relationships" id="260" r:id="R8df31bdeabe14033"/>
    <p:sldId xmlns:r="http://schemas.openxmlformats.org/officeDocument/2006/relationships" id="261" r:id="Rb4e33dca5e0d45d8"/>
    <p:sldId xmlns:r="http://schemas.openxmlformats.org/officeDocument/2006/relationships" id="262" r:id="R82e9f09e49c54e55"/>
    <p:sldId xmlns:r="http://schemas.openxmlformats.org/officeDocument/2006/relationships" id="263" r:id="R95836e9dbc4948b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050b8320084fde" /><Relationship Type="http://schemas.openxmlformats.org/officeDocument/2006/relationships/slideMaster" Target="/ppt/slideMasters/slideMaster1.xml" Id="Rfceb17a121b44132" /><Relationship Type="http://schemas.openxmlformats.org/officeDocument/2006/relationships/notesMaster" Target="/ppt/notesMasters/notesMaster1.xml" Id="Rf9d65cf7197047e2" /><Relationship Type="http://schemas.openxmlformats.org/officeDocument/2006/relationships/presProps" Target="/ppt/presProps.xml" Id="R5bfeb369ecaa4a2a" /><Relationship Type="http://schemas.openxmlformats.org/officeDocument/2006/relationships/tableStyles" Target="/ppt/tableStyles.xml" Id="R496189bf4d754a83" /><Relationship Type="http://schemas.openxmlformats.org/officeDocument/2006/relationships/slide" Target="/ppt/slides/slide1.xml" Id="Rcdd3720cbc61496c" /><Relationship Type="http://schemas.openxmlformats.org/officeDocument/2006/relationships/slide" Target="/ppt/slides/slide2.xml" Id="R3bbcd187d6934ca0" /><Relationship Type="http://schemas.openxmlformats.org/officeDocument/2006/relationships/slide" Target="/ppt/slides/slide3.xml" Id="Rac4677921bf24402" /><Relationship Type="http://schemas.openxmlformats.org/officeDocument/2006/relationships/slide" Target="/ppt/slides/slide4.xml" Id="R2a22d4ec20db4afe" /><Relationship Type="http://schemas.openxmlformats.org/officeDocument/2006/relationships/slide" Target="/ppt/slides/slide5.xml" Id="R8df31bdeabe14033" /><Relationship Type="http://schemas.openxmlformats.org/officeDocument/2006/relationships/slide" Target="/ppt/slides/slide6.xml" Id="Rb4e33dca5e0d45d8" /><Relationship Type="http://schemas.openxmlformats.org/officeDocument/2006/relationships/slide" Target="/ppt/slides/slide7.xml" Id="R82e9f09e49c54e55" /><Relationship Type="http://schemas.openxmlformats.org/officeDocument/2006/relationships/slide" Target="/ppt/slides/slide8.xml" Id="R95836e9dbc4948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998b814f2d47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f9c6777cfa48b3" /><Relationship Type="http://schemas.openxmlformats.org/officeDocument/2006/relationships/notesMaster" Target="/ppt/notesMasters/notesMaster1.xml" Id="R6666b0050ea140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aefe0c99054998" /><Relationship Type="http://schemas.openxmlformats.org/officeDocument/2006/relationships/notesMaster" Target="/ppt/notesMasters/notesMaster1.xml" Id="Rce7563c897a141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f88f6ffeb74b4c" /><Relationship Type="http://schemas.openxmlformats.org/officeDocument/2006/relationships/notesMaster" Target="/ppt/notesMasters/notesMaster1.xml" Id="Rc234b7306f6847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c298cc9e6d4c78" /><Relationship Type="http://schemas.openxmlformats.org/officeDocument/2006/relationships/notesMaster" Target="/ppt/notesMasters/notesMaster1.xml" Id="R15c485b13c8145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277f9cbc1f4ede" /><Relationship Type="http://schemas.openxmlformats.org/officeDocument/2006/relationships/notesMaster" Target="/ppt/notesMasters/notesMaster1.xml" Id="R97a1b9c6b4af4c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12b99741ad4211" /><Relationship Type="http://schemas.openxmlformats.org/officeDocument/2006/relationships/notesMaster" Target="/ppt/notesMasters/notesMaster1.xml" Id="R861257881f204d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082d5f3ff04666" /><Relationship Type="http://schemas.openxmlformats.org/officeDocument/2006/relationships/notesMaster" Target="/ppt/notesMasters/notesMaster1.xml" Id="R394aff50d25741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0d8225d22541ef" /><Relationship Type="http://schemas.openxmlformats.org/officeDocument/2006/relationships/notesMaster" Target="/ppt/notesMasters/notesMaster1.xml" Id="R518eab8402314f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802e99306a4e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0d61d504db4725" /><Relationship Type="http://schemas.openxmlformats.org/officeDocument/2006/relationships/slideLayout" Target="/ppt/slideLayouts/slideLayout1.xml" Id="Re8a6a45abeb24a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a6a45abeb24a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29e441a1a410a" /><Relationship Type="http://schemas.openxmlformats.org/officeDocument/2006/relationships/image" Target="/ppt/media/image.png" Id="Rcd8a7e8a229247b1" /><Relationship Type="http://schemas.openxmlformats.org/officeDocument/2006/relationships/image" Target="/ppt/media/image.svg" Id="R04ca6b1d5af0409f" /><Relationship Type="http://schemas.openxmlformats.org/officeDocument/2006/relationships/notesSlide" Target="/ppt/notesSlides/notesSlide1.xml" Id="Rdfce4d000ecc4e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bafcf7d03409d" /><Relationship Type="http://schemas.openxmlformats.org/officeDocument/2006/relationships/notesSlide" Target="/ppt/notesSlides/notesSlide2.xml" Id="Rb215295931fa40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b6efd40cc4f9f" /><Relationship Type="http://schemas.openxmlformats.org/officeDocument/2006/relationships/image" Target="/ppt/media/image2.png" Id="R5a93e47e4bdc46d4" /><Relationship Type="http://schemas.openxmlformats.org/officeDocument/2006/relationships/image" Target="/ppt/media/image2.svg" Id="R66b3a87360934030" /><Relationship Type="http://schemas.openxmlformats.org/officeDocument/2006/relationships/notesSlide" Target="/ppt/notesSlides/notesSlide3.xml" Id="R1eb70dfee13a49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b68e2829a492e" /><Relationship Type="http://schemas.openxmlformats.org/officeDocument/2006/relationships/notesSlide" Target="/ppt/notesSlides/notesSlide4.xml" Id="R963c593576054b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33b3d0f3e46a6" /><Relationship Type="http://schemas.openxmlformats.org/officeDocument/2006/relationships/notesSlide" Target="/ppt/notesSlides/notesSlide5.xml" Id="R6430d4e2a66b42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45c77b4694290" /><Relationship Type="http://schemas.openxmlformats.org/officeDocument/2006/relationships/notesSlide" Target="/ppt/notesSlides/notesSlide6.xml" Id="Rcb7c7ba0b0fa4c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b9fc34d2f463e" /><Relationship Type="http://schemas.openxmlformats.org/officeDocument/2006/relationships/image" Target="/ppt/media/image3.png" Id="Rbbcec42593bf4888" /><Relationship Type="http://schemas.openxmlformats.org/officeDocument/2006/relationships/image" Target="/ppt/media/image3.svg" Id="R745108c3a8934d54" /><Relationship Type="http://schemas.openxmlformats.org/officeDocument/2006/relationships/notesSlide" Target="/ppt/notesSlides/notesSlide7.xml" Id="R8b68932f24b047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bcf8f11d04b3c" /><Relationship Type="http://schemas.openxmlformats.org/officeDocument/2006/relationships/notesSlide" Target="/ppt/notesSlides/notesSlide8.xml" Id="R5a7b33d3e233477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6DF982-B524-405A-A601-CC0FE20B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28FB6-8F58-454A-A8F2-642938DD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E1D64-276A-4C94-B4E4-4C49F988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007AC-3EEF-46B1-BBE5-8C7AB79C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103F2-0F92-45CC-A2CE-D067BF3D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0E630-D9E2-4ECC-9494-F0BAE357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2E6FE-6EDE-4B02-9802-B1C1664E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Title Changes Meaning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F4EED-0EF4-4CAC-8DCE-4BED79D2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a7e8a229247b1">
            <a:extLst>
              <a:ext uri="{96DAC541-7B7A-43D3-8B79-37D633B846F1}">
                <asvg:svgBlip xmlns:asvg="http://schemas.microsoft.com/office/drawing/2016/SVG/main" r:embed="R04ca6b1d5af0409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B6833-9AF8-4AA8-A434-7509B182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AC5EB-99E2-44F3-A450-B46A684E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1AA06-B7CD-4149-BA61-C6C38370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E01876-66FF-4301-A7E3-9302095D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Context changes interpretation.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0B34E7-0E24-4E25-B65C-F4826220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911C62-AC7F-4E2B-84AC-FB63299B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78CB1-26FB-4A96-A3AA-1A04570D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ED101D-617A-45BB-90B1-F7BE1B09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20-30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7611632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D3A1F5-FE9A-47F6-AC1F-89B84099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11CF9-FB52-4AE0-A981-C47A5E41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D0672-983A-4D76-9402-3E848287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715CB-B28A-4D62-87D8-89ACEBC4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9BD35-BAA6-4450-8BCB-C5AEC68A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7AE39-1368-4491-918B-42D272C0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32517-72A1-4B37-A8B5-25969539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0E4F9-3D1C-4D7E-A904-D6D9A876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D3FAA-3813-4533-A51F-D945B4BD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D213E-1C23-4393-B37F-520277A3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66B5F-ED0B-4BED-A26C-BBBA5F7E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B8029-C4B1-4480-8058-3CD1B024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experience how context changes artistic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interpretation.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Context changes interpretation.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F9665-42B6-4F68-9C5C-09E2DD3A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0D38B-F993-433D-9660-BBB79667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B2D16E-211C-42FB-AF81-9123C28D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90F2A6-F33B-4EE6-A9A5-815C905E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An abstract image, film still or short instrumental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clip with three different titles.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3862AC-D855-474D-A7CD-B6E9AC76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326836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19C4DB-9B70-48DF-9966-B42F6DC6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36A84-2596-4D48-976F-EA07C3ED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7121A-2209-42B6-B025-A4A98690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8A63C-EF4C-4989-9A62-99104470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542AF-BBA0-433E-9534-C2D87CFD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496CA-5B0A-4BCB-9E6D-1A63BF8E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7DF29-BF1C-4D15-B63B-EE76A156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A66DAD-2C3A-488A-BD5B-B1983BEE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3e47e4bdc46d4">
            <a:extLst>
              <a:ext uri="{96DAC541-7B7A-43D3-8B79-37D633B846F1}">
                <asvg:svgBlip xmlns:asvg="http://schemas.microsoft.com/office/drawing/2016/SVG/main" r:embed="R66b3a8736093403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9F02C5-1942-43A1-800F-787F5438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E25E8D-437A-4DA1-97D7-A3A4BBBE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3305AD-1CC8-4092-BC81-859956E0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76B77-0949-430F-AE14-921AAD42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Title Changes Meaning Stimulus A: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1: The same image titled 'Waiting', 'Evidence',...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Title Changes Meaning Stimulus B: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2: Students interpret before and after seeing titles....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C27209-A6B3-4ECE-85BF-7F107FCF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BECF4F-6362-48CB-8C7F-08264085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9ADB72-A6BA-46F7-8290-1EC468BF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C78A44-F3FF-4F96-B6D4-31B5D0DE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Title Changes Meaning Stimulus A, what is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Title Changes Meaning Stimulus A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80973543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91ED8E-EABF-4CA8-B021-706A09F3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5E79A1-A9E9-4C64-B79C-40A78A81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5EBD7-6C26-4475-817D-C42ECDC8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7ECD1-CE6C-4C5F-916A-3B683830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12A60-494E-4F35-AA02-49E2822F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514AB-96C1-4E85-A6B5-C44B7AAC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84C35-121F-48C2-AC8D-B5271D74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8DFA1E-C0F6-476D-98EB-ED3D2B3A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12E79-F551-4AF1-A9C2-CCA073B2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48D381-196B-41DD-B94D-38FC530D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6BBAB0-F408-4326-B91F-6463A7CF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DACEB-6128-4A1E-8AF7-1E290551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Show the same image with Title A. Students write a one-sentence interpretation.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Repeat with Title B and Title C.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Students compare how their interpretation changed.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Discuss whether the title revealed meaning or created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A9B21-A990-49FD-A366-C49551E2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The Arts.</a:t>
            </a:r>
          </a:p>
        </p:txBody>
      </p:sp>
    </p:spTree>
    <p:extLst>
      <p:ext uri="{BB962C8B-B14F-4D97-AF65-F5344CB8AC3E}">
        <p14:creationId xmlns:p14="http://schemas.microsoft.com/office/powerpoint/2010/main" val="9071118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E8FE70-46A5-424D-9158-752FF44E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0D63D-BE23-4C97-B943-D0378BCE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19E03-965C-4F92-995F-072B7C0E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4F5BC9-AC9A-4958-9BCB-0809F125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79A2F-5C4D-4CE6-8F05-D064B371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B5E39-C392-4874-B6E1-13153D1D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156AC-82D5-4EDD-98D9-88E88858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79A32-01B4-4C73-8039-AAD06986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06D8A-9F85-4BDF-AEBB-6C0F5A33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2C4570-01C0-4B84-9F86-902A6053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7DA56C-D757-465F-90C4-2DD05975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79DB4-271A-4AAD-8E61-7F475C46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B36887-5257-4EE8-8BF3-DACF40A9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D1E6AF-61B5-4332-B5C2-64DF422E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95C4E5-F5F9-4E8C-BF6E-E09F9C77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39C074-B083-47A4-B9B6-65A86691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257467-6290-49FC-80A5-61FF5E83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2AB61E-1155-4753-9869-762F5F23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862872-9067-43E0-9141-CE0C5BF5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D2804-93D4-4D96-9C53-A375B550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93FA14-57F9-4EB0-A0B4-6B6F6388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B505BF-CDA2-4D9F-A38B-1736461C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2608D9-DBE7-471C-AF88-FCA84738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656A01-DC72-4B9A-96CF-FD9F1B5C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0D1474-E16D-4E33-849B-064F62CA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CFF750-75E4-46BB-BF83-69AC103F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BB098A-169C-4C17-A227-A9C28FCA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F62F99-61AC-4C25-9B21-87481D30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2823880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9E9DC5-72D4-45F3-9B70-BB296C46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CF880-770F-4FD9-B121-8735B81F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D2E66-B739-4BBA-9652-05B9AE02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14EBA6-C6EB-4A7A-9414-D9E68473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F1DC2-64F4-482C-A838-E5F172CD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6A6E7-3AB6-4AC5-A117-722F57F1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EF50F-C2CB-4046-979B-332BE659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C30EB-FF8D-4A5B-A2F9-A27FB990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770DE-DF14-4534-80A4-3AF75D66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45F371-11EE-4352-8017-C34EB9E6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C5B4E-58C5-41C3-B52C-2691405A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5DDF4-E1B6-41BA-BCDD-85B92795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Does the artist control the meaning of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an artwork?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interpretation be wrong?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kind of knowledge can art provide?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0CD0B-9CDC-4301-ADC1-4463AAF0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2FA45-EBB9-4922-BE62-3D8A25AC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9C7674-AFF7-4EB4-9289-81138BB0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F9730-7FB0-4D35-9AB7-905B0ED3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Does the artist control the meaning of an artwork?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interpretation be wrong?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kind of knowledge can art provide?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854BC0-EE60-4E90-8ABA-EF66D97E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4424519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FA9E64-988F-4862-A76A-496A3C42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376B3-1B93-4D79-9405-8484986C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FBE6B-AE7F-48F2-833F-7F7ED942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B02EB-4F17-4D61-8AD3-2A1142ED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3C13A-A0A0-46B3-B725-75BA6FB7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CCD06-8D88-4544-80BA-2ED8097D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2D194-A7EF-4C36-AE85-49DEF7D2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B9632-3D35-4AD7-8EB5-A4404CCE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685B5-297E-4CE7-A717-50FDC21C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BCFD3-78B4-42AF-B783-8CB5364A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4F0BC-A8C2-404F-B11C-9AA28E52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6BEE9-3082-46A2-87F0-2AEA0BB6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Title Changes Meaning: "My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first judgement felt obvious, but my evidence was thinner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A396B-6DE1-4479-B053-D7DB5D83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37E93-EE89-4537-A847-033D4E64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BD9446-7C1B-40F7-9B21-DDF4DB15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B6CF1F-7DB2-4B79-8FC9-AA997543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ec42593bf4888">
            <a:extLst>
              <a:ext uri="{96DAC541-7B7A-43D3-8B79-37D633B846F1}">
                <asvg:svgBlip xmlns:asvg="http://schemas.microsoft.com/office/drawing/2016/SVG/main" r:embed="R745108c3a8934d5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26366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E5A59E-FA2C-482E-9755-9CA13D39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D4AEF-A480-4DE1-853F-9689FE1D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62602-9DAE-4646-B33A-35CA1E5D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CD7B6-3939-4FB4-A009-DCCAC935C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FC4EE-F0B8-42A1-ADAD-9A49D882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9AC085-BFB9-437B-A1BB-D5C1DB77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20-30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CC89B-092E-421B-AEAE-443EA91D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09624-21BF-4068-8176-00945090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CE094-DEFC-4290-B6A5-0AED0B4F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51245-7F11-4E86-829D-CA8FF159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E61FC-C85A-441D-A1C4-57CCB400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95275-B101-40C3-BA14-6AB763DB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same artwork displayed with three different titles.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298959-A0CA-4ABB-AB77-A62949F2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058583-F8BC-4EFC-ACB3-668206C1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DF8121-9DB5-4568-88EE-4791B94F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782C8-DE45-4079-A7D5-1779828D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641F44-EF07-40FC-B0C3-B0A03F03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EB43E7-8038-40B8-952A-FAFA19BD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03ED51-BD42-4B25-BEF2-2910C7F9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17140D-93BC-4434-9EB6-9A6717AF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Fake or Masterpiece?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One Image, Many Readings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Music and Emotion Experiment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C830EC-8432-4441-9C71-AFC59C89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3584371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2026-06-20T10:31:37.2270000Z</dcterms:created>
  <dcterms:modified xsi:type="dcterms:W3CDTF">2026-06-20T10:31:37.2270000Z</dcterms:modified>
</coreProperties>
</file>