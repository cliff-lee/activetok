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afa6d85e16481d" /><Relationship Type="http://schemas.openxmlformats.org/officeDocument/2006/relationships/extended-properties" Target="/docProps/app.xml" Id="Rffcfa6aaa09d4888" /><Relationship Type="http://schemas.openxmlformats.org/officeDocument/2006/relationships/officeDocument" Target="/ppt/presentation.xml" Id="R1abb309d6a7b49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9ee08284fe4068"/>
  </p:sldMasterIdLst>
  <p:notesMasterIdLst>
    <p:notesMasterId xmlns:r="http://schemas.openxmlformats.org/officeDocument/2006/relationships" r:id="R4335eb12cedf45a1"/>
  </p:notesMasterIdLst>
  <p:sldIdLst>
    <p:sldId xmlns:r="http://schemas.openxmlformats.org/officeDocument/2006/relationships" id="256" r:id="R9d9b815e4d5e48ca"/>
    <p:sldId xmlns:r="http://schemas.openxmlformats.org/officeDocument/2006/relationships" id="257" r:id="Rea8a7989733d4b4b"/>
    <p:sldId xmlns:r="http://schemas.openxmlformats.org/officeDocument/2006/relationships" id="258" r:id="Rbfa1176d9bf14004"/>
    <p:sldId xmlns:r="http://schemas.openxmlformats.org/officeDocument/2006/relationships" id="259" r:id="R3e3ea0874a5b414d"/>
    <p:sldId xmlns:r="http://schemas.openxmlformats.org/officeDocument/2006/relationships" id="260" r:id="R719c879d34de4dd8"/>
    <p:sldId xmlns:r="http://schemas.openxmlformats.org/officeDocument/2006/relationships" id="261" r:id="R9c1ed9ec9b3f4ba0"/>
    <p:sldId xmlns:r="http://schemas.openxmlformats.org/officeDocument/2006/relationships" id="262" r:id="Ra8e8611c3e2b4d13"/>
    <p:sldId xmlns:r="http://schemas.openxmlformats.org/officeDocument/2006/relationships" id="263" r:id="R835b1d7b149a4b5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91870d417a497c" /><Relationship Type="http://schemas.openxmlformats.org/officeDocument/2006/relationships/slideMaster" Target="/ppt/slideMasters/slideMaster1.xml" Id="R279ee08284fe4068" /><Relationship Type="http://schemas.openxmlformats.org/officeDocument/2006/relationships/notesMaster" Target="/ppt/notesMasters/notesMaster1.xml" Id="R4335eb12cedf45a1" /><Relationship Type="http://schemas.openxmlformats.org/officeDocument/2006/relationships/presProps" Target="/ppt/presProps.xml" Id="Ra82b790e49ee4259" /><Relationship Type="http://schemas.openxmlformats.org/officeDocument/2006/relationships/tableStyles" Target="/ppt/tableStyles.xml" Id="Rcd3820ee49734545" /><Relationship Type="http://schemas.openxmlformats.org/officeDocument/2006/relationships/slide" Target="/ppt/slides/slide1.xml" Id="R9d9b815e4d5e48ca" /><Relationship Type="http://schemas.openxmlformats.org/officeDocument/2006/relationships/slide" Target="/ppt/slides/slide2.xml" Id="Rea8a7989733d4b4b" /><Relationship Type="http://schemas.openxmlformats.org/officeDocument/2006/relationships/slide" Target="/ppt/slides/slide3.xml" Id="Rbfa1176d9bf14004" /><Relationship Type="http://schemas.openxmlformats.org/officeDocument/2006/relationships/slide" Target="/ppt/slides/slide4.xml" Id="R3e3ea0874a5b414d" /><Relationship Type="http://schemas.openxmlformats.org/officeDocument/2006/relationships/slide" Target="/ppt/slides/slide5.xml" Id="R719c879d34de4dd8" /><Relationship Type="http://schemas.openxmlformats.org/officeDocument/2006/relationships/slide" Target="/ppt/slides/slide6.xml" Id="R9c1ed9ec9b3f4ba0" /><Relationship Type="http://schemas.openxmlformats.org/officeDocument/2006/relationships/slide" Target="/ppt/slides/slide7.xml" Id="Ra8e8611c3e2b4d13" /><Relationship Type="http://schemas.openxmlformats.org/officeDocument/2006/relationships/slide" Target="/ppt/slides/slide8.xml" Id="R835b1d7b149a4b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814d9a28474c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0f3a1bbaa242ef" /><Relationship Type="http://schemas.openxmlformats.org/officeDocument/2006/relationships/notesMaster" Target="/ppt/notesMasters/notesMaster1.xml" Id="R6f983972551744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d020d1780f4f20" /><Relationship Type="http://schemas.openxmlformats.org/officeDocument/2006/relationships/notesMaster" Target="/ppt/notesMasters/notesMaster1.xml" Id="R1ed6ec0f65ae48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ee34c8f6b8417a" /><Relationship Type="http://schemas.openxmlformats.org/officeDocument/2006/relationships/notesMaster" Target="/ppt/notesMasters/notesMaster1.xml" Id="R7a4dce51095443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3a3a5f88144038" /><Relationship Type="http://schemas.openxmlformats.org/officeDocument/2006/relationships/notesMaster" Target="/ppt/notesMasters/notesMaster1.xml" Id="Rad7a8e94d3074a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f5581723594a94" /><Relationship Type="http://schemas.openxmlformats.org/officeDocument/2006/relationships/notesMaster" Target="/ppt/notesMasters/notesMaster1.xml" Id="Rf34f9badf6634c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e679973de6474c" /><Relationship Type="http://schemas.openxmlformats.org/officeDocument/2006/relationships/notesMaster" Target="/ppt/notesMasters/notesMaster1.xml" Id="R5578a73e69f344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86deff6f554556" /><Relationship Type="http://schemas.openxmlformats.org/officeDocument/2006/relationships/notesMaster" Target="/ppt/notesMasters/notesMaster1.xml" Id="Re547c3eb162f47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8d2fa019074938" /><Relationship Type="http://schemas.openxmlformats.org/officeDocument/2006/relationships/notesMaster" Target="/ppt/notesMasters/notesMaster1.xml" Id="R046ef30c69134a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81a836a6d14b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39c2920101438b" /><Relationship Type="http://schemas.openxmlformats.org/officeDocument/2006/relationships/slideLayout" Target="/ppt/slideLayouts/slideLayout1.xml" Id="Rab26d5b0952f49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26d5b0952f49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12a7a2b58490b" /><Relationship Type="http://schemas.openxmlformats.org/officeDocument/2006/relationships/image" Target="/ppt/media/image.png" Id="Rcca3e5b4593a4fbf" /><Relationship Type="http://schemas.openxmlformats.org/officeDocument/2006/relationships/image" Target="/ppt/media/image.svg" Id="R5c9ab6df0cfd460a" /><Relationship Type="http://schemas.openxmlformats.org/officeDocument/2006/relationships/notesSlide" Target="/ppt/notesSlides/notesSlide1.xml" Id="R50641b98e92c41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fe74e196d4180" /><Relationship Type="http://schemas.openxmlformats.org/officeDocument/2006/relationships/notesSlide" Target="/ppt/notesSlides/notesSlide2.xml" Id="R3cc8dead43d741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a2657bf834165" /><Relationship Type="http://schemas.openxmlformats.org/officeDocument/2006/relationships/image" Target="/ppt/media/image2.png" Id="Re208d628d94d4c38" /><Relationship Type="http://schemas.openxmlformats.org/officeDocument/2006/relationships/image" Target="/ppt/media/image2.svg" Id="R07c83ab287514213" /><Relationship Type="http://schemas.openxmlformats.org/officeDocument/2006/relationships/notesSlide" Target="/ppt/notesSlides/notesSlide3.xml" Id="R81f2bef9baa54d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3beeb60994127" /><Relationship Type="http://schemas.openxmlformats.org/officeDocument/2006/relationships/notesSlide" Target="/ppt/notesSlides/notesSlide4.xml" Id="Rd731cb0a07504b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38e39e0a646a6" /><Relationship Type="http://schemas.openxmlformats.org/officeDocument/2006/relationships/notesSlide" Target="/ppt/notesSlides/notesSlide5.xml" Id="Rac32d372d73048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2c4b403a641e3" /><Relationship Type="http://schemas.openxmlformats.org/officeDocument/2006/relationships/notesSlide" Target="/ppt/notesSlides/notesSlide6.xml" Id="R31300ecd1c0247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c8f5410c74e8a" /><Relationship Type="http://schemas.openxmlformats.org/officeDocument/2006/relationships/image" Target="/ppt/media/image3.png" Id="R7fa9a16c9fd44b23" /><Relationship Type="http://schemas.openxmlformats.org/officeDocument/2006/relationships/image" Target="/ppt/media/image3.svg" Id="Rb4323f5f521d4592" /><Relationship Type="http://schemas.openxmlformats.org/officeDocument/2006/relationships/notesSlide" Target="/ppt/notesSlides/notesSlide7.xml" Id="R8bb4cf5f55c440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b507cebd44b11" /><Relationship Type="http://schemas.openxmlformats.org/officeDocument/2006/relationships/notesSlide" Target="/ppt/notesSlides/notesSlide8.xml" Id="Rf3264cadc84240e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F3D8AC-DD77-4FC1-8284-8F9CE70A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1BC41-9CC9-436C-972D-7F1C39D4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B77E0-E513-47A5-A1F7-796F14DD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43B6C-80C3-4237-956F-8583100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E144F-2865-4E2A-9D80-827850C6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4A703-042D-4D6A-A8C2-2136168B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A763B-7776-4CD2-ADAB-4FE7FB5C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Ambiguity Court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20FD6-0B62-45BE-A101-8EBD3FA7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3e5b4593a4fbf">
            <a:extLst>
              <a:ext uri="{96DAC541-7B7A-43D3-8B79-37D633B846F1}">
                <asvg:svgBlip xmlns:asvg="http://schemas.microsoft.com/office/drawing/2016/SVG/main" r:embed="R5c9ab6df0cfd46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15244-FAE6-4729-844E-C9C2CD06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18B67-CF8F-473B-A37F-1A254ED8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578F0-68AD-45BE-8C4A-A43770FD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358E3-7EAF-4FFD-9915-D685D0CE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Ambiguity is not just confusion; it reveals how context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and assumptions complete meaning.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AF41C-4A06-4091-92FD-2DB40A39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723C98-5793-4248-B8A2-BA9BC18E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1F7C0-6423-4894-89D6-D6C7DDD0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35F0FC-271A-4E69-B63F-38BBCCA6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25-35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Easy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4000811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A04B4D-24F6-4E80-9092-B0ECFFC5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B06EE-248E-4B81-B15B-AFB0C79E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719E6-1C5F-4050-96C5-08BCFF40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B553E-367C-47AD-BACF-4AD6CA44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6223A-8596-43F8-982B-2646983A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1FA5F-6DE4-4F3B-9D55-3DE2293B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9EBF1-326E-4485-A65D-E0527FDC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D314C-5D8A-4C79-8601-C890691A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FB173-D42A-4413-8015-015CF8FF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9E431-0A75-46C0-8B71-1C0B5E4E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2CBEE-A0D3-4870-8FFD-55609DB4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6563C-B960-4B04-8613-6758D7F4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analyze how language leaves gaps that context and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expectation fill.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Ambiguity is not just confusion; it reveals how context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and assumptions complete meaning.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8B860-AA17-48BE-AA7F-EFD94ABE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7C648C-DB3C-4A6C-BC1E-86CD36F7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1A0630-4F04-42F4-99B5-A360310A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779E4-A783-402F-9F5A-ABFEA52D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Ambiguous statement cards and context cards.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Verdict sheet: reasonable, possible but weak,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unsupported.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Ambiguity verdict sheet: interpretation, supporting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evidence, context needed, verdict.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Context cards that add speaker, setting, tone, and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purpose.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E7F1C-40D8-459A-AC53-979C0AD3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1409854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6728A7-C22F-4D1D-BC62-0DB64A17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4B478-2624-4442-87BE-F377E651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5DD04-3A9C-40EB-9E47-6C1F1766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A0108-AE21-403D-9B70-598ACA71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B796A-2A4E-45F4-9666-194B336D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F20F4-8AD5-4BC6-990B-47C7C59F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7B5F0-7BA5-4FE0-B76E-7106C63A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D8D39-DD34-4C4D-8EA5-B5DC97E2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8d628d94d4c38">
            <a:extLst>
              <a:ext uri="{96DAC541-7B7A-43D3-8B79-37D633B846F1}">
                <asvg:svgBlip xmlns:asvg="http://schemas.microsoft.com/office/drawing/2016/SVG/main" r:embed="R07c83ab2875142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8EC7F-4667-4FF5-A6AE-E1A39CEF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762A6-F6FF-4CFB-8518-B36A5DC2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EC226-211F-495B-A156-34938BEE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D25E8-18FF-4174-B021-59AB2BDD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Ambiguity Court Stimulus A: Student-facing stimulus 1: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Sentence: 'I saw her duck.' Context A: a birdwatching...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Ambiguity Court Stimulus B: Student-facing stimulus 2: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Sentence: 'The teacher said the student was brilliant with...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98D5F-599D-4A76-9782-F5E921E3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AB3D0-09BC-4F5A-B18F-D9D8B5CF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39EC9-A79F-4A35-84DC-DB810DB3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D5B4F0-F370-4138-9995-89D907CE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Ambiguity Court Stimulus A, what is your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Ambiguity Court Stimulus A did you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3178450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827487-B7A7-4F0A-B40F-A52000A4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EC4FC-1C4C-42B8-B748-A617D360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E3136-0036-41FE-9505-8C572740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F5176-72E2-40A1-93E1-70E006D9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678AD-C20D-44D2-A973-8777DEE6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79F7F-74AD-4CC1-8F9E-C4A2CD52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77BB6-D528-46B6-87D0-626A535E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17629-111D-4602-89D6-29F71B3E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2D7AE-3911-4CC4-95E0-921FB4BC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FE3940-6A30-4FA6-996D-4301279E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7D0DF7-B6A2-4821-90E3-6352F8F8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E47C6-6E5D-4375-82CD-6D069BF9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groups an ambiguous sentence with no context.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Students list as many possible meanings as they can.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Add context cards one at a time and ask which meanings become stronger or weaker.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Groups defend one interpretation and challenge another.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how context, intention, and audience shape linguistic knowledge.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15284-6B94-4D07-AE27-1DE87809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3375232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B2B590-2794-45A3-BE47-5D5E196D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38F7B-F88E-41FC-A0AC-E6C4CA80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1C7F9-B984-4C77-B2B0-1A7F317E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CCB7A-64A8-4B37-9D84-3C4EC6B2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6AC05-D65F-4352-A727-899A98F2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6BD2C-A4AD-406B-9309-B81419FF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66AC2-ED76-4B5F-9A3A-545D0470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9825D-7928-4E17-A92C-934B4D77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29780-FB1D-4726-846F-716D9359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A2563-CE18-4DEA-B097-2C08F672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A164C-230C-4590-8384-4CEA73F1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DF07C-8565-4C91-B14F-E0B7A32C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DD64CE-FD0F-41C8-B44B-5F630FA4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9BA75-D7DF-45E6-8A21-D0A1EBD1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D0E368-6CA2-4015-9DDC-C204DCCC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444F1-D081-4286-A0AE-F1C3FD4B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141602-508E-4438-8A98-F45BB21C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3EAE39-7CD9-4103-BB39-A10DD69F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5E103D-B4DA-4BE6-ADF6-C4A08861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B0868F-6FA4-4A7F-9CD3-40416022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749270-D81A-4FC6-8A45-6E6F3D8B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E50EF0-351D-456C-9B05-4D41883A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71BA46-9F03-498B-9B59-B55579A1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A1405D-93B5-48BF-80CA-8F830FEB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BF4C4D-2AF1-427E-A5A0-A6CB517B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BF9AB4-19AC-4715-8776-6E4E5204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10A795-EF4C-422C-9027-2B888EF1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A85A64-5770-451E-B111-66A308DC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4613850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9A77F6-2A72-4D1A-8C18-04CB9296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7AC7B-46D4-44CD-8C5B-4DFCAFF9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7DDF3-6C80-45A2-9CDA-8073A6D7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0E49D-BD79-49D2-8F6E-0BFB89CD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5A57E-254F-4D0B-B4B9-D740C9A1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34A21-000A-407B-A4E6-83065708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181A1-861F-42E8-B67D-E187A5CF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04A07-2593-437D-A3DE-4EE0C27D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259A7-E03F-42DA-BA96-CC97AB14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6E8A9-610B-48AC-BC77-F2DA724C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62507-D3D5-43E9-BDC0-7236696C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CB9C2-F1F5-4159-8272-10E1ACAF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How much meaning is in the words and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how much is supplied by context?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is an interpretation justified rather than merely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possible?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ambiguity be useful for knowledge?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18602-671C-412C-A674-FA13B405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952AC9-AEFD-4170-A983-BB878CD0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387ED-8DA7-4896-BF91-A78B4708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17A020-B3A3-4EB1-9C16-96EB39B9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much meaning is in words and how much is in context?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makes an interpretation justified?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ambiguous language produce knowledge?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FA86F-3352-4E42-B44D-3D35E0FA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3737276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09B994-4489-448A-AD19-A05669BF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8F680-D54B-4786-9CA6-0A868AFD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06FBF-5367-483E-AA2D-A9049ED5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8F80E-ED5A-4AD9-B3B3-FD4E9164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5835E-1208-462D-9AE1-DFB3F449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F4AE1-39F3-4A9A-BB37-35A34CE1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BE20A-AE31-4267-A479-DA925B58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70548-A6FB-476A-A4A3-83CACD20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96E95-860B-40C0-B7C8-D17007B8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5774B-A3FC-4AA4-AB43-DF5DF672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B0CA6-0DD4-4F2C-B4BA-F361A507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A8D90-B455-41C0-A9DB-CB343FA1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words allowed both meanings, but the context made one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much better supported.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 realized I was adding tone that was not actually in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sentence.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36D0E-ADD0-4B74-966E-B6451E98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AC2EE-6564-4A21-B4C3-99338321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840FB-73AC-4501-BF39-79DBC723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0B18B7-B1B3-41FD-9D3D-0D8600E9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find ambiguity in a headline, policy, poem,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translated phrase.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Connect ambiguity to legal interpretation or literary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criticism.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9a16c9fd44b23">
            <a:extLst>
              <a:ext uri="{96DAC541-7B7A-43D3-8B79-37D633B846F1}">
                <asvg:svgBlip xmlns:asvg="http://schemas.microsoft.com/office/drawing/2016/SVG/main" r:embed="Rb4323f5f521d45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4109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59A99D-2B27-4092-AD6B-1A47208A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8609A-FBB8-4E8C-955C-8266BBB1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2BFF1-3229-4EF4-BC7A-30FC6217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726EB-7D1E-4C81-9A59-D71A5F87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BA5DF-D587-42DF-A1A5-38867DC2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51611-3B64-4866-B44E-28F158AE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2DC3C-5A93-487E-B998-DC6712A3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E06B2-7A2D-4E12-A819-C788F4A4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BF53B-C0E2-41D5-A750-FBAC6F02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4A533-D718-4CC3-98DF-FA535515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DBF44-3288-4751-AECB-01E8E74C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E435DC-F502-4BEE-8113-138A379E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An ambiguous sentence annotated with three possible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interpretations and one context card.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5E447-AE26-498B-9F6A-54334A21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74A06-85D4-4DE0-A74F-1729273D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9115BA-2950-4CD4-A076-94C4FE7D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0640FA-3972-40BD-8D25-7B8F86B1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1683D-EB84-4CA6-A506-21B2AD8F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175030-A1EA-4A01-A53D-CA881132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64CBA8-9385-4494-9888-9ED8A8F6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2ADE39-31CF-4554-8002-4AB0C2E2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Definition Drift Debate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Loaded Headline Laboratory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Translation Loss Game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B8B18-7C54-4567-B055-B0615051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8467104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2026-06-20T10:31:39.8660000Z</dcterms:created>
  <dcterms:modified xsi:type="dcterms:W3CDTF">2026-06-20T10:31:39.8660000Z</dcterms:modified>
</coreProperties>
</file>