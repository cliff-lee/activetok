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4898d6b3144fb9" /><Relationship Type="http://schemas.openxmlformats.org/officeDocument/2006/relationships/extended-properties" Target="/docProps/app.xml" Id="Rce23ffe73ee54369" /><Relationship Type="http://schemas.openxmlformats.org/officeDocument/2006/relationships/officeDocument" Target="/ppt/presentation.xml" Id="Rd6206e9bd8df45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af085cb51245a6"/>
  </p:sldMasterIdLst>
  <p:notesMasterIdLst>
    <p:notesMasterId xmlns:r="http://schemas.openxmlformats.org/officeDocument/2006/relationships" r:id="Ra425203d5aae41c6"/>
  </p:notesMasterIdLst>
  <p:sldIdLst>
    <p:sldId xmlns:r="http://schemas.openxmlformats.org/officeDocument/2006/relationships" id="256" r:id="Rd6b3202ffec44851"/>
    <p:sldId xmlns:r="http://schemas.openxmlformats.org/officeDocument/2006/relationships" id="257" r:id="R63e3c19240294409"/>
    <p:sldId xmlns:r="http://schemas.openxmlformats.org/officeDocument/2006/relationships" id="258" r:id="R84de6ba3ab294259"/>
    <p:sldId xmlns:r="http://schemas.openxmlformats.org/officeDocument/2006/relationships" id="259" r:id="R097d365bc6e14080"/>
    <p:sldId xmlns:r="http://schemas.openxmlformats.org/officeDocument/2006/relationships" id="260" r:id="R0ae7f087187e47fd"/>
    <p:sldId xmlns:r="http://schemas.openxmlformats.org/officeDocument/2006/relationships" id="261" r:id="R10e5a2bc83e84e7f"/>
    <p:sldId xmlns:r="http://schemas.openxmlformats.org/officeDocument/2006/relationships" id="262" r:id="R2408a0718ab14362"/>
    <p:sldId xmlns:r="http://schemas.openxmlformats.org/officeDocument/2006/relationships" id="263" r:id="Ra0722c9a302c4d7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fd58a79dc24250" /><Relationship Type="http://schemas.openxmlformats.org/officeDocument/2006/relationships/slideMaster" Target="/ppt/slideMasters/slideMaster1.xml" Id="Rdbaf085cb51245a6" /><Relationship Type="http://schemas.openxmlformats.org/officeDocument/2006/relationships/notesMaster" Target="/ppt/notesMasters/notesMaster1.xml" Id="Ra425203d5aae41c6" /><Relationship Type="http://schemas.openxmlformats.org/officeDocument/2006/relationships/presProps" Target="/ppt/presProps.xml" Id="R8d4ad5e7a9c44f08" /><Relationship Type="http://schemas.openxmlformats.org/officeDocument/2006/relationships/tableStyles" Target="/ppt/tableStyles.xml" Id="Rda620d0ea20e4267" /><Relationship Type="http://schemas.openxmlformats.org/officeDocument/2006/relationships/slide" Target="/ppt/slides/slide1.xml" Id="Rd6b3202ffec44851" /><Relationship Type="http://schemas.openxmlformats.org/officeDocument/2006/relationships/slide" Target="/ppt/slides/slide2.xml" Id="R63e3c19240294409" /><Relationship Type="http://schemas.openxmlformats.org/officeDocument/2006/relationships/slide" Target="/ppt/slides/slide3.xml" Id="R84de6ba3ab294259" /><Relationship Type="http://schemas.openxmlformats.org/officeDocument/2006/relationships/slide" Target="/ppt/slides/slide4.xml" Id="R097d365bc6e14080" /><Relationship Type="http://schemas.openxmlformats.org/officeDocument/2006/relationships/slide" Target="/ppt/slides/slide5.xml" Id="R0ae7f087187e47fd" /><Relationship Type="http://schemas.openxmlformats.org/officeDocument/2006/relationships/slide" Target="/ppt/slides/slide6.xml" Id="R10e5a2bc83e84e7f" /><Relationship Type="http://schemas.openxmlformats.org/officeDocument/2006/relationships/slide" Target="/ppt/slides/slide7.xml" Id="R2408a0718ab14362" /><Relationship Type="http://schemas.openxmlformats.org/officeDocument/2006/relationships/slide" Target="/ppt/slides/slide8.xml" Id="Ra0722c9a302c4d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e77628cf924d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7ecbcdbdba4a4a" /><Relationship Type="http://schemas.openxmlformats.org/officeDocument/2006/relationships/notesMaster" Target="/ppt/notesMasters/notesMaster1.xml" Id="R94745a3b1bba4d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31665c5f254319" /><Relationship Type="http://schemas.openxmlformats.org/officeDocument/2006/relationships/notesMaster" Target="/ppt/notesMasters/notesMaster1.xml" Id="Rb638e906a15d42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a7ce529ad9497a" /><Relationship Type="http://schemas.openxmlformats.org/officeDocument/2006/relationships/notesMaster" Target="/ppt/notesMasters/notesMaster1.xml" Id="R8574e15d9bdf4f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b4133310f248ce" /><Relationship Type="http://schemas.openxmlformats.org/officeDocument/2006/relationships/notesMaster" Target="/ppt/notesMasters/notesMaster1.xml" Id="Ra1bd479915084d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45e88fa6264e2f" /><Relationship Type="http://schemas.openxmlformats.org/officeDocument/2006/relationships/notesMaster" Target="/ppt/notesMasters/notesMaster1.xml" Id="R85a5fd8efb104d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453d926d4242a5" /><Relationship Type="http://schemas.openxmlformats.org/officeDocument/2006/relationships/notesMaster" Target="/ppt/notesMasters/notesMaster1.xml" Id="R8f8903ec390e40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3d8423e1444fcf" /><Relationship Type="http://schemas.openxmlformats.org/officeDocument/2006/relationships/notesMaster" Target="/ppt/notesMasters/notesMaster1.xml" Id="R484dd94acb8e4b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7cea3d9e6a4dab" /><Relationship Type="http://schemas.openxmlformats.org/officeDocument/2006/relationships/notesMaster" Target="/ppt/notesMasters/notesMaster1.xml" Id="R3c40a10857124b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11bb215bc46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0f58db6eb84d25" /><Relationship Type="http://schemas.openxmlformats.org/officeDocument/2006/relationships/slideLayout" Target="/ppt/slideLayouts/slideLayout1.xml" Id="Rdbb7396c785442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b7396c785442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a2cea9b604d97" /><Relationship Type="http://schemas.openxmlformats.org/officeDocument/2006/relationships/image" Target="/ppt/media/image.png" Id="R70d722b06cfd488b" /><Relationship Type="http://schemas.openxmlformats.org/officeDocument/2006/relationships/image" Target="/ppt/media/image.svg" Id="Rfaebe1e464af4a03" /><Relationship Type="http://schemas.openxmlformats.org/officeDocument/2006/relationships/notesSlide" Target="/ppt/notesSlides/notesSlide1.xml" Id="R8dbc8b856a6843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c489fe67740de" /><Relationship Type="http://schemas.openxmlformats.org/officeDocument/2006/relationships/notesSlide" Target="/ppt/notesSlides/notesSlide2.xml" Id="R298ad1a465e240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41828a2ef4b9d" /><Relationship Type="http://schemas.openxmlformats.org/officeDocument/2006/relationships/image" Target="/ppt/media/image2.png" Id="Ra98fa6beefe04baa" /><Relationship Type="http://schemas.openxmlformats.org/officeDocument/2006/relationships/image" Target="/ppt/media/image2.svg" Id="R4820249789f54156" /><Relationship Type="http://schemas.openxmlformats.org/officeDocument/2006/relationships/notesSlide" Target="/ppt/notesSlides/notesSlide3.xml" Id="Re8424df5cf6142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17adf03c44e66" /><Relationship Type="http://schemas.openxmlformats.org/officeDocument/2006/relationships/notesSlide" Target="/ppt/notesSlides/notesSlide4.xml" Id="Re1ecb4d31aa24e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ec64f559b4de5" /><Relationship Type="http://schemas.openxmlformats.org/officeDocument/2006/relationships/notesSlide" Target="/ppt/notesSlides/notesSlide5.xml" Id="R054675bb38224c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066779efc4d69" /><Relationship Type="http://schemas.openxmlformats.org/officeDocument/2006/relationships/notesSlide" Target="/ppt/notesSlides/notesSlide6.xml" Id="R9b1f0fd8c77c44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e171bc07b464d" /><Relationship Type="http://schemas.openxmlformats.org/officeDocument/2006/relationships/image" Target="/ppt/media/image3.png" Id="Re3c56b80857e46eb" /><Relationship Type="http://schemas.openxmlformats.org/officeDocument/2006/relationships/image" Target="/ppt/media/image3.svg" Id="R0b1187729dba4e7b" /><Relationship Type="http://schemas.openxmlformats.org/officeDocument/2006/relationships/notesSlide" Target="/ppt/notesSlides/notesSlide7.xml" Id="R80cb30ae65eb4b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a8586be654c9a" /><Relationship Type="http://schemas.openxmlformats.org/officeDocument/2006/relationships/notesSlide" Target="/ppt/notesSlides/notesSlide8.xml" Id="R031691d5c02e41e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EA6DBD-229D-46D2-9B7E-95CA9576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18F41-47DE-4F78-9CBC-87BEC5B9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CD2F4-268D-4C4D-AD90-E2C7B617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E9B08-0461-46D8-AE4C-DB3B4EFD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0B57C-B8F6-4E33-A744-813D87AB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844EB-A835-41F1-B94E-F71101CF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2F364-6789-4BC6-99DD-67A8022B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Reliability Ranking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E7915-2DD7-484E-8381-609257CD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722b06cfd488b">
            <a:extLst>
              <a:ext uri="{96DAC541-7B7A-43D3-8B79-37D633B846F1}">
                <asvg:svgBlip xmlns:asvg="http://schemas.microsoft.com/office/drawing/2016/SVG/main" r:embed="Rfaebe1e464af4a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9E8F1-C647-4993-9A42-6D515F5B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5C322-CA19-440A-B5B0-D2331403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E0F66-5348-40E7-BA2B-960F1A18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CD791-E7E0-486B-A893-658A0A98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Certainty varies across kinds of knowledge.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39172-F2E4-47B6-A577-767578E3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C26E2-0D55-4B56-A77E-29071D22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D5FB5C-D66D-44DE-A74A-F41EA06C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96572-A87F-4BE5-8707-AD733121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9161039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1DB074-56F4-483C-AA7C-65013254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97B8C-80F7-4E03-A6F6-33C463C9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C1300-D209-484A-B920-CF362C5B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B5CB7-CC01-432C-87DA-C55E147B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C0BE2-F813-473B-9DC7-FB3AA855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FFBF7-E39C-4656-AFC5-8FEE921B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A6136-27C5-49DA-9BDB-65E84008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B9DF3-88F2-41A7-A24D-55D32033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F41E7-54D3-440F-9535-7DAD8C9E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DADD5-B212-4F81-8C95-5D9240F1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31B77-B310-4FFA-A911-9DF72429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7DDEE-C709-45BC-971C-D98D529A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compare certainty, usefulness and interpretation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across knowledge claims.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Certainty varies across kinds of knowledge.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362D4-9D41-4BF5-BE81-30E14673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78B50-972F-43C8-8CB0-5B144711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183E3-148A-42AA-915F-8D2C197A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9DA99-02A6-48B4-B1E0-0A70B833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Claim cards from different AOKs.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00DB3-4050-43E8-B76B-ADA14CB7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7854291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EAABA5-1284-4386-8F9F-095CB09E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D5C27-A83C-434C-949E-FC34F78C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67FBB-561C-457B-AEB8-A5C2C295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62607-E885-4B0B-A048-7E25D15A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CCEC1-1455-46C8-8523-E6B46E75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184DD-4B6E-43F8-9D41-E4F3729D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C9587-78DC-4D11-A041-2CE6A24E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B1217-346E-44D0-A34F-07F21A96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fa6beefe04baa">
            <a:extLst>
              <a:ext uri="{96DAC541-7B7A-43D3-8B79-37D633B846F1}">
                <asvg:svgBlip xmlns:asvg="http://schemas.microsoft.com/office/drawing/2016/SVG/main" r:embed="R4820249789f541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33967-9DF0-4E36-BF53-DE492274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1DB61-B48A-4534-9C78-0D129FB5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781CD-D22D-47E5-852A-10FCFCDB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E1149-2E3C-44AB-B4CC-2A4C346A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Reliability Ranking Stimulus A: Student-facing stimulus 1: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Knowledge claims ranked by certainty, usefulness, and risk...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Reliability Ranking Stimulus B: Student-facing stimulus 2: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second ranking after students learn the method behind...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A4786-BAA6-4FF7-9152-07AC2705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3139A-F411-4232-8076-E55D8561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78B74-A1DC-457C-815B-B4C8BB62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445A94-F3B9-4AA8-852D-7AA2AB2C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Reliability Ranking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Reliability Ranking Stimulus A did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2412786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E7E328-CE38-4A42-BF6D-FD8CD3C4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99A1A-ED36-4197-BBE4-98592B07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357BF-EE82-46F5-965E-E6712BA8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AB9AE-A523-4A90-A3FF-F1DE3D37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BB004-9216-4335-93B6-7C7F11D1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E49BA-E615-47CA-A345-438A713A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B60FA-A032-4E4E-B3EE-C66482CC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AB0C1-DA24-4385-947E-4F3CBF69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4CAD7-7F5F-4B8D-B458-F8B01EF2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65B60-149B-455C-B982-6F289F31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15F04-A56B-4FED-A699-5773E70E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F9776-568A-4850-8A78-71045D8C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cards such as: "The angles in a Euclidean triangle sum to 180 degrees", "Smoking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increases lung cancer risk", "This poem expresses grief", "Most people conform under...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rank claims from most to least certain.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They then rank from most to least useful.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Compare the two rankings.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32DEE-FDA6-4413-B514-CCDC5558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Cross-AOK.</a:t>
            </a:r>
          </a:p>
        </p:txBody>
      </p:sp>
    </p:spTree>
    <p:extLst>
      <p:ext uri="{BB962C8B-B14F-4D97-AF65-F5344CB8AC3E}">
        <p14:creationId xmlns:p14="http://schemas.microsoft.com/office/powerpoint/2010/main" val="10327031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908B28-410A-4D9C-AB16-E838D4E4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613D6-5930-4F69-AC0B-CFFE8F74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6972B-B63A-43E5-B508-73F3EE74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68C21-4863-4A57-9A84-FBAC9F1F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21A01-AB46-4F8E-B3DE-936A2528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48507-D222-4249-AD13-C3F1D0A0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BCF8D-C627-4F9C-95F6-4C189068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287EB-6901-4B41-B29A-DEE3D8F2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3D1FC-35B0-42B9-A8CE-D931D1B2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8A2CD-AA37-41D3-AD1A-36942B2D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67832-0AA9-4D4B-A3D7-4454C349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6A2AC-3663-4E27-B487-0472324D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925FF-0269-4F69-B36B-3703B557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BF0CD-8B72-4C47-92BF-7E162ADE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EFB06-F9D5-42F2-82A3-DFB1E51D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91628-8999-49BD-B1E2-76C6D82D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1CB936-6E9E-4121-BFE6-A60406A2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D68E8-BA4A-4B26-8C21-D3731722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FAD34-4824-47CA-8761-911A3DA9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EA401-5F2A-4AB1-9E55-9F23C88F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2DE78C-5966-4EEB-924B-2A279553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6FC1B7-1368-47A5-BD51-74FF8270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02CDB3-4311-4CE7-AE50-F9776943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F16C3-BB6D-449E-944B-5B0B1ACA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F9CCE0-AAAE-4CA6-A1A2-5CDDA563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008B7B-05FF-4C52-AAC1-454DEB16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17456E-2077-462B-8BCF-8BE1CFB6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898B7A-1B4C-4424-ADDF-D899441B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7193112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4AE1E7-4D50-47F1-A77C-BD3990D2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50214-96A2-492D-84F4-C1863FEA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D08B6-6292-46E1-B8D4-6131F8B2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044CE-FF0E-4FC7-A831-05CBB332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A90F9-3EDA-4B76-9B95-2A72BBCB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4FEEF-EA1B-4178-9A80-0C81F2BC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A8226-B79F-4BC6-875C-A0DAB971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6FF7F-2F9A-458F-A554-C8DA5CC0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C84E9-8B3F-4930-9480-BB7DA060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91AA8-C695-4CF7-A261-49887602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69015-020B-4BFE-ABD8-567A0970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1377B-B3DC-4082-AC1B-778E4E35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Is certainty the best measure of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uncertain knowledge still be valuable?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mathematical truths more valuable because they are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more certain?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19059-0401-4E9E-AB0C-C9A5D39D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355D6-1D76-4AAE-99F4-10B00431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9C74C-4431-428B-8244-904CFC45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B99FE-D94D-4C7A-9EEF-7141FBD1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certainty the best measure of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uncertain knowledge still be valuable?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mathematical truths more valuable because they are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more certain?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FBE97-C309-40B7-8D57-C591C356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5716121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FDE0B6-AB10-4D88-8474-7FE7B8A9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2CBF7-938D-4AB9-A7AF-EDDE532D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4CF34-AA2A-4128-BDBE-9008CA5F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A0D79-98EB-4797-86E3-C1A076AB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95ADB-5C1E-4806-924A-1786FAA3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6683C-9F46-4C25-81D9-C9EEE4A9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B2524-41D8-4B4F-A3D4-1D35BD69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196D9-D1AE-4F51-80BD-4E948294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40F4D-263D-4157-B3DA-ABAD0337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E04C3-6AEE-439F-A4C6-0B889624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A6C58-081E-4B5E-ACE7-43AFF80F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5ACAD-4436-43D9-8654-74ECDA50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Reliability Ranking: "My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judgement felt obvious, but my evidence was thinner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02C8F-779D-4431-8FCC-02AD8A1C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FFFFA-7C9B-4752-A742-D40ABA13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D0FE3-63AB-435B-B625-3F1FF909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3E0D2-FE0E-4B4E-9B29-DBB51BFF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56b80857e46eb">
            <a:extLst>
              <a:ext uri="{96DAC541-7B7A-43D3-8B79-37D633B846F1}">
                <asvg:svgBlip xmlns:asvg="http://schemas.microsoft.com/office/drawing/2016/SVG/main" r:embed="R0b1187729dba4e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2415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88632D-8E78-46B0-89F8-2F15E36D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4E822-FE2E-4E46-A162-4121F1EE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58ACD-7736-491D-8749-06D8AD58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A86E6-31C1-42F5-AA8B-4F97AD45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0E05A-F68D-49DA-B5B3-C4F08467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36A5E-EEE1-49E2-B27C-A0532EB7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277F3-0575-4E4F-A0B4-A7BCA2CC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589F4-5830-4999-A416-17048D27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082D8-2D8D-4041-964B-15BFD087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0DF7B-9B7A-4B84-9C12-C4A4703E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3E653-0955-4ED1-97CB-B53E44EB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1415B-89D3-4265-A9A1-9CD355C1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Two rankings of the same claims: certainty and usefulness.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F44AB-9322-4BB1-A1B9-E364B170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2070B-C9F6-43CF-99C8-B99ECE41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4EE01-95B4-4E68-845D-5EE62BE1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BE0E3-0307-4815-B0C1-EC629ED6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E9A3F2-F500-4F7C-B459-55DBEEB7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6452C-C56F-4DE9-B8CD-88D34B52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F7B2C9-E7C5-413A-AB65-07E76B6B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B68B5D-A5A2-4957-814F-118C1C21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Counts as Evidence?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Same Object, Different AOK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33053C-81F5-4C35-8BB8-17BB6E9E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375146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2026-06-20T10:31:37.8130000Z</dcterms:created>
  <dcterms:modified xsi:type="dcterms:W3CDTF">2026-06-20T10:31:37.8130000Z</dcterms:modified>
</coreProperties>
</file>