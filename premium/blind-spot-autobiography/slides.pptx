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b8657e63346bf" /><Relationship Type="http://schemas.openxmlformats.org/officeDocument/2006/relationships/extended-properties" Target="/docProps/app.xml" Id="R45df97a06b3f4a36" /><Relationship Type="http://schemas.openxmlformats.org/officeDocument/2006/relationships/officeDocument" Target="/ppt/presentation.xml" Id="Re7bc286ac4204d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22095348e4e90"/>
  </p:sldMasterIdLst>
  <p:notesMasterIdLst>
    <p:notesMasterId xmlns:r="http://schemas.openxmlformats.org/officeDocument/2006/relationships" r:id="R916a64cced8e43c2"/>
  </p:notesMasterIdLst>
  <p:sldIdLst>
    <p:sldId xmlns:r="http://schemas.openxmlformats.org/officeDocument/2006/relationships" id="256" r:id="R5d23b2660dce4e75"/>
    <p:sldId xmlns:r="http://schemas.openxmlformats.org/officeDocument/2006/relationships" id="257" r:id="R9f3e6abb4fb64fcb"/>
    <p:sldId xmlns:r="http://schemas.openxmlformats.org/officeDocument/2006/relationships" id="258" r:id="R1e363b1f112a4886"/>
    <p:sldId xmlns:r="http://schemas.openxmlformats.org/officeDocument/2006/relationships" id="259" r:id="Rce85439aea3d4a7e"/>
    <p:sldId xmlns:r="http://schemas.openxmlformats.org/officeDocument/2006/relationships" id="260" r:id="Rae86b85478534a08"/>
    <p:sldId xmlns:r="http://schemas.openxmlformats.org/officeDocument/2006/relationships" id="261" r:id="Rbbccbc7afc7c44f0"/>
    <p:sldId xmlns:r="http://schemas.openxmlformats.org/officeDocument/2006/relationships" id="262" r:id="R0e8a0dd587b143f7"/>
    <p:sldId xmlns:r="http://schemas.openxmlformats.org/officeDocument/2006/relationships" id="263" r:id="R3b638d0467b447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1ebbe623174403" /><Relationship Type="http://schemas.openxmlformats.org/officeDocument/2006/relationships/slideMaster" Target="/ppt/slideMasters/slideMaster1.xml" Id="R10222095348e4e90" /><Relationship Type="http://schemas.openxmlformats.org/officeDocument/2006/relationships/notesMaster" Target="/ppt/notesMasters/notesMaster1.xml" Id="R916a64cced8e43c2" /><Relationship Type="http://schemas.openxmlformats.org/officeDocument/2006/relationships/presProps" Target="/ppt/presProps.xml" Id="R807c549dd0e3489a" /><Relationship Type="http://schemas.openxmlformats.org/officeDocument/2006/relationships/tableStyles" Target="/ppt/tableStyles.xml" Id="R4aabe56817a34baf" /><Relationship Type="http://schemas.openxmlformats.org/officeDocument/2006/relationships/slide" Target="/ppt/slides/slide1.xml" Id="R5d23b2660dce4e75" /><Relationship Type="http://schemas.openxmlformats.org/officeDocument/2006/relationships/slide" Target="/ppt/slides/slide2.xml" Id="R9f3e6abb4fb64fcb" /><Relationship Type="http://schemas.openxmlformats.org/officeDocument/2006/relationships/slide" Target="/ppt/slides/slide3.xml" Id="R1e363b1f112a4886" /><Relationship Type="http://schemas.openxmlformats.org/officeDocument/2006/relationships/slide" Target="/ppt/slides/slide4.xml" Id="Rce85439aea3d4a7e" /><Relationship Type="http://schemas.openxmlformats.org/officeDocument/2006/relationships/slide" Target="/ppt/slides/slide5.xml" Id="Rae86b85478534a08" /><Relationship Type="http://schemas.openxmlformats.org/officeDocument/2006/relationships/slide" Target="/ppt/slides/slide6.xml" Id="Rbbccbc7afc7c44f0" /><Relationship Type="http://schemas.openxmlformats.org/officeDocument/2006/relationships/slide" Target="/ppt/slides/slide7.xml" Id="R0e8a0dd587b143f7" /><Relationship Type="http://schemas.openxmlformats.org/officeDocument/2006/relationships/slide" Target="/ppt/slides/slide8.xml" Id="R3b638d0467b4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cfc77a4f1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c503b935c740cc" /><Relationship Type="http://schemas.openxmlformats.org/officeDocument/2006/relationships/notesMaster" Target="/ppt/notesMasters/notesMaster1.xml" Id="Re8343eb7758d49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3486865354eb5" /><Relationship Type="http://schemas.openxmlformats.org/officeDocument/2006/relationships/notesMaster" Target="/ppt/notesMasters/notesMaster1.xml" Id="Radf323054c2349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949714fc514e5c" /><Relationship Type="http://schemas.openxmlformats.org/officeDocument/2006/relationships/notesMaster" Target="/ppt/notesMasters/notesMaster1.xml" Id="R40cdb2d7a244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dfd04012a49aa" /><Relationship Type="http://schemas.openxmlformats.org/officeDocument/2006/relationships/notesMaster" Target="/ppt/notesMasters/notesMaster1.xml" Id="Rbc6233b5571946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e272077d0546de" /><Relationship Type="http://schemas.openxmlformats.org/officeDocument/2006/relationships/notesMaster" Target="/ppt/notesMasters/notesMaster1.xml" Id="R99024204c761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5e2f7fe2543d1" /><Relationship Type="http://schemas.openxmlformats.org/officeDocument/2006/relationships/notesMaster" Target="/ppt/notesMasters/notesMaster1.xml" Id="R38e2ad8956d84a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c394e5a8d8491d" /><Relationship Type="http://schemas.openxmlformats.org/officeDocument/2006/relationships/notesMaster" Target="/ppt/notesMasters/notesMaster1.xml" Id="Rccf85a64d2324b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a12bf32af64434" /><Relationship Type="http://schemas.openxmlformats.org/officeDocument/2006/relationships/notesMaster" Target="/ppt/notesMasters/notesMaster1.xml" Id="R0b874f0831c8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87f59d8b8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5d1e142c3f4174" /><Relationship Type="http://schemas.openxmlformats.org/officeDocument/2006/relationships/slideLayout" Target="/ppt/slideLayouts/slideLayout1.xml" Id="R2af2ec62909d47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2ec62909d47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e1d627c4e490d" /><Relationship Type="http://schemas.openxmlformats.org/officeDocument/2006/relationships/image" Target="/ppt/media/image.png" Id="Rd1deaad02e9f4676" /><Relationship Type="http://schemas.openxmlformats.org/officeDocument/2006/relationships/image" Target="/ppt/media/image.svg" Id="Rff7debaa33d3494b" /><Relationship Type="http://schemas.openxmlformats.org/officeDocument/2006/relationships/notesSlide" Target="/ppt/notesSlides/notesSlide1.xml" Id="Rb446701b60f1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b5a3928aa48ca" /><Relationship Type="http://schemas.openxmlformats.org/officeDocument/2006/relationships/notesSlide" Target="/ppt/notesSlides/notesSlide2.xml" Id="Rd0441b34197e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dbb58ab90467e" /><Relationship Type="http://schemas.openxmlformats.org/officeDocument/2006/relationships/image" Target="/ppt/media/image2.png" Id="Re592bc00abda4415" /><Relationship Type="http://schemas.openxmlformats.org/officeDocument/2006/relationships/image" Target="/ppt/media/image2.svg" Id="Rc4eb1d57a6cb489d" /><Relationship Type="http://schemas.openxmlformats.org/officeDocument/2006/relationships/notesSlide" Target="/ppt/notesSlides/notesSlide3.xml" Id="R81bd455ff31c4b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ba73378634432" /><Relationship Type="http://schemas.openxmlformats.org/officeDocument/2006/relationships/notesSlide" Target="/ppt/notesSlides/notesSlide4.xml" Id="R11bcf8faabaf4c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bad5cde1a458c" /><Relationship Type="http://schemas.openxmlformats.org/officeDocument/2006/relationships/notesSlide" Target="/ppt/notesSlides/notesSlide5.xml" Id="R42e448ff82f74d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3600c526d45c9" /><Relationship Type="http://schemas.openxmlformats.org/officeDocument/2006/relationships/notesSlide" Target="/ppt/notesSlides/notesSlide6.xml" Id="Ra19657f4877341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6687595604429" /><Relationship Type="http://schemas.openxmlformats.org/officeDocument/2006/relationships/image" Target="/ppt/media/image3.png" Id="R7d3499c4f3c64fd8" /><Relationship Type="http://schemas.openxmlformats.org/officeDocument/2006/relationships/image" Target="/ppt/media/image3.svg" Id="Rbedf0cc4b2124278" /><Relationship Type="http://schemas.openxmlformats.org/officeDocument/2006/relationships/notesSlide" Target="/ppt/notesSlides/notesSlide7.xml" Id="R408bbf25657645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8a08fb1d84888" /><Relationship Type="http://schemas.openxmlformats.org/officeDocument/2006/relationships/notesSlide" Target="/ppt/notesSlides/notesSlide8.xml" Id="R1d22730c76b849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3170F-F629-4538-BB3E-08E1EAA4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BB0A7-F7A0-4E48-BC7F-CC887B6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F2DB7-8AEB-4C9D-B6ED-873E4B96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D4FFA-C00A-405A-BFDB-0BA4335A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0152C-07D7-4049-B4FF-DCFC7F4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F402E-C9DC-469F-8603-ED76ACF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28C9B-96D1-4DED-99F2-F1A9F1C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Blind Spot Autobiography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AF048-C88C-4D19-997B-E7830665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eaad02e9f4676">
            <a:extLst>
              <a:ext uri="{96DAC541-7B7A-43D3-8B79-37D633B846F1}">
                <asvg:svgBlip xmlns:asvg="http://schemas.microsoft.com/office/drawing/2016/SVG/main" r:embed="Rff7debaa33d349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6D112-9E4B-4D1F-B753-3D98C400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18A0D-B595-47AB-BD1E-B63BBF93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4F23A-A97D-4E91-A71B-4B09BA6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444D4-4B39-4641-9501-50DB7D1D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Self-knowledge includes awareness of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2CDF8-F801-4D78-9E8A-469CCC0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545E7-A1E2-4240-BF01-64B00AD2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B729F-B9EF-4C63-B0A6-0FC23F7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41A64-8C5C-47B8-9EF4-F8817687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14658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39B4E-F1E5-47C2-8590-3CF27231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39D0D-0968-47C6-B05F-A41CEF35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5BD7C-AF4E-4B26-8FCB-21A44327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363E7-748E-4336-B2ED-E7915B71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96ECF-05C1-4946-BF0F-A9CC9520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B9B1B-FE94-4A66-B748-B04FDBD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53237-2D18-4DDE-8F5E-68C3C4F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BDCC3-43D5-4E54-9563-A2693B2A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8DE72-9AE7-450E-8089-86BA2BC3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55A06-5DDD-407B-BBA0-6019F28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971DF-5E9F-41B4-9F43-45A2E762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61EC4-F91A-4B12-A60B-9C0166D2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reflect on the limits of their own knowing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without forced disclosure.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Self-knowledge includes awareness of limits.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1A088-B494-46DB-8586-DDE8BF4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8F0FA-50A7-4D18-A45C-9E1B77A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2B85F-9A52-40AF-94B8-1A2D6857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F301A-1FE4-4FDA-9F79-DC9013F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Private reflection sheet. Optional blind-spot diagram.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4F25B-B974-453C-8B20-7EB5446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3720729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68D2D-E91B-40D6-BBBE-3639BCE1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A9D84-26E4-48E8-BC51-2C5C76C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E49EB-25D9-43D1-A51F-5F85583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0B048-DF2F-4B68-B38E-3E8FA513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6000E-3F62-4329-BAA0-53EB5C0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28308-F80D-43FF-9170-44498630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5D7A3-170B-423E-B186-C2507212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1D231-84E1-4A3C-AF84-54DF35BA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2bc00abda4415">
            <a:extLst>
              <a:ext uri="{96DAC541-7B7A-43D3-8B79-37D633B846F1}">
                <asvg:svgBlip xmlns:asvg="http://schemas.microsoft.com/office/drawing/2016/SVG/main" r:embed="Rc4eb1d57a6cb48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37086-36C7-4376-8075-A7C973B1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1E74C-86E4-4A66-936E-26D0400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DF2EF-D978-4974-85B4-8B7C0FA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093F1-35D9-4318-9E5D-EAEEF7D4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Blind Spot Autobiography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private reflection on one belief students...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Blind Spot Autobiography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'known unknowns' box for topics students...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A64E-367D-4355-9DDB-727C3F86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A890C-4710-43D5-8E1E-B362D6A5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A6ABA-BB93-414A-83C4-80732764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9AE23-D0C9-42F3-B3FD-41C9B3F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Blind Spot Autobiography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Blind Spot Autobiography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5442139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17301-97C3-4A40-8C2C-CE969A9E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AF026-5365-4F1B-84D0-C5E0ADB1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4ED8D-B269-4C65-9A37-20172C27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5F43E-890D-45D4-8134-2FDBDD52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71832-D7DB-43B7-B28C-7C61C1C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271AC-F18D-4D9D-BAB3-A7C8EA4D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0D4D2-0419-4712-8B5A-9B6B93CD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A3F39-A49A-4AF4-AFC5-B33EC529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F3831-9B30-4073-908E-E2FAAA66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A76B8-0629-4797-BF07-E529086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150B5-B207-4DC8-BFC5-EBCC64BF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169E7-5892-4FE8-BCBF-D63C3E73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privately complete three prompts: "Something I used to believe", "Something I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strongly believe but cannot fully prove", and "Something I may be biased about".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choose one safe example to discuss with a partner, or keep all examples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private.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 class builds a list of causes of blind spots: identity, language, friendship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group, schooling, emotion, incentives and media.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Finish with a one-sentence reflection: "A good knower should..."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1E599-1C8A-42FD-B9D5-BEF61491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1038480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0BE90-BA87-4FA5-9063-3BBEE3F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D7CD2-3480-4460-AE4A-F95353A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5AD3B-A241-4296-BC6E-861FD7B4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DAC9-D369-42D5-94FB-7C56D3E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8A778-0D88-41B6-99F6-D3600BDC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05200-8AB4-4D02-8CE5-4A86E44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D1AD0-FBD2-48E0-85C0-5F4C4D8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EFE81-B309-419F-97C7-8F11E1A9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924C8-EE62-4DA9-8689-A94219A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E3DA1-2F36-422D-9A6C-C73D48B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FFC7E-18E1-41AA-ADF5-A00606CE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B352F-10E3-4CF7-A90B-A3D27B04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3108E-3471-4069-98E3-1250EEAB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E98C3-F760-4E10-AECB-33F896C0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71BEC-87AE-414B-B144-9D4418A8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E10D0-6A42-4AC1-BCAB-C6800E79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BAD0D-75AF-4985-8C21-0A53E322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777BE-D549-4670-AEED-8807EE1B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9B2E8-E967-4C91-8274-CBFA964F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0A28D-3BEC-42AE-8BB8-5E26576D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56572-3E5B-4F52-988D-77CE6E1E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DE425-ED6B-4BB5-A474-72C794A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16E96-D9E9-4B9A-B6F7-E8DBA2D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29AF9-2FBF-488E-8538-9DFC987D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8CF72-F7C5-4CD6-A866-68F6D89D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7578C-2BA4-4213-AE16-92CD4E8C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5C0CA-AD55-40A6-BE55-8F3E90A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D876A-B256-407C-8B38-4845E2B4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490990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0F65A-AD01-4C13-B1C0-2F25BA3B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D08B-1450-4EC0-B54F-021275D9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9AE00-C5C3-4DA8-AE3F-56A8E5F9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056BF-43D4-4838-8624-9E145F16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945B5-DE05-4128-AEAF-D2DC202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A585B-525D-4B9B-BC95-EB36EAC2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33169-C3AF-47A8-8D24-2F296836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D21DE-B637-4098-80A7-1EE51E69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822D0-8A87-4154-8B45-4A0C8AC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1300E-0D7C-448D-A6DF-359C6173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C9767-4512-4090-BCFD-6D52B3E1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BB1F0-4122-4264-B0E1-2BC8AEC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knowing your bias make you less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biased?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self-knowledge necessary for reliable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perspective become distortion?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A2CA2-3B1D-4585-8395-D896ADDE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102A4-18EA-4AEB-9C06-F536C020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C3695-87C0-4F80-92AF-BB1F290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BFC27-17D6-4EDA-88CB-9702B11B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knowing your bias make you less biased?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self-knowledge necessary for reliable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perspective become distortion?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23EFC-45FC-4E8E-A5EC-188D2E6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293728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66C21-F24C-48C7-9977-9142720A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A85BD-F458-4D7A-8FA6-FC3699C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AB75-13CB-4235-A48D-DF9B7B97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DDE09-9142-4854-9FB6-DEE945E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738BC-B54A-41A2-B926-8423B9B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8579C-9AF5-463D-9986-C0A42E7E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01336-BFA1-4B52-80DA-4FACBCF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528C7-D9C0-41E8-A627-FAE79BF4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06D84-1128-4EE8-9A73-6B263D4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3F2F4-F573-4495-8D37-D325E00E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4B4A-B950-4708-AED1-70A0D62E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67CA6-542F-4E41-85B7-333474FD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Blind Spot Autobiography: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7F8A6-EBC7-4296-824C-3ED6F183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18E33-FCFA-4828-A41F-156671CD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13F3F-DC7B-4271-B45C-983D6309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82514-79B0-41DE-B6AB-1A1CA6E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499c4f3c64fd8">
            <a:extLst>
              <a:ext uri="{96DAC541-7B7A-43D3-8B79-37D633B846F1}">
                <asvg:svgBlip xmlns:asvg="http://schemas.microsoft.com/office/drawing/2016/SVG/main" r:embed="Rbedf0cc4b21242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473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06D4D-8B76-467D-BEC7-B1F2E083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CDE3E-D335-4202-903B-D77EC76A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E31E5-9CDE-43C1-B04B-4AF964A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FB838-EE7B-46B2-9674-E5EE19F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F184E-5903-43B9-9CEA-3D92D06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8E133-4ED1-4C12-8645-F812A8B6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A09AE-ED0C-4693-8747-E59F593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4522D-81CF-444A-A65C-9D4A6B1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7DD13-E603-467B-9BCF-C2FF8DE9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63163-8747-483F-AC10-3C1FA2E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DC0C1-B6F5-4A1B-B84A-40796DE1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3A26D-EBE5-426A-8CD3-6D0BF48D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anonymised reflection sheet or a literal blind-spot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diagram.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BF698-E264-4B69-82B4-252E4241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5FCAC-1B95-4A2C-A551-9E29562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75020-919D-4576-ADE9-13BF9D4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95403-629E-4E85-BBFC-E2E65516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09576-D91B-483C-90DB-C5D7996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1B7AA-08E4-496B-9B01-7AEC14B2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92154-222B-474F-A49A-1DD5F513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EDE83-0F7D-4BC7-8D3D-20675BBE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FA46C-002A-4D14-8882-422420AC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62322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2026-06-20T10:31:33.8180000Z</dcterms:created>
  <dcterms:modified xsi:type="dcterms:W3CDTF">2026-06-20T10:31:33.8180000Z</dcterms:modified>
</coreProperties>
</file>