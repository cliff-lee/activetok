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20b22ff4804669" /><Relationship Type="http://schemas.openxmlformats.org/officeDocument/2006/relationships/extended-properties" Target="/docProps/app.xml" Id="R1971aacdad134291" /><Relationship Type="http://schemas.openxmlformats.org/officeDocument/2006/relationships/officeDocument" Target="/ppt/presentation.xml" Id="Rb65d627113e6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ac93c206564e2d"/>
  </p:sldMasterIdLst>
  <p:notesMasterIdLst>
    <p:notesMasterId xmlns:r="http://schemas.openxmlformats.org/officeDocument/2006/relationships" r:id="R13f371eba74b4c46"/>
  </p:notesMasterIdLst>
  <p:sldIdLst>
    <p:sldId xmlns:r="http://schemas.openxmlformats.org/officeDocument/2006/relationships" id="256" r:id="R4b6ee2fe980c45a8"/>
    <p:sldId xmlns:r="http://schemas.openxmlformats.org/officeDocument/2006/relationships" id="257" r:id="R00cf721fc0c14d84"/>
    <p:sldId xmlns:r="http://schemas.openxmlformats.org/officeDocument/2006/relationships" id="258" r:id="R13dafb3c33f249b3"/>
    <p:sldId xmlns:r="http://schemas.openxmlformats.org/officeDocument/2006/relationships" id="259" r:id="Rb12705cdcf6847cc"/>
    <p:sldId xmlns:r="http://schemas.openxmlformats.org/officeDocument/2006/relationships" id="260" r:id="Rcd7b585eb4e043eb"/>
    <p:sldId xmlns:r="http://schemas.openxmlformats.org/officeDocument/2006/relationships" id="261" r:id="R969aa4e6723f4b93"/>
    <p:sldId xmlns:r="http://schemas.openxmlformats.org/officeDocument/2006/relationships" id="262" r:id="R10eae3c967214927"/>
    <p:sldId xmlns:r="http://schemas.openxmlformats.org/officeDocument/2006/relationships" id="263" r:id="R878a0ec6205240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64a44446ad42af" /><Relationship Type="http://schemas.openxmlformats.org/officeDocument/2006/relationships/slideMaster" Target="/ppt/slideMasters/slideMaster1.xml" Id="R53ac93c206564e2d" /><Relationship Type="http://schemas.openxmlformats.org/officeDocument/2006/relationships/notesMaster" Target="/ppt/notesMasters/notesMaster1.xml" Id="R13f371eba74b4c46" /><Relationship Type="http://schemas.openxmlformats.org/officeDocument/2006/relationships/presProps" Target="/ppt/presProps.xml" Id="R7048abc83bcc477c" /><Relationship Type="http://schemas.openxmlformats.org/officeDocument/2006/relationships/tableStyles" Target="/ppt/tableStyles.xml" Id="Rf89247dbdfc64051" /><Relationship Type="http://schemas.openxmlformats.org/officeDocument/2006/relationships/slide" Target="/ppt/slides/slide1.xml" Id="R4b6ee2fe980c45a8" /><Relationship Type="http://schemas.openxmlformats.org/officeDocument/2006/relationships/slide" Target="/ppt/slides/slide2.xml" Id="R00cf721fc0c14d84" /><Relationship Type="http://schemas.openxmlformats.org/officeDocument/2006/relationships/slide" Target="/ppt/slides/slide3.xml" Id="R13dafb3c33f249b3" /><Relationship Type="http://schemas.openxmlformats.org/officeDocument/2006/relationships/slide" Target="/ppt/slides/slide4.xml" Id="Rb12705cdcf6847cc" /><Relationship Type="http://schemas.openxmlformats.org/officeDocument/2006/relationships/slide" Target="/ppt/slides/slide5.xml" Id="Rcd7b585eb4e043eb" /><Relationship Type="http://schemas.openxmlformats.org/officeDocument/2006/relationships/slide" Target="/ppt/slides/slide6.xml" Id="R969aa4e6723f4b93" /><Relationship Type="http://schemas.openxmlformats.org/officeDocument/2006/relationships/slide" Target="/ppt/slides/slide7.xml" Id="R10eae3c967214927" /><Relationship Type="http://schemas.openxmlformats.org/officeDocument/2006/relationships/slide" Target="/ppt/slides/slide8.xml" Id="R878a0ec6205240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092e9bfa9445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dfd79aae28418f" /><Relationship Type="http://schemas.openxmlformats.org/officeDocument/2006/relationships/notesMaster" Target="/ppt/notesMasters/notesMaster1.xml" Id="Reef72f85b42a4e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2060e9871342e0" /><Relationship Type="http://schemas.openxmlformats.org/officeDocument/2006/relationships/notesMaster" Target="/ppt/notesMasters/notesMaster1.xml" Id="Rc4749faac84e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7eaec328543b4" /><Relationship Type="http://schemas.openxmlformats.org/officeDocument/2006/relationships/notesMaster" Target="/ppt/notesMasters/notesMaster1.xml" Id="R37eba1c5ddb24b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08aa4364954aec" /><Relationship Type="http://schemas.openxmlformats.org/officeDocument/2006/relationships/notesMaster" Target="/ppt/notesMasters/notesMaster1.xml" Id="Rfb593bed3ca045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6b51b93efc403a" /><Relationship Type="http://schemas.openxmlformats.org/officeDocument/2006/relationships/notesMaster" Target="/ppt/notesMasters/notesMaster1.xml" Id="Rb9cc11a1ffaf47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cfc945209f40bd" /><Relationship Type="http://schemas.openxmlformats.org/officeDocument/2006/relationships/notesMaster" Target="/ppt/notesMasters/notesMaster1.xml" Id="R7d94a65f07c047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eefb1347254de6" /><Relationship Type="http://schemas.openxmlformats.org/officeDocument/2006/relationships/notesMaster" Target="/ppt/notesMasters/notesMaster1.xml" Id="R106f98d36a6c4a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17ae5fa24d4a9f" /><Relationship Type="http://schemas.openxmlformats.org/officeDocument/2006/relationships/notesMaster" Target="/ppt/notesMasters/notesMaster1.xml" Id="Ra02ba0cac51a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d234699c9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ac618487d24f52" /><Relationship Type="http://schemas.openxmlformats.org/officeDocument/2006/relationships/slideLayout" Target="/ppt/slideLayouts/slideLayout1.xml" Id="R3c33369a46f741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33369a46f741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3de99bf214320" /><Relationship Type="http://schemas.openxmlformats.org/officeDocument/2006/relationships/image" Target="/ppt/media/image.png" Id="R0f2f17064f414e20" /><Relationship Type="http://schemas.openxmlformats.org/officeDocument/2006/relationships/image" Target="/ppt/media/image.svg" Id="R56e8fcf52ff843c5" /><Relationship Type="http://schemas.openxmlformats.org/officeDocument/2006/relationships/notesSlide" Target="/ppt/notesSlides/notesSlide1.xml" Id="R0408fa222c1c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071ec0c264c87" /><Relationship Type="http://schemas.openxmlformats.org/officeDocument/2006/relationships/notesSlide" Target="/ppt/notesSlides/notesSlide2.xml" Id="R73982e47615f46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9a7f10efe41e3" /><Relationship Type="http://schemas.openxmlformats.org/officeDocument/2006/relationships/image" Target="/ppt/media/image2.png" Id="R735049cbeb424f28" /><Relationship Type="http://schemas.openxmlformats.org/officeDocument/2006/relationships/image" Target="/ppt/media/image2.svg" Id="R860f4cf2159d471c" /><Relationship Type="http://schemas.openxmlformats.org/officeDocument/2006/relationships/notesSlide" Target="/ppt/notesSlides/notesSlide3.xml" Id="R05585f33fd1d47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f1ec68fd04210" /><Relationship Type="http://schemas.openxmlformats.org/officeDocument/2006/relationships/notesSlide" Target="/ppt/notesSlides/notesSlide4.xml" Id="Rd2fd44d2b75f4b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dec93103846f1" /><Relationship Type="http://schemas.openxmlformats.org/officeDocument/2006/relationships/notesSlide" Target="/ppt/notesSlides/notesSlide5.xml" Id="R632babdc952347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2f3845bdf4b36" /><Relationship Type="http://schemas.openxmlformats.org/officeDocument/2006/relationships/notesSlide" Target="/ppt/notesSlides/notesSlide6.xml" Id="Rfaf0cfe77a6e47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6ea197a0d4327" /><Relationship Type="http://schemas.openxmlformats.org/officeDocument/2006/relationships/image" Target="/ppt/media/image3.png" Id="Rb5dee3d3cd7c4670" /><Relationship Type="http://schemas.openxmlformats.org/officeDocument/2006/relationships/image" Target="/ppt/media/image3.svg" Id="R333e015c2f7e43e2" /><Relationship Type="http://schemas.openxmlformats.org/officeDocument/2006/relationships/notesSlide" Target="/ppt/notesSlides/notesSlide7.xml" Id="R7216bf2c57df43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772eab364a37" /><Relationship Type="http://schemas.openxmlformats.org/officeDocument/2006/relationships/notesSlide" Target="/ppt/notesSlides/notesSlide8.xml" Id="R2b6d4fb9cf0f40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0BFFE-9380-4117-95C6-95999691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5D7D9-587F-4850-82A7-81F96E7C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94375-77E4-4E76-8907-BAB6B954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AA50D-D382-4FE8-962D-8696D92A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E0CE6-72F9-42E5-BBE8-2F599713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19832-66A0-45E4-BFA6-01E137F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0F368-1F92-4B90-B2D1-1F7E6017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Emotion Snapshot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1FEDC-E217-4A9F-BAED-DD3FD153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f17064f414e20">
            <a:extLst>
              <a:ext uri="{96DAC541-7B7A-43D3-8B79-37D633B846F1}">
                <asvg:svgBlip xmlns:asvg="http://schemas.microsoft.com/office/drawing/2016/SVG/main" r:embed="R56e8fcf52ff843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6EF9-04CC-43F8-A819-21460AC7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82423-26E2-4CE7-A3F9-54335223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C562A-0CF0-432E-BEDA-21EA719E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D5D11-875A-4801-AB57-9D1970C9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Emotion is not merely noise in knowing; it can focus,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filter, and frame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26AC4-ED32-47D6-98D6-6319E517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76362-9F7D-4DCF-A36D-CF96A52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41036-5B6C-4FF3-974B-D9A9492C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D5A19-0CC9-4C4E-A0B7-31DF19AC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323571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05FC2-22E7-4E73-BE6A-A11F9649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0763C-5ECE-4B7C-BC02-9BF66EEE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9619F-9948-40BD-951E-2FE79FBF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43237-616B-4665-A5E4-E4879998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4002B-ED9D-4587-99EE-B4E0B71A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46DC9-F250-4E5B-8A09-74C22177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A8C4E-2983-421D-BF64-05D61DE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BC32F-FD43-4F91-841B-188F03A3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45F64-3A1D-4DF5-BA8A-A4B2ED4B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2B21C-B40D-40EE-A51E-B65321E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BC0EF-84C6-469E-B2C1-0D34CD0E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5453E-F643-458F-AC3C-7346F020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test how emotional framing changes what they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notice and infer.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Emotion is not merely noise in knowing; it can focus,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filter, and frame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AB6D7-D03C-4A22-999D-95703DAC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D26CB-0D52-48E8-B934-B7085C9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5E421-19BB-43D1-BE48-A71DC839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856F2-A4D3-48F9-9B86-CAC0101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Ambiguous image or short written scene.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Emotion frame cards such as anxious, excited,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suspicious, calm, proud, embarrassed.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Emotion frame cards with noticing prompts.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Interpretation grid: detail noticed, inference,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emotion frame, evidence strength.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B5B31-3375-4091-B74A-0449969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0378302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9B8AF0-3747-4FE6-8C53-39C9D782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7364D-8405-4F91-A36E-A9FED557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A3A1D-E97A-4880-83AF-434B6C84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8CF8C-D11E-4C38-B381-C24ED98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0DB92-3E99-4C15-A6FE-D3DEB7AC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7E150-4461-48D0-BEF7-374110DD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B2A07-0997-40A5-B239-CD4421A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5CEBA-86A9-4328-97FD-FC2CFAAF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49cbeb424f28">
            <a:extLst>
              <a:ext uri="{96DAC541-7B7A-43D3-8B79-37D633B846F1}">
                <asvg:svgBlip xmlns:asvg="http://schemas.microsoft.com/office/drawing/2016/SVG/main" r:embed="R860f4cf2159d47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A4DEE-1F17-49AC-BB20-C5BF974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6107D-D631-48CB-A9C3-27E57234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E8957-A00E-4169-8CFE-F91DB28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99F0F-E160-44DD-9361-B98D1D30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Emotion Snapshot Audit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Scene: a student sees two friends whispering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Emotion Snapshot Audit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Emotion frames: anxious, excited, suspicious, calm,...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83AF0-B62E-4DA8-95EA-CCB5AE74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2FD73-60DF-4661-BC0E-C2B392F4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521C6-F57C-4F2D-AD80-DC36B55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E6B57-0BD2-4B17-8108-F001ADD7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Emotion Snapshot Audit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Emotion Snapshot Audit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6274057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6A4DE-48C2-4B16-8867-8CFD3FE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8EBE7-DF18-4AF3-849A-D4349A07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CBF56-DC13-48D2-975E-058D97A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BBECB-1347-40B7-9565-EA6F5D3C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0C6AD-0F7E-46F7-A1BE-700C9609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F98A3-433A-4EC0-98C3-C688C331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FE667-1C09-4DF5-8B83-02D3E109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BA9DE-493A-4240-95B5-FED99EE9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0949E-4D27-4A84-ADF3-0FA7EF7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2B70A-0EBD-4059-A0A4-C28A6B03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E206-213F-46F2-B0C6-C0A9CC29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1F806-4432-424E-A10C-A5C8667A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students the same ambiguous stimulus without discussion.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Assign groups different emotion frame cards.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list what details they notice, what they infer, and what they ignore.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interpretations across emotion frames.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emotion as evidence, filter, and interpretive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F753C-B936-4147-AFC0-D069BAC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4056217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F67BC-3ED3-4DC1-95D4-0B1B1ABD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C0C63-2770-47CB-9F6D-3286F241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D514A-E383-4A1F-A46E-FE5D7657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C770D-0A5B-4DC4-A84E-4CE474B4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F4D2A-FC37-4821-8383-52A399E1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35422-0A57-48D8-8E25-5A50912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573B2-0D3C-4099-9BD3-FBA0F1F3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8510F-76E0-4FBC-9257-4598A772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D1C7C-3101-4E4B-AEBC-5BC7D112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71B5D-9CEF-4152-BC61-22B4E5B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62440-381B-49BD-B0AE-4EC1482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85CBB-763B-4FDD-B90C-85510C8A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88117-0B71-46CD-8685-FFBAE6E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3601C-35FD-417E-B7B2-6F6A96FC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756F2-5F44-4358-93BE-AD6EEF20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F5CC9-A72E-4C92-A74F-01AE0DE3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A5303-CDD9-475D-A881-27CCCAD2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AC868-D31A-4A44-9E19-2C214D87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5DF68-4FC1-4699-A246-6BA8F60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9746B-36EA-4C74-A903-858B2F8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783D4-7ADD-476F-B1DF-7B733E27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076A6-8C26-41B4-BE3C-863DDA6A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05241-716B-4F92-B4ED-E96B3F90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1B33E-615D-4E6C-A94B-ABA7B405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12952-C903-4EAA-9A13-92997022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1B45A-89E2-4F54-B13F-6E82B80C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515A3-5D76-45F4-A2DA-C167CCB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C04893-1434-4824-9378-DCE4A647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7078647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2B8530-D0F5-4A67-8CA7-55061420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2CF3E-29E1-492A-B526-1566FF4B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62CC5-2190-48B1-8093-1D7DA876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2683A-B52D-465E-B0C5-27923DF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D3603-6597-4C17-91D5-B4D9FA7B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244F4-FD42-4951-B546-C3C3A3C4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40A10-8999-4803-B8CD-379170E6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C340-886C-48A0-8511-E3E587E0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C5452-5C73-4684-9369-2E65608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E3A47-2D70-4FCE-A631-6F40094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FB636-DBC6-47C6-A12B-F721D88A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A9460-207E-49DC-8CED-5B24FD92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does emotion shape what knowers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notice?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emotion improve knowledge by making some evidence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salient?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emotional interpretation become distortion?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70C2C-1CD6-457E-A3AD-8975912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E6B6F-7E09-42B9-B4E7-51338719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D610B-5548-4430-AFF5-F218F6AC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EA6E8-6763-452E-842B-982EB276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emotion shape what knowers notice?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emotion be a source of insight as well as bias?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emotional evidence be checked by other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methods?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85987-0441-4FE8-8D75-9B87A241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935673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FAB8D-401B-4D7A-9ED8-ED25491B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C3047-3FAA-4CD0-A056-BFCEDA9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D5609-02D0-4915-8E34-8F469060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82C80-7BEF-494C-B1DE-0E75401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E71F4-6F9D-47D3-B8A9-396EE68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39BA7-92C5-439D-A49F-E3A86C23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03362-75E4-4C4B-ACFD-6F88E8A4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E9FDD-95D6-47D0-B533-D2C7663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51D97-0C5B-4230-9FC9-10E16073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698CE-F4DE-4824-BFE7-EA10A9A1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EBF41-D399-498C-B2FB-82A18B07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FFE04-EB00-4EAD-9737-6FB08F0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suspicious frame made the whispering seem hostile,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while the excited frame made it seem like a surprise.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same detail supported different interpretations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because the emotional frame 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8C5AE-D033-4870-856F-DC326514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19F52-1790-4133-99AC-B8F9E234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6210C-C2B8-4C8A-91CD-0CA79DE0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BFA32-9DB0-49B2-95F0-74C88885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emotion in eyewitness testimony, art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interpretation, and ethical judgement.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Create a checking routine for emotionally charged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claims.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ee3d3cd7c4670">
            <a:extLst>
              <a:ext uri="{96DAC541-7B7A-43D3-8B79-37D633B846F1}">
                <asvg:svgBlip xmlns:asvg="http://schemas.microsoft.com/office/drawing/2016/SVG/main" r:embed="R333e015c2f7e43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9212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A1FB1-D561-4608-83A1-CF61E9CA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CB8BB-83CB-4FD0-8A12-823E91B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7C8A3-0EBF-43E1-9FFA-6143C8C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C61E7-A55F-4941-ADA7-FD62B1A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F06E9-4F9F-46C8-B74F-5EA2BF9D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58D5C-8D69-433D-A5C4-B686A804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2CA8F-A395-4912-950B-CE8B65D9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79AC8-3C6B-4DC6-884D-D2BF2190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3F072-6370-4360-831B-7F907FE4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72E81-F2BE-4E3E-87E2-F243B21E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6F28B-5E56-4CE8-9A3F-8D9512BF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B120D-1F48-41AE-AF42-6BAF4BD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One ambiguous image annotated twice from two emotional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frames.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0BDF6-B69C-4AB5-87E9-800AE63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38E67-076F-4298-A7C1-9829BA9E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DADDA-367B-4895-BA93-DC0481E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B3FBE-7A00-40F8-9250-3FC66DF4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6771C-32DC-4013-9CDF-A74E6FA8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BB95A-8B78-4B91-B269-AF9CCC95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05C8E-566E-4A75-B629-B04711F2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ED6FB-DF53-4F55-ADA7-589BB09C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Perspective Glasses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5410C-278A-4630-8788-DD357DFF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513247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2026-06-20T10:31:40.5580000Z</dcterms:created>
  <dcterms:modified xsi:type="dcterms:W3CDTF">2026-06-20T10:31:40.5580000Z</dcterms:modified>
</coreProperties>
</file>