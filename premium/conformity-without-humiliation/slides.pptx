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6d9c130194a3b" /><Relationship Type="http://schemas.openxmlformats.org/officeDocument/2006/relationships/extended-properties" Target="/docProps/app.xml" Id="Rf593956789004f02" /><Relationship Type="http://schemas.openxmlformats.org/officeDocument/2006/relationships/officeDocument" Target="/ppt/presentation.xml" Id="R2d75ead60e7a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b8be985a9348b0"/>
  </p:sldMasterIdLst>
  <p:notesMasterIdLst>
    <p:notesMasterId xmlns:r="http://schemas.openxmlformats.org/officeDocument/2006/relationships" r:id="Rf35f6b8f3260428e"/>
  </p:notesMasterIdLst>
  <p:sldIdLst>
    <p:sldId xmlns:r="http://schemas.openxmlformats.org/officeDocument/2006/relationships" id="256" r:id="R5cee91411c2b493b"/>
    <p:sldId xmlns:r="http://schemas.openxmlformats.org/officeDocument/2006/relationships" id="257" r:id="R854af99b9c3b473b"/>
    <p:sldId xmlns:r="http://schemas.openxmlformats.org/officeDocument/2006/relationships" id="258" r:id="R9bd76233bbfc4ca9"/>
    <p:sldId xmlns:r="http://schemas.openxmlformats.org/officeDocument/2006/relationships" id="259" r:id="Ra04040f75a944392"/>
    <p:sldId xmlns:r="http://schemas.openxmlformats.org/officeDocument/2006/relationships" id="260" r:id="R9b9a4cedf2e14729"/>
    <p:sldId xmlns:r="http://schemas.openxmlformats.org/officeDocument/2006/relationships" id="261" r:id="R6dfc9436f7cf40f3"/>
    <p:sldId xmlns:r="http://schemas.openxmlformats.org/officeDocument/2006/relationships" id="262" r:id="R2e347f061e664561"/>
    <p:sldId xmlns:r="http://schemas.openxmlformats.org/officeDocument/2006/relationships" id="263" r:id="R020d84cb27914a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e899345f74ca0" /><Relationship Type="http://schemas.openxmlformats.org/officeDocument/2006/relationships/slideMaster" Target="/ppt/slideMasters/slideMaster1.xml" Id="R00b8be985a9348b0" /><Relationship Type="http://schemas.openxmlformats.org/officeDocument/2006/relationships/notesMaster" Target="/ppt/notesMasters/notesMaster1.xml" Id="Rf35f6b8f3260428e" /><Relationship Type="http://schemas.openxmlformats.org/officeDocument/2006/relationships/presProps" Target="/ppt/presProps.xml" Id="R059572af9e184bf6" /><Relationship Type="http://schemas.openxmlformats.org/officeDocument/2006/relationships/tableStyles" Target="/ppt/tableStyles.xml" Id="R34f2ae3329f84939" /><Relationship Type="http://schemas.openxmlformats.org/officeDocument/2006/relationships/slide" Target="/ppt/slides/slide1.xml" Id="R5cee91411c2b493b" /><Relationship Type="http://schemas.openxmlformats.org/officeDocument/2006/relationships/slide" Target="/ppt/slides/slide2.xml" Id="R854af99b9c3b473b" /><Relationship Type="http://schemas.openxmlformats.org/officeDocument/2006/relationships/slide" Target="/ppt/slides/slide3.xml" Id="R9bd76233bbfc4ca9" /><Relationship Type="http://schemas.openxmlformats.org/officeDocument/2006/relationships/slide" Target="/ppt/slides/slide4.xml" Id="Ra04040f75a944392" /><Relationship Type="http://schemas.openxmlformats.org/officeDocument/2006/relationships/slide" Target="/ppt/slides/slide5.xml" Id="R9b9a4cedf2e14729" /><Relationship Type="http://schemas.openxmlformats.org/officeDocument/2006/relationships/slide" Target="/ppt/slides/slide6.xml" Id="R6dfc9436f7cf40f3" /><Relationship Type="http://schemas.openxmlformats.org/officeDocument/2006/relationships/slide" Target="/ppt/slides/slide7.xml" Id="R2e347f061e664561" /><Relationship Type="http://schemas.openxmlformats.org/officeDocument/2006/relationships/slide" Target="/ppt/slides/slide8.xml" Id="R020d84cb2791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da60dbcfad49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79b6fa2ff40fa" /><Relationship Type="http://schemas.openxmlformats.org/officeDocument/2006/relationships/notesMaster" Target="/ppt/notesMasters/notesMaster1.xml" Id="Rdfbb6969ca584c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418fbf80334b7f" /><Relationship Type="http://schemas.openxmlformats.org/officeDocument/2006/relationships/notesMaster" Target="/ppt/notesMasters/notesMaster1.xml" Id="R1ffbe057dc2f4f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54326377c94e26" /><Relationship Type="http://schemas.openxmlformats.org/officeDocument/2006/relationships/notesMaster" Target="/ppt/notesMasters/notesMaster1.xml" Id="Rff3dec612dac45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4caa77d6d4409e" /><Relationship Type="http://schemas.openxmlformats.org/officeDocument/2006/relationships/notesMaster" Target="/ppt/notesMasters/notesMaster1.xml" Id="Rac97a8967e7b42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e9f1691b7f4dc3" /><Relationship Type="http://schemas.openxmlformats.org/officeDocument/2006/relationships/notesMaster" Target="/ppt/notesMasters/notesMaster1.xml" Id="Rc5186779238d42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b1cc6eb2f49b6" /><Relationship Type="http://schemas.openxmlformats.org/officeDocument/2006/relationships/notesMaster" Target="/ppt/notesMasters/notesMaster1.xml" Id="Rd8a75471b3fe41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aa709a5f124439" /><Relationship Type="http://schemas.openxmlformats.org/officeDocument/2006/relationships/notesMaster" Target="/ppt/notesMasters/notesMaster1.xml" Id="R382ba9308d4448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c0bf985f4b464e" /><Relationship Type="http://schemas.openxmlformats.org/officeDocument/2006/relationships/notesMaster" Target="/ppt/notesMasters/notesMaster1.xml" Id="R356240360a2641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2e7d02588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251d537d340be" /><Relationship Type="http://schemas.openxmlformats.org/officeDocument/2006/relationships/slideLayout" Target="/ppt/slideLayouts/slideLayout1.xml" Id="R4661a7a40c65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1a7a40c65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069a613ae4865" /><Relationship Type="http://schemas.openxmlformats.org/officeDocument/2006/relationships/image" Target="/ppt/media/image.png" Id="R4b357234538d41d8" /><Relationship Type="http://schemas.openxmlformats.org/officeDocument/2006/relationships/image" Target="/ppt/media/image.svg" Id="R684140639b5f4354" /><Relationship Type="http://schemas.openxmlformats.org/officeDocument/2006/relationships/notesSlide" Target="/ppt/notesSlides/notesSlide1.xml" Id="R44461abf425648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98002788a4897" /><Relationship Type="http://schemas.openxmlformats.org/officeDocument/2006/relationships/notesSlide" Target="/ppt/notesSlides/notesSlide2.xml" Id="R1acf40664f134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5e167c0ae4535" /><Relationship Type="http://schemas.openxmlformats.org/officeDocument/2006/relationships/image" Target="/ppt/media/image2.png" Id="Rd53d540115a34138" /><Relationship Type="http://schemas.openxmlformats.org/officeDocument/2006/relationships/image" Target="/ppt/media/image2.svg" Id="R8a993e1ca1bc49f6" /><Relationship Type="http://schemas.openxmlformats.org/officeDocument/2006/relationships/notesSlide" Target="/ppt/notesSlides/notesSlide3.xml" Id="R6024186297924a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151e21ede42ca" /><Relationship Type="http://schemas.openxmlformats.org/officeDocument/2006/relationships/notesSlide" Target="/ppt/notesSlides/notesSlide4.xml" Id="R7c6868ac5414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68524ec804f14" /><Relationship Type="http://schemas.openxmlformats.org/officeDocument/2006/relationships/notesSlide" Target="/ppt/notesSlides/notesSlide5.xml" Id="Rb5d27267f7ad49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78a6471a64260" /><Relationship Type="http://schemas.openxmlformats.org/officeDocument/2006/relationships/notesSlide" Target="/ppt/notesSlides/notesSlide6.xml" Id="Rd6e67b56fc3c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eca8e07a4874" /><Relationship Type="http://schemas.openxmlformats.org/officeDocument/2006/relationships/image" Target="/ppt/media/image3.png" Id="Rdaf23f8b9f0f40b6" /><Relationship Type="http://schemas.openxmlformats.org/officeDocument/2006/relationships/image" Target="/ppt/media/image3.svg" Id="R77af9812424340de" /><Relationship Type="http://schemas.openxmlformats.org/officeDocument/2006/relationships/notesSlide" Target="/ppt/notesSlides/notesSlide7.xml" Id="Rccc2231f8ab8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ca4c77dc74a7b" /><Relationship Type="http://schemas.openxmlformats.org/officeDocument/2006/relationships/notesSlide" Target="/ppt/notesSlides/notesSlide8.xml" Id="R79a39f5c00ce43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5B563-D653-48F4-9911-8A712ED9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AC964-376B-429F-A425-BEC4E12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322AF-506D-4989-974B-B71352B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A576B-D747-443D-A180-595345C4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97704-814C-4712-8132-BB182F28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D9ED5-2FD2-4D7B-8FE9-957816E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89C7-968E-46CD-B3E9-2659DAE5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Conformity without Humiliation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06588-6400-453C-BB0C-334DD914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57234538d41d8">
            <a:extLst>
              <a:ext uri="{96DAC541-7B7A-43D3-8B79-37D633B846F1}">
                <asvg:svgBlip xmlns:asvg="http://schemas.microsoft.com/office/drawing/2016/SVG/main" r:embed="R684140639b5f43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B1EE9-35B1-4809-9D14-E199F863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EE3B4-65B2-4E21-951A-021C0C3F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5B44D-85F6-4761-AD14-39DE007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94FD5-DB4F-4981-ACE7-597900E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Consensus can distort judgement.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25822-D59A-48F9-AA27-4875377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315BC-B388-4E71-84C9-400E8AE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8F01F-8AFD-495C-A0D8-AB218D5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5C6A1-464B-4351-BBE2-E42D779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12687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4F684-7849-4E8E-A856-E64B8B00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2B205-7376-424C-8DA3-86D26E5C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22947-B47F-4A6B-8FF0-DBEFEC76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4B52-F437-4A3F-B058-434E7204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38831-697F-43A2-957E-AE03697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9B661-39C1-4625-945D-14D8C75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33EF6-3C71-462F-AED1-74ED9070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1BA77-8F0E-48E2-A6A6-18A9D3D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17649-9642-4004-8500-41C5BF0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546C0-C04B-4859-84B8-EE34EB2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9394B-7FB1-44DD-BE88-6487C399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A421-F862-4B85-ADED-A571C8B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group information can influence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individual judgement.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Consensus can distort judgement.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305A1-4A64-4E43-B5AD-A0C946D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9542F-CDA3-4DBE-A165-7748A046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C3F4-F705-4EE5-BEA5-E3E0CE4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38BD0-4F3D-44E3-9641-A7EA86B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dot-estimation slide or jar-estimation task.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1ABF2-AA0E-432F-B425-828451BF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13790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0CAF2-49BE-431E-86BF-6397F7D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45059-FB6A-425E-8A9A-0ECDCD6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B631B-85F0-42FB-9349-60327F3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F51AC-16CB-4756-A330-A2D1B0C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EFCAC-E06F-46B8-9BA9-6BDB6DB1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65436-2293-449E-8B31-F1AA673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14722-A6E4-48E7-A1AD-752B193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6A64-7426-46D4-AFE5-7BF7319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d540115a34138">
            <a:extLst>
              <a:ext uri="{96DAC541-7B7A-43D3-8B79-37D633B846F1}">
                <asvg:svgBlip xmlns:asvg="http://schemas.microsoft.com/office/drawing/2016/SVG/main" r:embed="R8a993e1ca1bc49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ECE4B-C8C1-43FF-87F1-C1F9FAA6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80770-3D3F-40E8-93D0-A995F88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F8F2D-11A1-4A18-91DF-490CBED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98038-582E-46A3-86E0-6FF9452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low-stakes line-length or preference task...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Silent voting before and after seeing a group...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A32D-AB81-4A8D-883B-6C9E9AD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9363E-06D7-4FF3-AB70-E5F034F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5B334-FE49-4015-A78A-7D7A3D6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C94C2-B442-4B2F-A5D7-31E1FAE6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Conformity without Humiliation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A,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Conformity without Humiliation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65355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88260-05B2-4B27-9AFA-ACDF133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0EC7-E05B-4488-AF46-AEB52AF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E0F13-A9EB-4F02-A7E5-A3CD42C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12C26-2C0B-411E-B5A7-D8C8853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2FB24-C48E-4CC5-8DE8-5D27304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54710-2807-4F69-9DC9-20D6FC6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D484A-5457-4705-AC0D-F514B85E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D32F7-A23E-4240-AAE1-F215D76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78632-F030-4E78-922E-C9595CB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C08BA-B84E-478B-BFDB-200E6795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856AA-139A-463D-B87D-DE88CD3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AB298-3257-4B5C-B910-01C72C73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first make a private estimate.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Show a fake or real class average that is clearly high or low.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make a second estimate.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how many shifted towards the group. Debrief immediately.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442A9-8F94-4E97-BC1E-75A5114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15401295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A2797-C2E8-4FCA-80CB-7410F40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DC1AB-5247-4080-8730-9A69B75F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3AA1B-491B-4F42-B46A-6067BE7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B44D4-E0D4-43F4-961B-9F82046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27A85-B0EC-4926-BAC1-093EDB5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FC728-2C0A-4517-A598-DC49E2D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25E3E-529F-44E6-855A-00DFC1F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9C1A3-6EF9-408A-885E-7C91DBE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28DE9-0883-483F-9D3E-7FBF6866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B401B-2614-4106-95E5-3897D777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B3D94-2265-474B-9584-4558784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71FC1-E276-447D-B796-A6309FD0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2A3DD-2B51-40EC-9B1D-15E4C1F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E136E-E1AA-47D8-B532-76D13AB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AE633-D0AE-46B6-AB4C-597EC77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F2639-3256-4F6E-9DD8-AA5CE68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D7681-8777-483B-81A0-07BA81F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B721C-19D3-43CB-ADAF-76FAC2F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47411-C35C-415F-B364-47B5F9D6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0EE91-4ACF-4845-B76F-F2ED56F3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431C2-E3C7-41DE-B357-60D7592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A4460-14E6-4873-BB82-13983591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5C90E-D51A-46D3-BF94-F377D283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82B00-8FED-4B77-A740-B020A3C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3C2D1-0787-49A1-B4C3-215939C6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2B3C9-C8BA-4017-8C9E-90545A5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FB257-F77D-4288-A88D-685A5395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56DA0-A985-4720-8378-AC1A0B3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17774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93B28-F3E2-4CD1-9C66-A0E92D7D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B8445-F182-4B67-9CAF-CAF5A4BE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647FC-E1DD-4B78-9460-C60CA9AF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E2556-BE7C-4554-9FC3-E81D054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745D0-582F-4CBA-A74A-5372303B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9FBC6-5440-49B8-A1C3-6001BBB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5CB5D-345D-4AE8-BB77-25B2F53D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E87D2-B482-42F2-A757-69FF1B5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79FF-7315-459C-AF2A-1D12111D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5414E-A1DA-471D-A460-34B236BC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3AD71-A0DF-4F92-8824-2F5185B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C6E49-7BAA-4A4E-B56C-A07CC69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consensus a reliable guide to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truth?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shared knowledge become groupthink?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communities improve or distort individual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59EAF-717F-4DD3-BE8F-1B72B1CB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E0654-9A03-4679-BE82-11A6FD2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2AA02-9F00-4686-B7DC-A594E41A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A7CA4-1E0F-4C98-8EFD-DDD8C826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consensus a reliable guide to truth?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shared knowledge become groupthink?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communities improve or distort individual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6F138-160C-4939-9542-45A45AEE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4124808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9A52B-D200-4CE2-8FAF-437F382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36FBC-D02A-452F-A72E-6B40422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5708C-25C2-4E9A-9E68-64D7BF1C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8ED6C-E00A-48B1-8B41-1037235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5BC4F-E022-4DF6-82F3-1421C8D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00158-9C5B-45DF-9B36-3B05310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E3ECA-0958-4DB9-B6DE-3E02A772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0CB61-2E03-442D-AA60-C19116EC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3F1E4-6426-450A-85FF-B9C4AB7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80017-B057-471E-9C45-E560B5F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D530A-3854-4A52-AC52-9D6CBEB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92BB5-2531-45DF-9AAB-1071B08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Conformity without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Humiliation: "My first judgement felt obvious, but 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was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84547-D35A-4E4E-B686-004F821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232DD-88BE-403E-96D2-2F04378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626E5-E360-497C-87D0-5141E47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49D6E-E37A-4E98-8A18-75B475E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23f8b9f0f40b6">
            <a:extLst>
              <a:ext uri="{96DAC541-7B7A-43D3-8B79-37D633B846F1}">
                <asvg:svgBlip xmlns:asvg="http://schemas.microsoft.com/office/drawing/2016/SVG/main" r:embed="R77af9812424340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4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9EF544-C2B3-487C-AA03-10CBCD7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12855-35C6-4F09-9DFA-DB33E98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30BDD-0670-42D1-B0B2-BDD23D4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FBC5F-3B81-4542-9EA5-9F72C52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BA637-DFCE-4A13-83E9-13C1EDB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F820C-5530-4BCD-8860-7760932E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E906A-3049-4553-BD36-84DD23B7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69935-46C9-412D-8732-8F37917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9422A-5054-4688-8D3B-337CBB8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2CB02-8CBD-4AAF-AA20-A0659548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F2EF-CF9D-4010-952F-17E3864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AE0EC-FB36-40C2-B291-DECFC0F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Before-and-after estimates showing social influence.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E1201-3D5E-47D6-B490-985DF2A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CB649-3071-473F-B8B9-F5BBCD1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ABFC9-64C6-4BDE-A8C8-82B060DD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62138-0DFC-41B8-8AD9-BC9D7D5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2334C-0981-4BCD-908D-D542C38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D1A8D-E8DA-4659-AABC-5D9723C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3DADC-702B-46A8-8036-E0EBC2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3C3DD-553E-4DF2-B122-4C79E26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E9B63-D21F-4D4E-A4CD-9645265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554714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2026-06-20T10:31:36.5600000Z</dcterms:created>
  <dcterms:modified xsi:type="dcterms:W3CDTF">2026-06-20T10:31:36.5600000Z</dcterms:modified>
</coreProperties>
</file>