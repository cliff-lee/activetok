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47e71a7a80453b" /><Relationship Type="http://schemas.openxmlformats.org/officeDocument/2006/relationships/extended-properties" Target="/docProps/app.xml" Id="R282cc46fd02a45fc" /><Relationship Type="http://schemas.openxmlformats.org/officeDocument/2006/relationships/officeDocument" Target="/ppt/presentation.xml" Id="Rd98ffc573b1a49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e1b89555424b33"/>
  </p:sldMasterIdLst>
  <p:notesMasterIdLst>
    <p:notesMasterId xmlns:r="http://schemas.openxmlformats.org/officeDocument/2006/relationships" r:id="R6bd5e10ec70c4b0b"/>
  </p:notesMasterIdLst>
  <p:sldIdLst>
    <p:sldId xmlns:r="http://schemas.openxmlformats.org/officeDocument/2006/relationships" id="256" r:id="R25db0409751f41c6"/>
    <p:sldId xmlns:r="http://schemas.openxmlformats.org/officeDocument/2006/relationships" id="257" r:id="R4ce8d4ec9b6d45bf"/>
    <p:sldId xmlns:r="http://schemas.openxmlformats.org/officeDocument/2006/relationships" id="258" r:id="Ra130399b2e9b47d6"/>
    <p:sldId xmlns:r="http://schemas.openxmlformats.org/officeDocument/2006/relationships" id="259" r:id="Rc0eaf08012bd4921"/>
    <p:sldId xmlns:r="http://schemas.openxmlformats.org/officeDocument/2006/relationships" id="260" r:id="Ra6e90c4963f5470e"/>
    <p:sldId xmlns:r="http://schemas.openxmlformats.org/officeDocument/2006/relationships" id="261" r:id="Ra900b6e45bb34fe2"/>
    <p:sldId xmlns:r="http://schemas.openxmlformats.org/officeDocument/2006/relationships" id="262" r:id="R0be0ca997625446d"/>
    <p:sldId xmlns:r="http://schemas.openxmlformats.org/officeDocument/2006/relationships" id="263" r:id="R64f9b4f4d16141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52d6c632144c0f" /><Relationship Type="http://schemas.openxmlformats.org/officeDocument/2006/relationships/slideMaster" Target="/ppt/slideMasters/slideMaster1.xml" Id="R10e1b89555424b33" /><Relationship Type="http://schemas.openxmlformats.org/officeDocument/2006/relationships/notesMaster" Target="/ppt/notesMasters/notesMaster1.xml" Id="R6bd5e10ec70c4b0b" /><Relationship Type="http://schemas.openxmlformats.org/officeDocument/2006/relationships/presProps" Target="/ppt/presProps.xml" Id="Rc3ee6bf6587d4d5a" /><Relationship Type="http://schemas.openxmlformats.org/officeDocument/2006/relationships/tableStyles" Target="/ppt/tableStyles.xml" Id="R5ff1bdc6a0e64a56" /><Relationship Type="http://schemas.openxmlformats.org/officeDocument/2006/relationships/slide" Target="/ppt/slides/slide1.xml" Id="R25db0409751f41c6" /><Relationship Type="http://schemas.openxmlformats.org/officeDocument/2006/relationships/slide" Target="/ppt/slides/slide2.xml" Id="R4ce8d4ec9b6d45bf" /><Relationship Type="http://schemas.openxmlformats.org/officeDocument/2006/relationships/slide" Target="/ppt/slides/slide3.xml" Id="Ra130399b2e9b47d6" /><Relationship Type="http://schemas.openxmlformats.org/officeDocument/2006/relationships/slide" Target="/ppt/slides/slide4.xml" Id="Rc0eaf08012bd4921" /><Relationship Type="http://schemas.openxmlformats.org/officeDocument/2006/relationships/slide" Target="/ppt/slides/slide5.xml" Id="Ra6e90c4963f5470e" /><Relationship Type="http://schemas.openxmlformats.org/officeDocument/2006/relationships/slide" Target="/ppt/slides/slide6.xml" Id="Ra900b6e45bb34fe2" /><Relationship Type="http://schemas.openxmlformats.org/officeDocument/2006/relationships/slide" Target="/ppt/slides/slide7.xml" Id="R0be0ca997625446d" /><Relationship Type="http://schemas.openxmlformats.org/officeDocument/2006/relationships/slide" Target="/ppt/slides/slide8.xml" Id="R64f9b4f4d16141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097ab7120242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417a99511d478a" /><Relationship Type="http://schemas.openxmlformats.org/officeDocument/2006/relationships/notesMaster" Target="/ppt/notesMasters/notesMaster1.xml" Id="Re3495d0cd08b47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1cdf10bfc74f01" /><Relationship Type="http://schemas.openxmlformats.org/officeDocument/2006/relationships/notesMaster" Target="/ppt/notesMasters/notesMaster1.xml" Id="R46e34b1a0d6f4e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f6cdb6e2bb4c48" /><Relationship Type="http://schemas.openxmlformats.org/officeDocument/2006/relationships/notesMaster" Target="/ppt/notesMasters/notesMaster1.xml" Id="R76a3a38e17d44e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af660124f24ef7" /><Relationship Type="http://schemas.openxmlformats.org/officeDocument/2006/relationships/notesMaster" Target="/ppt/notesMasters/notesMaster1.xml" Id="R56e7ececa19d49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dfa8e688fc46aa" /><Relationship Type="http://schemas.openxmlformats.org/officeDocument/2006/relationships/notesMaster" Target="/ppt/notesMasters/notesMaster1.xml" Id="Re8607537cfa946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f176873a214ebf" /><Relationship Type="http://schemas.openxmlformats.org/officeDocument/2006/relationships/notesMaster" Target="/ppt/notesMasters/notesMaster1.xml" Id="R7e42d0eb51514e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8ec96dda5a48da" /><Relationship Type="http://schemas.openxmlformats.org/officeDocument/2006/relationships/notesMaster" Target="/ppt/notesMasters/notesMaster1.xml" Id="Rb24eb045187241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d31d0a7d7e4595" /><Relationship Type="http://schemas.openxmlformats.org/officeDocument/2006/relationships/notesMaster" Target="/ppt/notesMasters/notesMaster1.xml" Id="Rc75ba30fcf8a4c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92b712ac34d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44436ab8ec4520" /><Relationship Type="http://schemas.openxmlformats.org/officeDocument/2006/relationships/slideLayout" Target="/ppt/slideLayouts/slideLayout1.xml" Id="R8e2c008d125d4d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c008d125d4d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19e7d6243448b" /><Relationship Type="http://schemas.openxmlformats.org/officeDocument/2006/relationships/image" Target="/ppt/media/image.png" Id="R69ea5f5ebe4745a7" /><Relationship Type="http://schemas.openxmlformats.org/officeDocument/2006/relationships/image" Target="/ppt/media/image.svg" Id="Ra9fbb177c10d4b07" /><Relationship Type="http://schemas.openxmlformats.org/officeDocument/2006/relationships/notesSlide" Target="/ppt/notesSlides/notesSlide1.xml" Id="R38bcda5ff2ad49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60f29da464bb7" /><Relationship Type="http://schemas.openxmlformats.org/officeDocument/2006/relationships/notesSlide" Target="/ppt/notesSlides/notesSlide2.xml" Id="Ra37672da498c40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bc082d9a7476f" /><Relationship Type="http://schemas.openxmlformats.org/officeDocument/2006/relationships/image" Target="/ppt/media/image2.png" Id="Rdb5566e5e5334209" /><Relationship Type="http://schemas.openxmlformats.org/officeDocument/2006/relationships/image" Target="/ppt/media/image2.svg" Id="Ra52de6f4c00440a4" /><Relationship Type="http://schemas.openxmlformats.org/officeDocument/2006/relationships/notesSlide" Target="/ppt/notesSlides/notesSlide3.xml" Id="Rd69455bbc11d45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5fbf47eaf4016" /><Relationship Type="http://schemas.openxmlformats.org/officeDocument/2006/relationships/notesSlide" Target="/ppt/notesSlides/notesSlide4.xml" Id="R17b21e2516b449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f9d98c1e74577" /><Relationship Type="http://schemas.openxmlformats.org/officeDocument/2006/relationships/notesSlide" Target="/ppt/notesSlides/notesSlide5.xml" Id="Rdde3c2a782aa47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04776fd304cd9" /><Relationship Type="http://schemas.openxmlformats.org/officeDocument/2006/relationships/notesSlide" Target="/ppt/notesSlides/notesSlide6.xml" Id="Rac15ad0bacd34f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3af8238fc4932" /><Relationship Type="http://schemas.openxmlformats.org/officeDocument/2006/relationships/image" Target="/ppt/media/image3.png" Id="R3ab4623cfa884196" /><Relationship Type="http://schemas.openxmlformats.org/officeDocument/2006/relationships/image" Target="/ppt/media/image3.svg" Id="R472d21f6a4da46f6" /><Relationship Type="http://schemas.openxmlformats.org/officeDocument/2006/relationships/notesSlide" Target="/ppt/notesSlides/notesSlide7.xml" Id="R3157965e006347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20065f2b7433e" /><Relationship Type="http://schemas.openxmlformats.org/officeDocument/2006/relationships/notesSlide" Target="/ppt/notesSlides/notesSlide8.xml" Id="R2bc3864d0d9949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EBB46A-2265-4C02-A0B5-C1D41A27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96360-A282-4FB2-94ED-70AEA777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774CF-1609-4753-9F10-6D98FD82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9E4A2-E3C3-4C6B-A8E1-E5C9B0E6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C2D35-ABED-42E9-B58B-349F895C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814E0-2EC2-443F-96CB-DCAEC1AA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C77AA-8125-440D-95AB-9C7BCFD8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Peer Review Filter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DD2F5-064A-4C3D-AE76-F7348AC4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a5f5ebe4745a7">
            <a:extLst>
              <a:ext uri="{96DAC541-7B7A-43D3-8B79-37D633B846F1}">
                <asvg:svgBlip xmlns:asvg="http://schemas.microsoft.com/office/drawing/2016/SVG/main" r:embed="Ra9fbb177c10d4b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72C2A-ECD5-48B0-BE06-3C4635D8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44717-2322-4613-9CD4-7AF8B982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C3DC2-305E-453C-BC52-ABA384BF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1545B-0B55-43DA-9C84-5A582386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Scientific knowledge is filtered by community criticism,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not just produced by individual discovery.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4C2BE-351A-4521-823A-C0EBF722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A8F4E-0833-411A-93FC-05F53EFE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5B97B-F8B9-43D8-A900-6566E6D9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7C61F-EB7B-4CB8-BBA5-4DC7956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7521947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481EC4-A397-4B12-8B78-CC292A85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02035-255F-44BB-A7B7-57F93A5B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A3844-6024-4479-88F5-54E2E758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14011-F665-4F54-856C-D27872AF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0887A-E4A8-4221-8F8C-444789DD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1BAC8-C13A-4393-8082-4D871AE0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9B4A0-BBD6-402B-B80A-8188BB3A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5EDA2-29EE-4DF4-A0EE-0742CAF2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14A95-8FFB-4A79-A09D-32B75744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BDA06-3CF4-41D7-B56B-0CC78964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A0C3C-CEFA-4293-AF0D-724EA5DC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A6CAB-13F4-4C48-BDCF-B6165659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practice evaluating method, evidence, and claims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through a peer-review lens.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Scientific knowledge is filtered by community criticism,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not just produced by individual discovery.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03655-85E7-4ECE-B2D5-767831C0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A49C8-D760-49FE-B7E9-FD21CC2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EADE6-C4E4-4BE3-A0B6-DB7F0870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E69FD-053E-4A8F-ACEF-4AF2E2E1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One-page fictional study summary with method, results,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conclusion.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Reviewer checklist and decision cards.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Reviewer checklist: sample, control, measurement,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claim size, alternative explanation, ethical issue.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Decision card: accept, minor revision, major revision,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reject, or invite replication.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0D61C-3A95-4EBF-AF63-4EFAD2F7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9353002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42B0E-E34E-4A39-BECF-E5022F06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42E6C-D664-483D-9A54-A997C297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40C14-C68F-4D4C-B7C9-222DC970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7D2DC-C240-451C-89CA-9F54ED93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29080-1281-4E6B-843B-D3986EA7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0AEB5-C48B-4A1E-8A5A-31EDD0D6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B096C-85F0-4A30-A306-63C69CC7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1898C-9BAD-4C68-A123-3181B2A6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566e5e5334209">
            <a:extLst>
              <a:ext uri="{96DAC541-7B7A-43D3-8B79-37D633B846F1}">
                <asvg:svgBlip xmlns:asvg="http://schemas.microsoft.com/office/drawing/2016/SVG/main" r:embed="Ra52de6f4c00440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26E23-BFAE-4713-995B-4AF57077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1D69C-277C-4D0F-9929-ABCD2214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76D03-FBB6-47AF-9F18-587F42E4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10943-39DE-4843-A006-F6878B08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Peer Review Filter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Study claim: a lavender scent improves memory scores by...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Peer Review Filter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Flaws: no random assignment, small sample, unclear...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5B750-C5A1-478C-9A7F-7A6DD4C8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F3FBC-A186-46E3-92CB-0E0E3631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3B052-20F0-47F3-BFBA-0AE1BFC3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FB617-606A-4FDA-B3B8-EAFE7436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Peer Review Filter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Peer Review Filter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5944602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D5170-F2D8-41F0-BB68-0181207D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9FDCC-F78E-4901-A99C-AE77495A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81D4E-67D3-4BB2-8059-2298A1C8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5EA19-97D4-4CAB-9386-5102FCFB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69EEE-79CF-46ED-8C19-B65FF499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3C167-B0A9-4C66-8B1A-8D814F81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4EEAA-6F45-4C4D-A799-F56AB7AA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4D825-2EC6-45BE-9CA8-B532B09A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9836D-3E17-4834-8064-92A66990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27A59-7BC0-4A75-B395-F569FBA0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C03A3-459D-4CCD-A2AC-121201C8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B481-7FF5-4A94-B903-B6DF3E39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a fictional study with several strengths and weaknesses.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annotate method, sample, measurement, claim size, and limitations.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write reviewer comments and a decision: accept, revise, or reject.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Compare reviewer decisions and identify criteria behind disagreement.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peer review as a social process for improving knowledge.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D9411-A8A2-4949-9C6A-EAE44D0C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Natural...</a:t>
            </a:r>
          </a:p>
        </p:txBody>
      </p:sp>
    </p:spTree>
    <p:extLst>
      <p:ext uri="{BB962C8B-B14F-4D97-AF65-F5344CB8AC3E}">
        <p14:creationId xmlns:p14="http://schemas.microsoft.com/office/powerpoint/2010/main" val="11323812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82FF2F-BFA6-486A-B10C-C9BD6F32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2F365-3CD9-4021-8F18-ED2A80C8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1A21B-7838-4214-9C97-98C71AD3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F1C66-0EEA-43A4-BC9D-B5B56130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6E01F-ED6C-48E0-A935-B73CBD34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0C503-8A45-4F69-9C46-7C42EBA4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15853-F550-4A2F-B994-1F2E4F83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2007F-3B2B-4BD4-A6C2-8A4A0B67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FC28B-8D1A-4152-9B2A-05B8ABB8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F81CD-89A2-482C-8C7B-AD1CB9F2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7F306-4240-4D88-B468-233AD86E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EB45C-A347-41A5-B3B9-ABD47C82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44D75-B1BA-4EDA-9C1E-ED10B32F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086C0-BE5A-4198-967B-EE2655CE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78B04-22B7-421A-BD68-51A30506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A8F2A-3F92-465B-AB60-3EABF630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AF356-7C3B-468E-9188-B21AEB4C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79233-C273-4E4C-8AC5-4951E7D7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3CEED-BBB4-4FDE-8CAF-4D24ADA8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02BE9-5277-404A-BD34-2BE62401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D887D-CA7F-4105-8545-D60B5148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4DB01-EEAC-46A8-81B3-67B07907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3E51A-1B9A-4D18-ABE1-60E5BA7D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55F52D-5DE1-45C7-A5D0-7DBE5AAB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5C5B3-2579-483C-A8AA-85F34D7C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FFF7B-D7F2-4595-B9E3-AEC26E49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B38BDF-7177-41F3-98D5-A49C5E6C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E7AF25-9403-40BB-BDAD-2832A838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5713137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AADFF4-75AA-4CCC-BB97-1598F937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FC838-78CE-4778-95CA-8CFD9628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6AD04-18F9-4D58-AA6D-A425C155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E4E5B-94F8-486E-A5D7-423E4752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79BBD-28EC-457C-B580-854F544D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8EC43-BF84-40A3-B648-D02E0D20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DF99B-979C-449E-B272-A2DF4063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7D627-4C7E-438F-80DB-4C74AE9B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3274B-48FB-4D3F-A882-303C05B9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18333-D219-45C5-9785-426FBC4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8B721-FEAE-4473-B844-DD8E0235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321D3-CE4B-4889-948A-3100E91C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does criticism strengthen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peer review guarantee truth or reduce risk?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should a scientific community do with promising but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flawed evidence?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37E0E-4678-4BE6-B810-A22463A1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19463-46B9-41BD-B790-05DEE0B4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F2D21-7E3F-4491-9723-427F32C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F40FB-B54E-43FA-84B0-EDEB360B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criticism strengthen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role do communities play in scientific reliability?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is evidence strong enough to publish?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530FC-CDFF-4D8C-B999-00C0D42D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0833237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60CBF3-D301-44C8-998E-652E4DA7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E91D4-4C21-4FD7-AF3B-31FD8691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9A942-0D5B-43B0-B976-6931AFB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410B4-6858-4BEA-80E5-C1EBD6EA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37451-523B-4F45-BB7E-5018FFE6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0AE61-9C7B-4343-AE75-12FBD736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D4C42-4C68-4064-B75D-B993912F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BC779-8E6D-4BD7-BB19-171AF5D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EA943-3F0F-41AB-A3DE-265BFA2F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F47A0-0BDB-4163-9B3F-95667305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26B1F-E241-46C1-A2F9-C5096F78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A6129-E64D-41EF-8A06-CCBAF3E7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We recommended major revision because the claim was larger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the method justified.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study was interesting but not yet reliable enough for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strong headline.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44D3E-2A26-4F3D-A9AE-4627B36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C66FA-9AEE-4346-9CAC-B2A06623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C68C0-3BD1-4E86-AC85-E40BE40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E03B1-A21C-4C5D-99F5-68238D03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rewrite the study conclusion to match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 more responsibly.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peer review with fact-checking, editing, or legal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cross-examination.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4623cfa884196">
            <a:extLst>
              <a:ext uri="{96DAC541-7B7A-43D3-8B79-37D633B846F1}">
                <asvg:svgBlip xmlns:asvg="http://schemas.microsoft.com/office/drawing/2016/SVG/main" r:embed="R472d21f6a4da46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157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66B659-7DB5-417B-A6F1-5C8AFD10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DD758-D41D-47C3-B654-5F066344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B3EC1-4798-4EB0-9179-59AA2C29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794D0-5A77-49B6-9D32-5D2BAF74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DECC9-189B-453F-8A56-873D0884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D3C37-497F-4514-9B63-54117DB0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4E26D-8F12-4E03-A20D-E2CA5C7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2B498-FD5A-4431-B919-1891F7C6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F9E62-BBC9-41E1-9BE9-12C04221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E9952-8644-499D-A3A0-CCEB697E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563A0-AB8D-4629-8FBA-7D80F735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15951-DD01-4532-B1C7-D1809707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marked-up fictional study with reviewer comments in the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margins.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175AD-EE1B-4B12-94EC-5D4F3C9A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A442A-862C-4DA1-88AF-CB66FD4C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3A989-287F-4F6B-8BA1-01A6E391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C5E35-AE0E-4C30-AF4B-0EBEB7C7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0FE68-3022-4B7B-B13F-3D8C88A2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2759A-32FC-470F-9D8E-3B1D1FD6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E0048-A739-473D-B908-148F1BDF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353956-2E90-4B41-8499-3A34F173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Placebo Trial Design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Replication Debate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Observation is Theory-Laden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D1A37-5BEA-4EB9-BF7C-A0857831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578173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2026-06-20T10:31:38.6900000Z</dcterms:created>
  <dcterms:modified xsi:type="dcterms:W3CDTF">2026-06-20T10:31:38.6900000Z</dcterms:modified>
</coreProperties>
</file>