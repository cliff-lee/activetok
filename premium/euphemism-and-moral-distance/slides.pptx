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2fc203cad44192" /><Relationship Type="http://schemas.openxmlformats.org/officeDocument/2006/relationships/extended-properties" Target="/docProps/app.xml" Id="R104f65649d01453b" /><Relationship Type="http://schemas.openxmlformats.org/officeDocument/2006/relationships/officeDocument" Target="/ppt/presentation.xml" Id="Ra001373ffcb042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8fdee370b4896"/>
  </p:sldMasterIdLst>
  <p:notesMasterIdLst>
    <p:notesMasterId xmlns:r="http://schemas.openxmlformats.org/officeDocument/2006/relationships" r:id="R53ed060e070b470d"/>
  </p:notesMasterIdLst>
  <p:sldIdLst>
    <p:sldId xmlns:r="http://schemas.openxmlformats.org/officeDocument/2006/relationships" id="256" r:id="R1d110fa91e474c85"/>
    <p:sldId xmlns:r="http://schemas.openxmlformats.org/officeDocument/2006/relationships" id="257" r:id="R0a70387da3094e98"/>
    <p:sldId xmlns:r="http://schemas.openxmlformats.org/officeDocument/2006/relationships" id="258" r:id="Rd270ad30787a4e7f"/>
    <p:sldId xmlns:r="http://schemas.openxmlformats.org/officeDocument/2006/relationships" id="259" r:id="R7b077f432282493e"/>
    <p:sldId xmlns:r="http://schemas.openxmlformats.org/officeDocument/2006/relationships" id="260" r:id="R037619fa663e430a"/>
    <p:sldId xmlns:r="http://schemas.openxmlformats.org/officeDocument/2006/relationships" id="261" r:id="R9e899dd71eb746e1"/>
    <p:sldId xmlns:r="http://schemas.openxmlformats.org/officeDocument/2006/relationships" id="262" r:id="R0ff63036d1eb4751"/>
    <p:sldId xmlns:r="http://schemas.openxmlformats.org/officeDocument/2006/relationships" id="263" r:id="R3aedcacd528047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5df2cc3e8e44ec" /><Relationship Type="http://schemas.openxmlformats.org/officeDocument/2006/relationships/slideMaster" Target="/ppt/slideMasters/slideMaster1.xml" Id="R8728fdee370b4896" /><Relationship Type="http://schemas.openxmlformats.org/officeDocument/2006/relationships/notesMaster" Target="/ppt/notesMasters/notesMaster1.xml" Id="R53ed060e070b470d" /><Relationship Type="http://schemas.openxmlformats.org/officeDocument/2006/relationships/presProps" Target="/ppt/presProps.xml" Id="Rcdae2b2e46ba4e50" /><Relationship Type="http://schemas.openxmlformats.org/officeDocument/2006/relationships/tableStyles" Target="/ppt/tableStyles.xml" Id="R2660a346324b4429" /><Relationship Type="http://schemas.openxmlformats.org/officeDocument/2006/relationships/slide" Target="/ppt/slides/slide1.xml" Id="R1d110fa91e474c85" /><Relationship Type="http://schemas.openxmlformats.org/officeDocument/2006/relationships/slide" Target="/ppt/slides/slide2.xml" Id="R0a70387da3094e98" /><Relationship Type="http://schemas.openxmlformats.org/officeDocument/2006/relationships/slide" Target="/ppt/slides/slide3.xml" Id="Rd270ad30787a4e7f" /><Relationship Type="http://schemas.openxmlformats.org/officeDocument/2006/relationships/slide" Target="/ppt/slides/slide4.xml" Id="R7b077f432282493e" /><Relationship Type="http://schemas.openxmlformats.org/officeDocument/2006/relationships/slide" Target="/ppt/slides/slide5.xml" Id="R037619fa663e430a" /><Relationship Type="http://schemas.openxmlformats.org/officeDocument/2006/relationships/slide" Target="/ppt/slides/slide6.xml" Id="R9e899dd71eb746e1" /><Relationship Type="http://schemas.openxmlformats.org/officeDocument/2006/relationships/slide" Target="/ppt/slides/slide7.xml" Id="R0ff63036d1eb4751" /><Relationship Type="http://schemas.openxmlformats.org/officeDocument/2006/relationships/slide" Target="/ppt/slides/slide8.xml" Id="R3aedcacd5280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234c969e042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7841ea14d456f" /><Relationship Type="http://schemas.openxmlformats.org/officeDocument/2006/relationships/notesMaster" Target="/ppt/notesMasters/notesMaster1.xml" Id="Rb490e6449b33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1ebbc94af74060" /><Relationship Type="http://schemas.openxmlformats.org/officeDocument/2006/relationships/notesMaster" Target="/ppt/notesMasters/notesMaster1.xml" Id="R1b5165af37654f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6d71a9a59c4504" /><Relationship Type="http://schemas.openxmlformats.org/officeDocument/2006/relationships/notesMaster" Target="/ppt/notesMasters/notesMaster1.xml" Id="R2c506ce95f09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07ef95515437f" /><Relationship Type="http://schemas.openxmlformats.org/officeDocument/2006/relationships/notesMaster" Target="/ppt/notesMasters/notesMaster1.xml" Id="R6f5de235d16e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9343da84c45d0" /><Relationship Type="http://schemas.openxmlformats.org/officeDocument/2006/relationships/notesMaster" Target="/ppt/notesMasters/notesMaster1.xml" Id="R8843ae3dbd6246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c42a69afaa4650" /><Relationship Type="http://schemas.openxmlformats.org/officeDocument/2006/relationships/notesMaster" Target="/ppt/notesMasters/notesMaster1.xml" Id="R5cc1a25a8d8443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e0d4ba2d0149f5" /><Relationship Type="http://schemas.openxmlformats.org/officeDocument/2006/relationships/notesMaster" Target="/ppt/notesMasters/notesMaster1.xml" Id="R221f79179a4e4e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b1be55633b4cdc" /><Relationship Type="http://schemas.openxmlformats.org/officeDocument/2006/relationships/notesMaster" Target="/ppt/notesMasters/notesMaster1.xml" Id="Ra1c1f0acc5f9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4f7cf649c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aa3414dc7d4be8" /><Relationship Type="http://schemas.openxmlformats.org/officeDocument/2006/relationships/slideLayout" Target="/ppt/slideLayouts/slideLayout1.xml" Id="Rc903016e61c943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3016e61c943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870f944749ab" /><Relationship Type="http://schemas.openxmlformats.org/officeDocument/2006/relationships/image" Target="/ppt/media/image.png" Id="R02d63f3a1fe24747" /><Relationship Type="http://schemas.openxmlformats.org/officeDocument/2006/relationships/image" Target="/ppt/media/image.svg" Id="Rc413badb5ced4cf1" /><Relationship Type="http://schemas.openxmlformats.org/officeDocument/2006/relationships/notesSlide" Target="/ppt/notesSlides/notesSlide1.xml" Id="R3c01e2e77c244c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83a2771845b9" /><Relationship Type="http://schemas.openxmlformats.org/officeDocument/2006/relationships/notesSlide" Target="/ppt/notesSlides/notesSlide2.xml" Id="R1e524a2889fa4e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2dd3fbf44a8a" /><Relationship Type="http://schemas.openxmlformats.org/officeDocument/2006/relationships/image" Target="/ppt/media/image2.png" Id="R22a99ff7fe5049d7" /><Relationship Type="http://schemas.openxmlformats.org/officeDocument/2006/relationships/image" Target="/ppt/media/image2.svg" Id="R3d673bc655404068" /><Relationship Type="http://schemas.openxmlformats.org/officeDocument/2006/relationships/notesSlide" Target="/ppt/notesSlides/notesSlide3.xml" Id="Rda4fada1516146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4ebbd41f94e23" /><Relationship Type="http://schemas.openxmlformats.org/officeDocument/2006/relationships/notesSlide" Target="/ppt/notesSlides/notesSlide4.xml" Id="R78d1e4d7d8ea44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1b9bccc4d4e13" /><Relationship Type="http://schemas.openxmlformats.org/officeDocument/2006/relationships/notesSlide" Target="/ppt/notesSlides/notesSlide5.xml" Id="Rd883fe2b5fdb4b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5d94ea1f84b09" /><Relationship Type="http://schemas.openxmlformats.org/officeDocument/2006/relationships/notesSlide" Target="/ppt/notesSlides/notesSlide6.xml" Id="Racbcbf85b8d2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296d3a49646b4" /><Relationship Type="http://schemas.openxmlformats.org/officeDocument/2006/relationships/image" Target="/ppt/media/image3.png" Id="Re00959c08994466f" /><Relationship Type="http://schemas.openxmlformats.org/officeDocument/2006/relationships/image" Target="/ppt/media/image3.svg" Id="R198f8090fcd34816" /><Relationship Type="http://schemas.openxmlformats.org/officeDocument/2006/relationships/notesSlide" Target="/ppt/notesSlides/notesSlide7.xml" Id="R78b923586b3b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b29daf24a4905" /><Relationship Type="http://schemas.openxmlformats.org/officeDocument/2006/relationships/notesSlide" Target="/ppt/notesSlides/notesSlide8.xml" Id="R2ece7def706447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6EF62-D721-4D0D-8887-58F30288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12AD2-E502-41F0-9458-72DB689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0133A-8EDA-4D16-80B6-88B098F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138E7-9A90-408F-8E82-CB5CA84E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D4D39-321C-40F8-85E2-4C294FFE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8D0AA-2729-428F-A971-189C0BCE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BD090-3CD9-4105-91A1-4480123E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Euphemism and Moral Distance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80585-56B7-4517-B54C-5D9F899D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63f3a1fe24747">
            <a:extLst>
              <a:ext uri="{96DAC541-7B7A-43D3-8B79-37D633B846F1}">
                <asvg:svgBlip xmlns:asvg="http://schemas.microsoft.com/office/drawing/2016/SVG/main" r:embed="Rc413badb5ced4c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F2E6E-431E-4A3A-92BA-4ADC0530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2E10F-EED9-492B-9039-6A447D27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7DCA1-4500-448B-9BC7-1BEB97CB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2B7BE-0793-45D1-B67E-E4038C3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Language can hide responsibility.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F7947-88E9-475B-86DE-37FF291B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C4A41-2704-4476-9A15-BD7DBE46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4C82B-397D-4F9B-BE9B-A2A8063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5AFF4-FFC3-4498-B7E4-D221D11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20-25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00833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00673-2891-4CD9-B401-978EEE1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710FF-A46D-42D7-9B94-C2957FF2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4454-4D21-4EFF-9846-F3D3149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C45CE-11D4-4190-A4CA-89DA2EE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C2A87-FCC8-4FD5-96C8-88EB78E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C63FC-287F-420D-B344-1A1EFE5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4549F-86C0-4619-B1D2-D91E891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2016D-84F0-46E4-8E54-C6F62872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3E69A-B593-481E-AE0B-BEDE3DF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F2281-05B0-4D83-B484-E417896A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08398-7D2B-4C69-9E72-E5BB5DE3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892EA-C5AE-48E8-BD33-E876BAF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language can hide agency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responsibility.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Language can hide responsibility.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A5657-C335-4A4B-B33A-ABDBCFC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3A4E-4DE1-4A76-86C9-FD42A06C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6E690-C3F3-4CEF-A1E6-D2B7E64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395F7-B515-46C5-AC5E-90BCF48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Phrase pairs: civilian deaths/collateral damage,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fired/let go, torture/enhanced interrogation,...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A4F36-94BA-4DE0-B088-4ECA1908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16422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E5AE63-E395-4E22-9CDD-4364F44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2E58A-CFB5-4416-833E-7F321FB8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A06A8-AF84-4DE1-996E-23B304B7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968EF-4944-42D8-9FD9-B3970AF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7C2EA-8B9A-4423-8854-6A35133C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B7A87-AA7A-4CD3-88B7-5542323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250A9-C193-4831-B916-E69FD9A8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F820F-AA85-4320-8A53-246F839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99ff7fe5049d7">
            <a:extLst>
              <a:ext uri="{96DAC541-7B7A-43D3-8B79-37D633B846F1}">
                <asvg:svgBlip xmlns:asvg="http://schemas.microsoft.com/office/drawing/2016/SVG/main" r:embed="R3d673bc6554040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B38EB-C0A9-4770-88A6-15F87CB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53F6D-7F0E-47C0-952E-61A21162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D1301-D294-4D43-87EE-893CC4FA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28AE2-F15C-4D4C-86C6-B506C5C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Euphemism and Moral Distance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Paired terms such as 'collateral damage'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Euphemism and Moral Distance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Workplace or political language that softens...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86D4E-871D-4CBD-B7A8-794369AE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CA8AB-EBF6-42D5-8708-7ED5BFC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25407-6E92-4844-97EF-DF06452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22B97-9D3E-4C1B-ACBC-61C27A68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Euphemism and Moral Distance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Euphemism and Moral Distance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829206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CBE2A-56A2-4EF8-B2CF-2FEBE20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2D29F-C367-4170-A298-CC74264C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6BE2C-8526-49AB-87F8-BD023D22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C104D-4600-4CAF-AE0F-5C913846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B08AD-63F2-4A19-BB0F-D7F7D1F6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A0F42-0043-4E2E-884A-06F6E75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D421E-D647-4130-9E3E-648064C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D996F-8F8E-4B37-92D5-B6228684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BFAF3-C3D5-485E-99C4-6F3121C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12482-EC94-42D4-A1EF-4C5818A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CD865-FF74-40E0-BA70-1F861E2D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B02A0-F6E8-4A29-B71B-81B2879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rank each phrase pair from most direct to most distancing.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identify who benefits from the softer phrase.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rewrite each phrase in clearer language.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when tact becomes distortion.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CDBDD-1ACF-44BC-9B64-87E532B2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194793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D2032-4CE0-458E-B71B-926410F6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5A091-FE71-48EA-BC83-20924DD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8FED9-2391-4BB0-95A4-C536835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194C7-AA4F-4B52-8603-0CC4988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0E7A0-9DED-47F2-A0F0-E6477AFC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DC7A8-6968-4CBA-9B6F-31545242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23F2-6E92-472D-BE40-F911496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5EE5-5DAF-48EB-8BD1-19C103CB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8728D-AC41-43E1-A9B2-E3E0EB7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10B4F-00B0-4A53-8547-5DF6A78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F1C0D-1560-4B16-88CB-6F8D32AC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A2837-EFA6-4D12-965B-0EA1D01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97A6D-FFDB-44BF-99F8-889B2E6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77BEA-7123-43B6-9A43-5806938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22149-0245-4996-A5D6-F99C59E0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9C2F9-C5F1-438E-874B-E9D04FC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02D15-E4A0-4CB8-A6AB-FB6E053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8C733-BA0E-4BF1-8FBB-F3124B4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A5656-FB83-4615-BB44-51CFB5A6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636C4-E5FD-4AB8-A28A-8AB9A818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13712-6A8D-4346-AEBF-058D061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D828A-6EFF-4A95-988B-BD8C6ED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3DBB2-57F3-4F51-952D-7D243624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E5440-C3CA-452D-B920-A5739EAD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67B80-5226-45E9-926D-06DCFC9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7F07DE-DD2F-4AB1-9994-2BF31C8B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72B76-22F7-4743-945C-B542586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4114D-85CE-44E4-818E-44704D1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757616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00E4E-4139-4590-A73A-80CF5666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AADB0-4202-4F91-87C3-5178373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C2ABA-4DF6-4EA3-99FB-F5BEB6A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A326-3EF1-4134-BAD5-8E30D53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04EB8-6814-4E6A-BA36-AD500DE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194AC-E73E-44E8-B028-4BB368E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FB7C9-E4FF-41ED-BF8D-98ACA05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E437-370D-435A-8600-07150D1C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CA730-D547-4BC5-882A-FD627C61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289C1-3C70-49C1-9369-4096FF8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271F9-D3F5-4116-B53B-4DEB6E26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CF3B9-BA63-4D11-9504-7E2E7ED6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language make unethical actions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seem acceptable?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precise language an ethical responsibility?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institutions control knowledge through vocabulary?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69E34-3B13-47B7-9AF0-53613809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A43C5-82AB-40AA-AF64-AF46643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CE7DD-9F56-449A-8398-DB80F09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3F51F-5171-4B82-B913-C8A2D84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language make unethical actions seem acceptable?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precise language an ethical responsibility?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institutions control knowledge through vocabulary?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5DBF9-B159-409A-B8AB-9C69BD0C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474469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EDD7B-F561-47A9-80B1-3CCC4A24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4F77-8D73-4A29-B059-BFCBD12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98D60-D8DF-4BC8-B06B-74887844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941D7-693E-4A42-96E9-2EEE6D32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EBFAE-FA40-44FE-9947-9437CE4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F7AB1-F402-45FB-A634-1981C437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B1653-DEC9-4FA7-8DD7-C71E36E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1415F-938B-4EA9-8519-0812F50C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452D2-EC8D-4C1C-8B1C-9FDC6AA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D7725-85E8-4E22-AB03-5A2D245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6249C-CFB9-4F65-80C5-092B2B2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C5D7-A06C-4362-83A6-E7FAF56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Euphemism and Moral Distance: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E87A0-6026-42A2-A6F3-557F4275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0C47C-9E79-4912-A31A-258E0CF2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43529-FC34-4997-A1DD-2748A072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432AC-0F09-47E2-A546-1692645A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959c08994466f">
            <a:extLst>
              <a:ext uri="{96DAC541-7B7A-43D3-8B79-37D633B846F1}">
                <asvg:svgBlip xmlns:asvg="http://schemas.microsoft.com/office/drawing/2016/SVG/main" r:embed="R198f8090fcd348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4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B46D58-CB23-4C4E-8EAF-5888C12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64DEE-EB40-4BAF-8061-8D3B8465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64AE4-01C2-474D-B16F-DC311893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12F7-88D2-4266-A517-75BA7EAE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96F8B-7958-4A6A-A017-71041F6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170CE-92A3-42AE-A1F7-E051C505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20-25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3DB55-F409-4AE8-800E-03926AF2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A7DAE-ABA6-4C6E-AB38-5FD6390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FE011-8302-4592-B680-8578C19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3065-6BE9-430D-97EE-7F9515CF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7CBCA-2F94-4669-86AC-53E19F48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BA62F-F73F-4927-901C-178215F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before-and-after euphemism rewrite. Area of Knowledge: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Mathematics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E249B-05F5-4D63-BF8A-A001A041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53B2F-EA63-4A7F-B169-66CE474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FD267-CF47-48CC-8369-1922B282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A8DDC-2D0A-4B58-A6CC-377C0E8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4835F-3754-440F-822A-7F9AFBD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9F894-2004-4DD8-96D2-B037E7BF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FC509-0759-4A41-BF77-662B6CFA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1E34D-C7EB-429F-8551-0698341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Metaphor Changes Policy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Translation Loss Game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CC3C2-0A02-4222-94AF-5F6EBC8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83680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2026-06-20T10:31:35.4650000Z</dcterms:created>
  <dcterms:modified xsi:type="dcterms:W3CDTF">2026-06-20T10:31:35.4650000Z</dcterms:modified>
</coreProperties>
</file>