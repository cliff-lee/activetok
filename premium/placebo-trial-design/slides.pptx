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9fa67266344048" /><Relationship Type="http://schemas.openxmlformats.org/officeDocument/2006/relationships/extended-properties" Target="/docProps/app.xml" Id="R85d6a7d93874402f" /><Relationship Type="http://schemas.openxmlformats.org/officeDocument/2006/relationships/officeDocument" Target="/ppt/presentation.xml" Id="R6319a46580724d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4bc48b979341b4"/>
  </p:sldMasterIdLst>
  <p:notesMasterIdLst>
    <p:notesMasterId xmlns:r="http://schemas.openxmlformats.org/officeDocument/2006/relationships" r:id="Rffd23c16b8af4308"/>
  </p:notesMasterIdLst>
  <p:sldIdLst>
    <p:sldId xmlns:r="http://schemas.openxmlformats.org/officeDocument/2006/relationships" id="256" r:id="R1abe2feaac2e4f93"/>
    <p:sldId xmlns:r="http://schemas.openxmlformats.org/officeDocument/2006/relationships" id="257" r:id="R5f49787153c843f0"/>
    <p:sldId xmlns:r="http://schemas.openxmlformats.org/officeDocument/2006/relationships" id="258" r:id="R80aa0f9a4afe49ef"/>
    <p:sldId xmlns:r="http://schemas.openxmlformats.org/officeDocument/2006/relationships" id="259" r:id="Ra47618f691474e3e"/>
    <p:sldId xmlns:r="http://schemas.openxmlformats.org/officeDocument/2006/relationships" id="260" r:id="R20c58c1df98b4361"/>
    <p:sldId xmlns:r="http://schemas.openxmlformats.org/officeDocument/2006/relationships" id="261" r:id="Rb56ab863e0374728"/>
    <p:sldId xmlns:r="http://schemas.openxmlformats.org/officeDocument/2006/relationships" id="262" r:id="Ra31a155eacff48ef"/>
    <p:sldId xmlns:r="http://schemas.openxmlformats.org/officeDocument/2006/relationships" id="263" r:id="R8e3b8f5c4dbd44b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2fd60440a34861" /><Relationship Type="http://schemas.openxmlformats.org/officeDocument/2006/relationships/slideMaster" Target="/ppt/slideMasters/slideMaster1.xml" Id="R6e4bc48b979341b4" /><Relationship Type="http://schemas.openxmlformats.org/officeDocument/2006/relationships/notesMaster" Target="/ppt/notesMasters/notesMaster1.xml" Id="Rffd23c16b8af4308" /><Relationship Type="http://schemas.openxmlformats.org/officeDocument/2006/relationships/presProps" Target="/ppt/presProps.xml" Id="R561597a3cda347c5" /><Relationship Type="http://schemas.openxmlformats.org/officeDocument/2006/relationships/tableStyles" Target="/ppt/tableStyles.xml" Id="R66591bf39657441e" /><Relationship Type="http://schemas.openxmlformats.org/officeDocument/2006/relationships/slide" Target="/ppt/slides/slide1.xml" Id="R1abe2feaac2e4f93" /><Relationship Type="http://schemas.openxmlformats.org/officeDocument/2006/relationships/slide" Target="/ppt/slides/slide2.xml" Id="R5f49787153c843f0" /><Relationship Type="http://schemas.openxmlformats.org/officeDocument/2006/relationships/slide" Target="/ppt/slides/slide3.xml" Id="R80aa0f9a4afe49ef" /><Relationship Type="http://schemas.openxmlformats.org/officeDocument/2006/relationships/slide" Target="/ppt/slides/slide4.xml" Id="Ra47618f691474e3e" /><Relationship Type="http://schemas.openxmlformats.org/officeDocument/2006/relationships/slide" Target="/ppt/slides/slide5.xml" Id="R20c58c1df98b4361" /><Relationship Type="http://schemas.openxmlformats.org/officeDocument/2006/relationships/slide" Target="/ppt/slides/slide6.xml" Id="Rb56ab863e0374728" /><Relationship Type="http://schemas.openxmlformats.org/officeDocument/2006/relationships/slide" Target="/ppt/slides/slide7.xml" Id="Ra31a155eacff48ef" /><Relationship Type="http://schemas.openxmlformats.org/officeDocument/2006/relationships/slide" Target="/ppt/slides/slide8.xml" Id="R8e3b8f5c4dbd44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e4684a453a4f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79ad0e6de04a89" /><Relationship Type="http://schemas.openxmlformats.org/officeDocument/2006/relationships/notesMaster" Target="/ppt/notesMasters/notesMaster1.xml" Id="Rcafbb50c7cbd4f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1068b546a4471e" /><Relationship Type="http://schemas.openxmlformats.org/officeDocument/2006/relationships/notesMaster" Target="/ppt/notesMasters/notesMaster1.xml" Id="R1d4a1079217845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aa6d5cfff74647" /><Relationship Type="http://schemas.openxmlformats.org/officeDocument/2006/relationships/notesMaster" Target="/ppt/notesMasters/notesMaster1.xml" Id="R29209732de3842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5403bec8454237" /><Relationship Type="http://schemas.openxmlformats.org/officeDocument/2006/relationships/notesMaster" Target="/ppt/notesMasters/notesMaster1.xml" Id="R721ca39144db4d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5b42d7e1f443f6" /><Relationship Type="http://schemas.openxmlformats.org/officeDocument/2006/relationships/notesMaster" Target="/ppt/notesMasters/notesMaster1.xml" Id="R5a616d2838884d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3db060e36e4b50" /><Relationship Type="http://schemas.openxmlformats.org/officeDocument/2006/relationships/notesMaster" Target="/ppt/notesMasters/notesMaster1.xml" Id="R5c23a48ec9c44f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cd7fab4d8343f8" /><Relationship Type="http://schemas.openxmlformats.org/officeDocument/2006/relationships/notesMaster" Target="/ppt/notesMasters/notesMaster1.xml" Id="R770ab086e61f41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0d8f4bd10242e8" /><Relationship Type="http://schemas.openxmlformats.org/officeDocument/2006/relationships/notesMaster" Target="/ppt/notesMasters/notesMaster1.xml" Id="Rd3745ced8fc94c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43b8e95df44d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c9d5ccd9484c51" /><Relationship Type="http://schemas.openxmlformats.org/officeDocument/2006/relationships/slideLayout" Target="/ppt/slideLayouts/slideLayout1.xml" Id="R5d2847e3d62144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2847e3d62144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6437702134e24" /><Relationship Type="http://schemas.openxmlformats.org/officeDocument/2006/relationships/image" Target="/ppt/media/image.png" Id="R007301830ee54306" /><Relationship Type="http://schemas.openxmlformats.org/officeDocument/2006/relationships/image" Target="/ppt/media/image.svg" Id="R5c1d5ef0da0d4a8e" /><Relationship Type="http://schemas.openxmlformats.org/officeDocument/2006/relationships/notesSlide" Target="/ppt/notesSlides/notesSlide1.xml" Id="R222398019c8c4d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62a39de3049a3" /><Relationship Type="http://schemas.openxmlformats.org/officeDocument/2006/relationships/notesSlide" Target="/ppt/notesSlides/notesSlide2.xml" Id="R7e351f9c5c234a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69fdc60f84eb0" /><Relationship Type="http://schemas.openxmlformats.org/officeDocument/2006/relationships/image" Target="/ppt/media/image2.png" Id="R0ee7acc7949447a5" /><Relationship Type="http://schemas.openxmlformats.org/officeDocument/2006/relationships/image" Target="/ppt/media/image2.svg" Id="R850fa8f6f1c94f29" /><Relationship Type="http://schemas.openxmlformats.org/officeDocument/2006/relationships/notesSlide" Target="/ppt/notesSlides/notesSlide3.xml" Id="R82dadc5c007d4a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ccc996cfd4123" /><Relationship Type="http://schemas.openxmlformats.org/officeDocument/2006/relationships/notesSlide" Target="/ppt/notesSlides/notesSlide4.xml" Id="R28dcbcf01c8a4e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a996e64f14ffa" /><Relationship Type="http://schemas.openxmlformats.org/officeDocument/2006/relationships/notesSlide" Target="/ppt/notesSlides/notesSlide5.xml" Id="R94aad32d128848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9ae71e8df41ef" /><Relationship Type="http://schemas.openxmlformats.org/officeDocument/2006/relationships/notesSlide" Target="/ppt/notesSlides/notesSlide6.xml" Id="Rb2a625d43bfb44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7fb82aac14e3d" /><Relationship Type="http://schemas.openxmlformats.org/officeDocument/2006/relationships/image" Target="/ppt/media/image3.png" Id="R4ed55b56e0b74d7c" /><Relationship Type="http://schemas.openxmlformats.org/officeDocument/2006/relationships/image" Target="/ppt/media/image3.svg" Id="Ra9c0c56987564234" /><Relationship Type="http://schemas.openxmlformats.org/officeDocument/2006/relationships/notesSlide" Target="/ppt/notesSlides/notesSlide7.xml" Id="R21f5794a0dec4e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46edc2b6b41c6" /><Relationship Type="http://schemas.openxmlformats.org/officeDocument/2006/relationships/notesSlide" Target="/ppt/notesSlides/notesSlide8.xml" Id="R4b3d45f6ab004c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BFD307-E52E-4F01-B647-C0459392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84AF69-E779-4A6A-BB8C-BB070DD6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7E251-838F-4A1F-B326-F4F79EF8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386B3A-C2E2-4BA0-8919-D542C373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B7D01-01F4-407F-BF3F-37F5BA89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04140-C878-46E6-8884-BB636BDF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33B73-847C-44EA-B4A9-AB4FF96F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Placebo Trial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06653-9287-4BE1-BA5A-D2800845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301830ee54306">
            <a:extLst>
              <a:ext uri="{96DAC541-7B7A-43D3-8B79-37D633B846F1}">
                <asvg:svgBlip xmlns:asvg="http://schemas.microsoft.com/office/drawing/2016/SVG/main" r:embed="R5c1d5ef0da0d4a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E84C5-5758-48E1-A23D-5DDD8398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86056-DD9C-42A1-BAA2-F043EB56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B7997D-0B18-47AC-ADA1-C17FE08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42C0C5-F2B1-4963-837E-190D6DB4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Controls protect knowledge from bias.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AE0CC-E8CF-4BAA-9529-B5A88ACA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B93A8-0313-41EC-BD68-8A0CDB3F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79519-72B8-404F-8E21-DBD829F2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53E4F-D0D3-4965-8E19-8B9FE701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6868784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17765F-1CFE-4C8C-93DE-2401F5F6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7F42C-5801-475D-ADA8-65B84206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B5E1C-03B0-4656-8D73-166C78B7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DE32A-FE07-4C7D-B2DE-120D4304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EDF52-F205-43CF-864E-830F4520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3EF19-D0EA-46DF-B007-F8BF36DB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73300-A507-4914-84EE-AE14D4B0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B8623-CDB7-46BF-8979-8EE2EA54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A7D27-C052-46B2-A485-70E8F441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F35D1-67A8-4471-B300-8FDAE68D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E0691-D2B9-4E3F-BCDB-53B7A817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6052F4-5C3D-4497-92FB-E06F9263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design a method that protects knowledge from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expectation and bias.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Controls protect knowledge from bias.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62ECE-E3C8-4D47-9EDA-58896D14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37107-CF80-4005-8D6F-F2F57D24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DB5453-AB1A-4D34-8D89-AF80F032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D04E22-D2F7-45F9-89EF-38296E6C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Fake product brief: "FocusWater improves exam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performance."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350E5-18AF-43D6-B418-38BC5575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4538152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3E1152-EAE4-4442-B3CD-7EC62C55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9394C-FD55-4F7B-BDBF-65F86A25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D106B-C31D-4667-95FE-BE1D23D9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CC95B-C7E8-41B2-BC86-754342CF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040EF-BAB3-4490-8AFD-37966D35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4ED2E-67D8-47D5-92E6-BA1A80BB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AE1C7-8CD9-46E1-8FDB-A41FCB50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9778E-024E-4A6D-B328-7CDAE72C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e7acc7949447a5">
            <a:extLst>
              <a:ext uri="{96DAC541-7B7A-43D3-8B79-37D633B846F1}">
                <asvg:svgBlip xmlns:asvg="http://schemas.microsoft.com/office/drawing/2016/SVG/main" r:embed="R850fa8f6f1c94f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D4557-8CD3-470B-BDA7-7AD898BC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D2BDF-CCD6-4A10-9D2E-E5AA17FE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727586-21B8-433D-8EED-BD575FF0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1CF91-5032-4BB8-8B7A-B243E68B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Placebo Trial Design Stimulus A: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1: A mock treatment trial with control, placebo,...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Placebo Trial Design Stimulus B: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2: A flawed trial students must repair before trusting its...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A212C1-1373-4301-A998-26651401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D4A13-FBA9-47E4-8D54-BDFC7B99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3CBE4-0F1E-4338-9A0E-BB4C3631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106F53-EDD4-4014-A5D3-6126F3E2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Placebo Trial Design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Placebo Trial Design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3069704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18D593-D98E-4A8C-8334-C3E066DA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AB6CC-99D9-41A4-9AD1-5D04EB4E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3F6AC-EEC2-48F5-A501-12483B14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C42A1-C610-4F90-9BB2-4F21B2AB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8FCDE-1A0B-4175-8E21-6BE5493E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B2862-81B7-42E0-B94C-B36320E4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CB987-8350-454C-995D-37C21D59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FAE4F-D4AF-41A9-BF4F-253CF194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ED60A-4B45-4391-B706-8E5F392A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D814F-F628-4112-946C-AA962A3C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BAE1F-F86D-442B-AB9A-E4AB2EF5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FB603-32AC-408F-A2C8-2EA297EF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Groups design a fair test of the product.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They must include a control group, placebo, blinding, outcome measure, sample size and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ethics note.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Groups exchange designs and find weaknesses.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The class agrees minimum standards for a trustworthy test.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CBA50-BB8A-4D13-9B3C-52D0BB4D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Natural...</a:t>
            </a:r>
          </a:p>
        </p:txBody>
      </p:sp>
    </p:spTree>
    <p:extLst>
      <p:ext uri="{BB962C8B-B14F-4D97-AF65-F5344CB8AC3E}">
        <p14:creationId xmlns:p14="http://schemas.microsoft.com/office/powerpoint/2010/main" val="7310937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C54E66-F347-434E-9212-985426EF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2AD9B-9270-46A2-A714-422ADBCC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1E597-8EB9-4EF8-B6A3-C1318D4D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C7AD3-883F-408E-B41E-4E0E1E39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97074-EB78-41F7-AA57-83A71663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7F245-3B04-403B-9816-996EBFA5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4FF4A-28F6-4844-BE43-482114F8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293AA-34ED-4B43-9FFD-9DE68ED6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B9F14-36FD-469E-AE70-0D9BEFB2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7DC06-1303-49CE-A866-3631B200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5B7F7-5655-491C-860E-3142EAFA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FF056-4767-4510-8F09-5F03CC2F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45C70-78D7-4C93-A030-A5B1BE29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78F90-9C70-4530-8D65-5E12D7B1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5B3E8-C790-4085-8630-AA186C0F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8EFCF-6D3F-486B-9E4F-30D30F63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332595-E398-4504-AE07-BB590E57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72EBA-5570-4E34-90C7-4DB26F36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B1942-7D5D-4878-8497-0325CC14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02189-F5F6-43E6-A760-05ED4BC8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AA03F2-72D1-4709-BA21-7812C329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0839C5-3CF2-41BA-95A0-FB25B2B5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F71847-D15D-42D7-B7CD-ABB5D9DD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56CA09-3315-4475-97CA-BDF01167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BA88AC-8D25-4110-8CF7-8A8B2351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4DA238-BBE2-49B6-8570-7323B0DB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A01984-049E-4AE2-9352-9FB93495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B43CD-CA29-4C91-BCB8-76471132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2963671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4AD9FA-DCE7-4FA7-B147-BB7047A6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22A54-2DE1-4EF1-B83F-98317209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2F369-B68F-4F85-A3D1-F36BA2B4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2D34C-EAD3-4DD3-9B76-7A9C4669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D9DF3-09C7-4FE3-9B6A-71D02E88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BD622-DFDC-4B49-BEAD-F0D517DA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205A5-9EA3-4025-817E-9A7A8AB4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DEA23-A515-486B-A896-1FBEA318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C9A3C-EB95-432B-A39D-10AF9D57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BAF19-FC68-4E68-AF5A-4B525E9C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BFC1E-A214-4251-9019-94AD8F30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5AB5C-2759-4E02-AB50-2932DEA2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Why is personal experience not enough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 science?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controls improve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scientific methods remove all bias?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A85E55-9C1E-40D2-A6F5-A5263171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4803D-62CE-4D45-B4A2-9631AC3B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C605A-0151-441C-989D-C009A9B9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CBF29-3A44-495D-9594-7616E005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Why is personal experience not enough in science?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controls improve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scientific methods remove all bias?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0A9A61-EEFC-429F-B99C-0278A8A0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356516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9905EC-C6B4-4653-BC9F-585C14C5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11FE0-FCBD-4462-AFA2-00C03B7B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F6151-7686-4B63-97DF-E6DE501B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98DA5-DA6E-47D6-9528-C86AAEC4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89980-C2F2-4B03-B404-F592B1D1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3EA34-6FE7-4241-A018-4DC6A24F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BFDB6-7C6B-454E-A284-CE94AD63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D256C-3E9D-47A3-9B2A-D207E50D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63747F-969A-4192-8B80-50C732D0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5BB5EA-30FB-4FAE-945A-D20D5987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6EF8E-69C3-4775-94B6-796F42A2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FBC54-4C22-4CD3-BAA8-7F98C39F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Placebo Trial Design: "My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judgement felt obvious, but my evidence was thinner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B3DF9-1470-4AC2-8A36-BBDA91AC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5D0F0-E6AE-4819-8013-BF95E735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BEEA9-02AF-4AED-A2DA-4550AE03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D2CBF-719E-47FF-BDE5-2FA42EAC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55b56e0b74d7c">
            <a:extLst>
              <a:ext uri="{96DAC541-7B7A-43D3-8B79-37D633B846F1}">
                <asvg:svgBlip xmlns:asvg="http://schemas.microsoft.com/office/drawing/2016/SVG/main" r:embed="Ra9c0c569875642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040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76FBFC-16ED-4EAC-AA6A-D0810167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94CA7-A894-403F-B299-8C181E7B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8DD41-EE16-4D8B-84DA-7B5B3170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A5F8B-0CCC-40BE-BF55-8CFD701B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5AA79-F644-4ABC-903D-DC4ADEC2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FF587-C47E-498B-8044-7B1B909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Natural Sciences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10C4C-7904-47E2-82CB-70413AD9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E35A0-888F-4498-B4EB-21B55377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9D45E-CC1F-418D-A11E-C560C3D7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2C88D-CCB3-45DD-A5BF-004C9C0B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1412B-54CC-443B-AD0A-CAB4B255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D65B7-4A7E-4B3C-8ED9-4B8B63C3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trial design diagram for FocusWater.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D5422B-6ACB-4E8E-99AA-E6A6F48A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5E5B7-3C45-43BA-8FDE-EDC8BB53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51515-04E3-4376-BD84-632C106E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76C82-8E12-435D-806D-AFFF284F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068CC-8B79-4C16-B3D9-8D1467F3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63778-AFFD-4131-B608-6F8F51DB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388C0B-3327-49BB-B033-E66192F7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E20C1-1F73-4223-A949-C516BB4F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Observation is Theory-Laden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P-hacking with Random Data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Model Failure Challenge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7E2FF1-8A44-4574-A9ED-007535FA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880339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2026-06-20T10:31:36.1950000Z</dcterms:created>
  <dcterms:modified xsi:type="dcterms:W3CDTF">2026-06-20T10:31:36.1950000Z</dcterms:modified>
</coreProperties>
</file>