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0d8d8c9076479b" /><Relationship Type="http://schemas.openxmlformats.org/officeDocument/2006/relationships/extended-properties" Target="/docProps/app.xml" Id="Ra087946c587f4657" /><Relationship Type="http://schemas.openxmlformats.org/officeDocument/2006/relationships/officeDocument" Target="/ppt/presentation.xml" Id="Ra6c597c089a742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fbd57db9a844ca"/>
  </p:sldMasterIdLst>
  <p:notesMasterIdLst>
    <p:notesMasterId xmlns:r="http://schemas.openxmlformats.org/officeDocument/2006/relationships" r:id="R853533b384284685"/>
  </p:notesMasterIdLst>
  <p:sldIdLst>
    <p:sldId xmlns:r="http://schemas.openxmlformats.org/officeDocument/2006/relationships" id="256" r:id="Rd0e5461bd5a44990"/>
    <p:sldId xmlns:r="http://schemas.openxmlformats.org/officeDocument/2006/relationships" id="257" r:id="Rec4d31f4071b41cf"/>
    <p:sldId xmlns:r="http://schemas.openxmlformats.org/officeDocument/2006/relationships" id="258" r:id="Rc36f2f697d194edc"/>
    <p:sldId xmlns:r="http://schemas.openxmlformats.org/officeDocument/2006/relationships" id="259" r:id="Ra06f9abc24264d6b"/>
    <p:sldId xmlns:r="http://schemas.openxmlformats.org/officeDocument/2006/relationships" id="260" r:id="Ra08b17f727f8478a"/>
    <p:sldId xmlns:r="http://schemas.openxmlformats.org/officeDocument/2006/relationships" id="261" r:id="R37b65ed027624f21"/>
    <p:sldId xmlns:r="http://schemas.openxmlformats.org/officeDocument/2006/relationships" id="262" r:id="Rb9001c2029fb4a08"/>
    <p:sldId xmlns:r="http://schemas.openxmlformats.org/officeDocument/2006/relationships" id="263" r:id="Raf58f79f0bfe489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80429d08244a77" /><Relationship Type="http://schemas.openxmlformats.org/officeDocument/2006/relationships/slideMaster" Target="/ppt/slideMasters/slideMaster1.xml" Id="R09fbd57db9a844ca" /><Relationship Type="http://schemas.openxmlformats.org/officeDocument/2006/relationships/notesMaster" Target="/ppt/notesMasters/notesMaster1.xml" Id="R853533b384284685" /><Relationship Type="http://schemas.openxmlformats.org/officeDocument/2006/relationships/presProps" Target="/ppt/presProps.xml" Id="R4e30f8cb0d57441e" /><Relationship Type="http://schemas.openxmlformats.org/officeDocument/2006/relationships/tableStyles" Target="/ppt/tableStyles.xml" Id="R5b4b4d65198d472c" /><Relationship Type="http://schemas.openxmlformats.org/officeDocument/2006/relationships/slide" Target="/ppt/slides/slide1.xml" Id="Rd0e5461bd5a44990" /><Relationship Type="http://schemas.openxmlformats.org/officeDocument/2006/relationships/slide" Target="/ppt/slides/slide2.xml" Id="Rec4d31f4071b41cf" /><Relationship Type="http://schemas.openxmlformats.org/officeDocument/2006/relationships/slide" Target="/ppt/slides/slide3.xml" Id="Rc36f2f697d194edc" /><Relationship Type="http://schemas.openxmlformats.org/officeDocument/2006/relationships/slide" Target="/ppt/slides/slide4.xml" Id="Ra06f9abc24264d6b" /><Relationship Type="http://schemas.openxmlformats.org/officeDocument/2006/relationships/slide" Target="/ppt/slides/slide5.xml" Id="Ra08b17f727f8478a" /><Relationship Type="http://schemas.openxmlformats.org/officeDocument/2006/relationships/slide" Target="/ppt/slides/slide6.xml" Id="R37b65ed027624f21" /><Relationship Type="http://schemas.openxmlformats.org/officeDocument/2006/relationships/slide" Target="/ppt/slides/slide7.xml" Id="Rb9001c2029fb4a08" /><Relationship Type="http://schemas.openxmlformats.org/officeDocument/2006/relationships/slide" Target="/ppt/slides/slide8.xml" Id="Raf58f79f0bfe48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eee20a5b7c40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778ec0d8b04e3e" /><Relationship Type="http://schemas.openxmlformats.org/officeDocument/2006/relationships/notesMaster" Target="/ppt/notesMasters/notesMaster1.xml" Id="R746a97b7ad314b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158a4d21634d89" /><Relationship Type="http://schemas.openxmlformats.org/officeDocument/2006/relationships/notesMaster" Target="/ppt/notesMasters/notesMaster1.xml" Id="Rc7e7eb80fe9f44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231a19d0684613" /><Relationship Type="http://schemas.openxmlformats.org/officeDocument/2006/relationships/notesMaster" Target="/ppt/notesMasters/notesMaster1.xml" Id="R4519899526e347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1700c5f8324a17" /><Relationship Type="http://schemas.openxmlformats.org/officeDocument/2006/relationships/notesMaster" Target="/ppt/notesMasters/notesMaster1.xml" Id="Rfa0a6163ddba49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27e7033fcf497a" /><Relationship Type="http://schemas.openxmlformats.org/officeDocument/2006/relationships/notesMaster" Target="/ppt/notesMasters/notesMaster1.xml" Id="R9a0c367effeb47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fe77f4534440e5" /><Relationship Type="http://schemas.openxmlformats.org/officeDocument/2006/relationships/notesMaster" Target="/ppt/notesMasters/notesMaster1.xml" Id="R6557d84816d44f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7d54fcc12b4e0a" /><Relationship Type="http://schemas.openxmlformats.org/officeDocument/2006/relationships/notesMaster" Target="/ppt/notesMasters/notesMaster1.xml" Id="R9445cf8d2acf44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2d540fa1234113" /><Relationship Type="http://schemas.openxmlformats.org/officeDocument/2006/relationships/notesMaster" Target="/ppt/notesMasters/notesMaster1.xml" Id="Rf6c897f6b9694a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44cd73931449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90f608fb964856" /><Relationship Type="http://schemas.openxmlformats.org/officeDocument/2006/relationships/slideLayout" Target="/ppt/slideLayouts/slideLayout1.xml" Id="R7bf6e355267148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f6e355267148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ee91b62d643df" /><Relationship Type="http://schemas.openxmlformats.org/officeDocument/2006/relationships/image" Target="/ppt/media/image.png" Id="R9588a22c9ed140f1" /><Relationship Type="http://schemas.openxmlformats.org/officeDocument/2006/relationships/image" Target="/ppt/media/image.svg" Id="R6e060a1f3d3b43f1" /><Relationship Type="http://schemas.openxmlformats.org/officeDocument/2006/relationships/notesSlide" Target="/ppt/notesSlides/notesSlide1.xml" Id="R10662044954545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3304ee008464a" /><Relationship Type="http://schemas.openxmlformats.org/officeDocument/2006/relationships/notesSlide" Target="/ppt/notesSlides/notesSlide2.xml" Id="R55eda21c707c44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03d0730654642" /><Relationship Type="http://schemas.openxmlformats.org/officeDocument/2006/relationships/image" Target="/ppt/media/image2.png" Id="R4c400d1a9d8e43ad" /><Relationship Type="http://schemas.openxmlformats.org/officeDocument/2006/relationships/image" Target="/ppt/media/image2.svg" Id="Rb6eb74520e904d41" /><Relationship Type="http://schemas.openxmlformats.org/officeDocument/2006/relationships/notesSlide" Target="/ppt/notesSlides/notesSlide3.xml" Id="Ra0806eaf5c7d41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e2675288e4cbf" /><Relationship Type="http://schemas.openxmlformats.org/officeDocument/2006/relationships/notesSlide" Target="/ppt/notesSlides/notesSlide4.xml" Id="R135969e795dd4b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34d9404e3464e" /><Relationship Type="http://schemas.openxmlformats.org/officeDocument/2006/relationships/notesSlide" Target="/ppt/notesSlides/notesSlide5.xml" Id="Rd9f87986528d44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368edb4c94b33" /><Relationship Type="http://schemas.openxmlformats.org/officeDocument/2006/relationships/notesSlide" Target="/ppt/notesSlides/notesSlide6.xml" Id="R63ac1388720745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260f4e57d4535" /><Relationship Type="http://schemas.openxmlformats.org/officeDocument/2006/relationships/image" Target="/ppt/media/image3.png" Id="R066b4b486a0e43ef" /><Relationship Type="http://schemas.openxmlformats.org/officeDocument/2006/relationships/image" Target="/ppt/media/image3.svg" Id="R71b0f78dfdaf4381" /><Relationship Type="http://schemas.openxmlformats.org/officeDocument/2006/relationships/notesSlide" Target="/ppt/notesSlides/notesSlide7.xml" Id="Re1f932e170774f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4b968de544d33" /><Relationship Type="http://schemas.openxmlformats.org/officeDocument/2006/relationships/notesSlide" Target="/ppt/notesSlides/notesSlide8.xml" Id="R83991bf193b84c3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FB3764-C130-4857-AD6A-1A1B092D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EE9E0-F160-4D8F-9660-8652FD9F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7B0E8-569A-436E-8130-831A417B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FD2C4-DF66-48A9-B542-C81A2D07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E9F22-5036-440C-A882-55681EA3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08729-D463-48C7-8215-14A76403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02310-F961-4474-8A66-6BACE365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Method Swap Challenge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A03ED-8101-47F2-830E-2D054E0D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8a22c9ed140f1">
            <a:extLst>
              <a:ext uri="{96DAC541-7B7A-43D3-8B79-37D633B846F1}">
                <asvg:svgBlip xmlns:asvg="http://schemas.microsoft.com/office/drawing/2016/SVG/main" r:embed="R6e060a1f3d3b43f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021C2-81CA-41CF-8B46-DAACBDD0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4138E-27A4-424B-BAA6-F6F40A49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A0433-F27C-4C5A-BBEB-DA67806E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43E2E-F31A-4184-9033-84791732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Methods carry assumptions about what can be known and how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it should be justified.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DA6D3-EF16-402C-91DE-1E6B6D8D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8770E-6D5F-4D75-88EE-8AC0AD70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A3A32-E8CC-4B0F-8C1E-75BD7C26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AAF28F-2562-4A6C-A8E5-8D3A0EBA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35-45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1093131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43B115-63C8-4CD9-9BE6-5EC53966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C1A90-B4D4-4B02-AFD5-2B6C86CC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CCAE7-A721-4B31-8B84-88AF9366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CD264-04FA-4CA3-8822-03B77BB0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DB47E-FE73-404C-BDE2-5C7CE72A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48B03-4A91-435F-98D3-8E58FD83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5BB8B-CEDD-4CEA-A197-02F9CB5E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CE410-BCC5-4425-8315-73630157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ECA03-3BF6-4CEA-B83D-BCA8A706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7EFF5-F670-4CF3-A4F6-9F785F13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328BB-38B8-41BA-B7DD-A36135CD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05999-8E9E-474D-B707-1FC7AC0E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compare methods across AOKs by using them outside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their usual home.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Methods carry assumptions about what can be known and how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it should be justified.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857D2-4B2A-4826-96C4-0CA97F63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62CBE7-F8AE-4C43-8DBF-304EA96D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DD9EF-46AE-4998-B016-7CBB1F5C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652D84-F32E-4582-854C-52D1CDC5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Question cards from different AOKs and method cards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such as experiment, proof, interpretation, archive,...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Method-swap evaluation sheet.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Question cards, method cards, and mismatch reflection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sheet.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Evaluation grid: reveals, distorts, cannot answer,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better method.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AD3A02-95CA-452B-8357-5364DA4D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0200987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EF9265-71EA-4F9B-9CD4-35B7842E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A2DF5-08E9-4326-A05A-1738C2E7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BD7D8-7329-467B-9CBB-6BB0E4E0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2BFF0-A815-4EEE-A702-701AC263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2869C-3CDC-4FFD-BD80-86289EDB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89E8E-CF8B-420C-AAFB-A19958DE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B71B8-2337-4CB9-8D77-7F932B7A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ED055-7890-430B-814B-22BDA957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00d1a9d8e43ad">
            <a:extLst>
              <a:ext uri="{96DAC541-7B7A-43D3-8B79-37D633B846F1}">
                <asvg:svgBlip xmlns:asvg="http://schemas.microsoft.com/office/drawing/2016/SVG/main" r:embed="Rb6eb74520e904d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9E585-65EA-4D45-A670-1DEC5D17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95C35-3C8B-4C06-8ED1-D593D324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72FB9-8C97-4F01-A29D-DF97602C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67825-F585-443B-ABBD-2E1FE88C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Method Swap Challenge Stimulus A: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1: Question: Is this policy fair? Method card:...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Method Swap Challenge Stimulus B: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2: Question: What caused this revolution? Method card:...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DCF027-3A27-4CB9-9542-28BFBA52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82F0BB-19E6-4671-834D-C6E31C2E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082D5D-839D-4E2D-BCE3-FCD8816A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302BAD-A982-4B8C-BA10-EB895EF1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Method Swap Challenge Stimulus A, what is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Method Swap Challenge Stimulus A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86839618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46FE73-68D1-4DD9-A6E1-7B32F231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6689F-B95F-42BD-9373-FFBF6145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4094D-9AC5-46E1-83C5-0B8DBB68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3BED1-E563-46F9-8FDC-86CDD46C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1D9F6-714F-45A6-BF00-FF23BAE5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8A725-7F35-4608-8793-66508202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978E0-82B1-4680-864A-664C01B7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736BA-2BA7-4336-A231-4C72EF57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EC8B0-3813-4AA5-9C37-50BD20F7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549F5-CB21-42BB-AA78-6FFA3E37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2C78F-E4E1-4827-B203-74B1DFA1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ADF48-1ABD-4C27-8050-4AE61CD0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Groups draw one knowledge question and one method from different AOKs.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They attempt to answer the question using the assigned method.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Groups identify what the method reveals, distorts, or cannot handle.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Students swap to a more suitable method and compare results.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why methods are powerful but not interchangeable.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2EF34-D2C1-4E7E-98E7-188A7014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Cross-AOK.</a:t>
            </a:r>
          </a:p>
        </p:txBody>
      </p:sp>
    </p:spTree>
    <p:extLst>
      <p:ext uri="{BB962C8B-B14F-4D97-AF65-F5344CB8AC3E}">
        <p14:creationId xmlns:p14="http://schemas.microsoft.com/office/powerpoint/2010/main" val="18168286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2C689A-F100-44EA-9B4A-4C14463C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F877A-EA04-4948-8E1B-6E2B3A49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9F2FD-B510-4F69-BCED-A3730CE4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4062B-5659-4E62-B3B5-DC852C90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EF1D4-FFFB-459C-91B0-560E3FA4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F7C59-6509-41DB-BF39-FD8ED0A6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B6559-C4BD-4CE3-86E8-79533665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9613E-D8ED-4525-9F85-2100B6F1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F3F9D-1026-4943-9C38-957F5D22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81C698-D81B-4EBE-90F2-B67F04EC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0BE8E-A65C-42D2-8511-D23ED293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1DED1-4583-4DB2-B244-ECC8F8DE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C943C2-BE0E-444F-AD8F-544338A9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33E243-55D6-400A-B982-27EBC216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E0B8D-5841-4DBC-8512-D05AC29E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76A0E7-E410-4A02-847E-77CF5D28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6D348D-09BD-4EC0-BDE6-470EA66B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6E787-C1FD-4CC3-AA79-6EAA0AF6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C9A636-D278-4BC9-A885-AC9727DA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DEA107-8CDC-41D6-AEA0-B71945A7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945CA7-2D66-4A73-A518-DA57240E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09BCF3-1EE9-4D9D-BF62-96B6DC1A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C9CC4D-FA82-4756-84DF-04C218D6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6F0942-4B9B-4BD3-A7C3-8B5EAAE0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A31D45-50E8-4914-A5BA-ACCEE3B4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5394A1-B2E8-4DFB-A048-9A942592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BDAC5F-7084-4FF0-99FD-CF7A8E41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CC0160-F41E-4498-9500-848DE667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2875019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611DE9-648D-46A3-9962-B4C62078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9AFFF-03E0-44C5-92CE-789165F5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B7B23-F72C-449B-AB13-0EF2C9F6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C9D0B-531E-4D7B-A735-73DEA109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60F4D-23AE-4A1C-90AD-2F7B6CC0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17EE7-0E65-48EA-B632-A6695EFA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0D451-0CFB-48B5-8985-B0861470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7FDE6-5EAA-4E6E-AAEE-DBBF9768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6F3FB0-FE77-4B44-9A44-15EB2D20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CD4B0-FEBD-417E-98BD-9C9E0531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9B86D-18B9-482A-9A5C-96F725FC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271FC0-D952-4D48-B80B-620B09FA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How do methods shape what can be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known?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 method be reliable in one AOK and misleading in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another?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is gained and lost when knowledge practices cross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boundaries?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97175F-9CDE-4282-BE3C-84AB4379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4D0462-B0A1-48BF-B936-33981438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E6528-4024-464E-93A6-F4E67EC7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C12A60-DE16-4372-8E10-8FDB43F8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methods shape what can be known?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Are standards of justification transferable across AOKs?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does method choice reveal about knowledge?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1B1AD8-A714-4492-902D-6251AE96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4707255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451C29-C8D7-4DA3-9A3C-308E6EDC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76A5C-76AC-4577-8F2D-3F254A66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75600-4BEE-417E-A93E-EA2D9570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4202C-2854-42BE-97BA-51ABC04B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16025-FC40-4976-B804-CB271CC9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86456-2D75-448F-9B6C-8EB507C1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0F139-EABB-46F9-9068-8C067248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B335E-9DEE-4073-BD7A-AF498F67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A6BAF-91B1-4C3F-A5F5-96CE3D9C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30778-DB31-4933-96DD-688F883C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7EAB5-8674-452F-8A8E-B158B5D4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B73C47-DBCF-4EF1-96FB-85F6D222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proof method forced us to define fairness too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narrowly.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archive method gave context but could not produce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experimental control.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796FD-DC39-40CB-8B6B-A62006DF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3A753-1C75-4239-B6BE-717E22DA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07C9C7-B1C8-4FF9-A144-AB395BA1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0FBE8-6E92-4613-BCE2-FD82DAB6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create their own method-swap card set for another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class.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Connect to interdisciplinary research and TOK essay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comparisons.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b4b486a0e43ef">
            <a:extLst>
              <a:ext uri="{96DAC541-7B7A-43D3-8B79-37D633B846F1}">
                <asvg:svgBlip xmlns:asvg="http://schemas.microsoft.com/office/drawing/2016/SVG/main" r:embed="R71b0f78dfdaf43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2312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06FB53-B2D8-4F30-A835-A43ED862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9D57B-A278-4B92-811F-EB0BAD29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BBEFC-47A9-4070-853B-E44617C6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3CFC7-421B-4F13-944A-81D90F59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DE01C-8C20-45E4-AF43-71882654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FD76D-ED4F-4C81-B2E3-3DDD3198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DFF5F-2AE9-4B19-B23A-A0BC3C0E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6F898-DF11-4680-897F-F48BD8F5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9538F-340C-4F1A-B14C-AD632F50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D88C0-1A17-4A56-9ABC-380F4F1F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B054A-90E2-4FB8-8089-1D6DE460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76E54D-DD82-466A-8590-A044C2BD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method-swap card pair showing an awkward method and a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better-fitting method.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885BC-56E7-4305-87A7-0ABAD169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7508B5-8AE3-49F2-92A4-50FB915C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AFD66-4FC5-4994-BD37-D0F671ED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595EC-A7A7-40BE-8719-CC76A6F9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3C834-6551-42B5-9E1F-1CF3885C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4EC50A-B2C8-4D04-A438-7EB9EB27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3D763B-DA7D-429E-A721-65446894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2EB866-A63E-4793-8982-6805123B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Counts as Evidence?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Same Object, Different AOK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Reliability Ranking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C11718-3FB7-4B8D-A6C2-6E69EEC7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21160422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2026-06-20T10:31:39.4570000Z</dcterms:created>
  <dcterms:modified xsi:type="dcterms:W3CDTF">2026-06-20T10:31:39.4570000Z</dcterms:modified>
</coreProperties>
</file>