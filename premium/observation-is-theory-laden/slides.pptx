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93d5e3b644b22" /><Relationship Type="http://schemas.openxmlformats.org/officeDocument/2006/relationships/extended-properties" Target="/docProps/app.xml" Id="R73ed6166f30b44e1" /><Relationship Type="http://schemas.openxmlformats.org/officeDocument/2006/relationships/officeDocument" Target="/ppt/presentation.xml" Id="R8d3a99386e1d49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f512620924a6b"/>
  </p:sldMasterIdLst>
  <p:notesMasterIdLst>
    <p:notesMasterId xmlns:r="http://schemas.openxmlformats.org/officeDocument/2006/relationships" r:id="R1ad7cf8a728249ee"/>
  </p:notesMasterIdLst>
  <p:sldIdLst>
    <p:sldId xmlns:r="http://schemas.openxmlformats.org/officeDocument/2006/relationships" id="256" r:id="R6a002f78189048d9"/>
    <p:sldId xmlns:r="http://schemas.openxmlformats.org/officeDocument/2006/relationships" id="257" r:id="Rb93837dfdeec4d41"/>
    <p:sldId xmlns:r="http://schemas.openxmlformats.org/officeDocument/2006/relationships" id="258" r:id="R4ddfdb29ca9d4059"/>
    <p:sldId xmlns:r="http://schemas.openxmlformats.org/officeDocument/2006/relationships" id="259" r:id="R113e9dedbecb4a41"/>
    <p:sldId xmlns:r="http://schemas.openxmlformats.org/officeDocument/2006/relationships" id="260" r:id="R490b48ee1a304f3d"/>
    <p:sldId xmlns:r="http://schemas.openxmlformats.org/officeDocument/2006/relationships" id="261" r:id="R4d6a329398de47ad"/>
    <p:sldId xmlns:r="http://schemas.openxmlformats.org/officeDocument/2006/relationships" id="262" r:id="R5e0136c4f58546b7"/>
    <p:sldId xmlns:r="http://schemas.openxmlformats.org/officeDocument/2006/relationships" id="263" r:id="R43eb049e45b34c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75754fe6c54023" /><Relationship Type="http://schemas.openxmlformats.org/officeDocument/2006/relationships/slideMaster" Target="/ppt/slideMasters/slideMaster1.xml" Id="R56ff512620924a6b" /><Relationship Type="http://schemas.openxmlformats.org/officeDocument/2006/relationships/notesMaster" Target="/ppt/notesMasters/notesMaster1.xml" Id="R1ad7cf8a728249ee" /><Relationship Type="http://schemas.openxmlformats.org/officeDocument/2006/relationships/presProps" Target="/ppt/presProps.xml" Id="Raf1a738f783941ec" /><Relationship Type="http://schemas.openxmlformats.org/officeDocument/2006/relationships/tableStyles" Target="/ppt/tableStyles.xml" Id="R0fed5176fbbc4e7c" /><Relationship Type="http://schemas.openxmlformats.org/officeDocument/2006/relationships/slide" Target="/ppt/slides/slide1.xml" Id="R6a002f78189048d9" /><Relationship Type="http://schemas.openxmlformats.org/officeDocument/2006/relationships/slide" Target="/ppt/slides/slide2.xml" Id="Rb93837dfdeec4d41" /><Relationship Type="http://schemas.openxmlformats.org/officeDocument/2006/relationships/slide" Target="/ppt/slides/slide3.xml" Id="R4ddfdb29ca9d4059" /><Relationship Type="http://schemas.openxmlformats.org/officeDocument/2006/relationships/slide" Target="/ppt/slides/slide4.xml" Id="R113e9dedbecb4a41" /><Relationship Type="http://schemas.openxmlformats.org/officeDocument/2006/relationships/slide" Target="/ppt/slides/slide5.xml" Id="R490b48ee1a304f3d" /><Relationship Type="http://schemas.openxmlformats.org/officeDocument/2006/relationships/slide" Target="/ppt/slides/slide6.xml" Id="R4d6a329398de47ad" /><Relationship Type="http://schemas.openxmlformats.org/officeDocument/2006/relationships/slide" Target="/ppt/slides/slide7.xml" Id="R5e0136c4f58546b7" /><Relationship Type="http://schemas.openxmlformats.org/officeDocument/2006/relationships/slide" Target="/ppt/slides/slide8.xml" Id="R43eb049e45b34c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dd7c10340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e20700eda44eee" /><Relationship Type="http://schemas.openxmlformats.org/officeDocument/2006/relationships/notesMaster" Target="/ppt/notesMasters/notesMaster1.xml" Id="Reb5c3bb9f46d4f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ee60916504c12" /><Relationship Type="http://schemas.openxmlformats.org/officeDocument/2006/relationships/notesMaster" Target="/ppt/notesMasters/notesMaster1.xml" Id="R360869f60d22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81623a12e4563" /><Relationship Type="http://schemas.openxmlformats.org/officeDocument/2006/relationships/notesMaster" Target="/ppt/notesMasters/notesMaster1.xml" Id="Rdc06a81a298b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093448696452a" /><Relationship Type="http://schemas.openxmlformats.org/officeDocument/2006/relationships/notesMaster" Target="/ppt/notesMasters/notesMaster1.xml" Id="R8c6d4451dfba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a3f55b4944d3b" /><Relationship Type="http://schemas.openxmlformats.org/officeDocument/2006/relationships/notesMaster" Target="/ppt/notesMasters/notesMaster1.xml" Id="R2dd4ba32ea214a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733dca2a6c485e" /><Relationship Type="http://schemas.openxmlformats.org/officeDocument/2006/relationships/notesMaster" Target="/ppt/notesMasters/notesMaster1.xml" Id="R84557dab51f24e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0e662272874a3e" /><Relationship Type="http://schemas.openxmlformats.org/officeDocument/2006/relationships/notesMaster" Target="/ppt/notesMasters/notesMaster1.xml" Id="Refcad89eb56d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7f11653db4ee1" /><Relationship Type="http://schemas.openxmlformats.org/officeDocument/2006/relationships/notesMaster" Target="/ppt/notesMasters/notesMaster1.xml" Id="R10a8a57a16de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18d290505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044cd4d1c4d9a" /><Relationship Type="http://schemas.openxmlformats.org/officeDocument/2006/relationships/slideLayout" Target="/ppt/slideLayouts/slideLayout1.xml" Id="R207fee4c52f4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7fee4c52f4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50a95a0f5412d" /><Relationship Type="http://schemas.openxmlformats.org/officeDocument/2006/relationships/image" Target="/ppt/media/image.png" Id="Raac874f1545c4e6a" /><Relationship Type="http://schemas.openxmlformats.org/officeDocument/2006/relationships/image" Target="/ppt/media/image.svg" Id="Rb59e91e612b74f95" /><Relationship Type="http://schemas.openxmlformats.org/officeDocument/2006/relationships/notesSlide" Target="/ppt/notesSlides/notesSlide1.xml" Id="R0be5c90870594c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95078e99b4d90" /><Relationship Type="http://schemas.openxmlformats.org/officeDocument/2006/relationships/notesSlide" Target="/ppt/notesSlides/notesSlide2.xml" Id="R05e8dbcafbd4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9949a4a0a42ae" /><Relationship Type="http://schemas.openxmlformats.org/officeDocument/2006/relationships/image" Target="/ppt/media/image2.png" Id="R4a133f989e684b93" /><Relationship Type="http://schemas.openxmlformats.org/officeDocument/2006/relationships/image" Target="/ppt/media/image2.svg" Id="R01f9157600ab470e" /><Relationship Type="http://schemas.openxmlformats.org/officeDocument/2006/relationships/notesSlide" Target="/ppt/notesSlides/notesSlide3.xml" Id="R74b8ea0206b3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50b8557cf4aad" /><Relationship Type="http://schemas.openxmlformats.org/officeDocument/2006/relationships/notesSlide" Target="/ppt/notesSlides/notesSlide4.xml" Id="R439456e3a8614c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8b7f580a94510" /><Relationship Type="http://schemas.openxmlformats.org/officeDocument/2006/relationships/notesSlide" Target="/ppt/notesSlides/notesSlide5.xml" Id="R6e5b68ee9584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fec8ea04b466f" /><Relationship Type="http://schemas.openxmlformats.org/officeDocument/2006/relationships/notesSlide" Target="/ppt/notesSlides/notesSlide6.xml" Id="Rfd68ef3212d2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a643519b84014" /><Relationship Type="http://schemas.openxmlformats.org/officeDocument/2006/relationships/image" Target="/ppt/media/image3.png" Id="R6ec850a8851e4d5d" /><Relationship Type="http://schemas.openxmlformats.org/officeDocument/2006/relationships/image" Target="/ppt/media/image3.svg" Id="R55f78c3f16b44e0d" /><Relationship Type="http://schemas.openxmlformats.org/officeDocument/2006/relationships/notesSlide" Target="/ppt/notesSlides/notesSlide7.xml" Id="R2661d38b247249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9ea865ebc4209" /><Relationship Type="http://schemas.openxmlformats.org/officeDocument/2006/relationships/notesSlide" Target="/ppt/notesSlides/notesSlide8.xml" Id="R206ea058a5d34b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F8640A-6E42-4282-BA6E-660B3DA8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AB6AE-FFE6-4F2B-93E1-B38D013C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0C2C-44A2-476F-85AC-13271DD8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30224-5DD4-4168-8CFF-6D125F0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F8EF0-9A7F-4AB3-97C8-2DA01D6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9C420-A7E9-4734-992B-D186AF6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CB41A-31BC-4AF5-AAEB-0DAFC954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Observation is Theory-Laden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0625E-6DD9-4323-ADA2-AD42BA04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874f1545c4e6a">
            <a:extLst>
              <a:ext uri="{96DAC541-7B7A-43D3-8B79-37D633B846F1}">
                <asvg:svgBlip xmlns:asvg="http://schemas.microsoft.com/office/drawing/2016/SVG/main" r:embed="Rb59e91e612b74f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5BD50-7A93-424C-ADDD-6B63F24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58CE2-91EB-43A4-BBE6-17C5BB1D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F5E86-A82B-42BC-BF1E-49B0EBD5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F2667-85B9-441F-B8CE-DE98DC0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Seeing scientifically requires concepts.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6AE4C-A681-4AA0-A314-AF18C274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3BED2-EFB6-4E60-BA00-ED06E2FC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B276A-A89B-4DD7-995A-64FA630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BC7E7-0507-4A5C-B826-013DF50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3123862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32B24-291C-4D16-89C3-21CE6F2E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64CDB-68E9-4CF3-91B9-512B9AEE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0EFA7-F512-4E7B-8F74-CFDB466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055E0-AB1E-45C2-A915-F69AE1C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AC4E-56BB-4F97-902E-8BC3E436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E1C36-E596-423D-9140-86FD285A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7628-2730-40F7-9672-F754D31B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A2A9-F042-498D-9A50-6B30CD39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176E3-3A0B-410D-A5AC-BE8CCA34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56BBA-E9AF-4620-8A86-27E9B6C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5B0DD-3A86-4620-8D91-272805D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1CB10-D867-42B5-83E0-10B30D3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that observation depends on concepts,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training and context.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Seeing scientifically requires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C5A38-29D1-46F0-9FD3-CD5199C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E40F5-D4D2-456C-8AC0-BE26B6C8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97ACD-B8A4-4C16-86DE-28410AC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EA81D-7151-47B3-B113-36D05445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 ambiguous image or strange graph.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DBAD4-0A21-4BE9-8E92-BE2C184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580545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CD98E-B712-467E-A76D-86AC2E6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71C9-6962-425A-BF17-851EE65D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00F36-8804-49C5-9F3D-7D526B3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D3B2-ABE3-494E-8F30-39E2A4D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E36FC-FE7B-4D0D-9898-7704B926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F52A8-5815-47E4-AD5E-2E178C4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5A5B3-49E2-4DED-B8B5-8EEB5BD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AD874-3FCC-4F7C-AAA0-938FF9D4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33f989e684b93">
            <a:extLst>
              <a:ext uri="{96DAC541-7B7A-43D3-8B79-37D633B846F1}">
                <asvg:svgBlip xmlns:asvg="http://schemas.microsoft.com/office/drawing/2016/SVG/main" r:embed="R01f9157600ab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3771-673C-4056-84CE-85BD1D32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2B25D-2BCE-4313-820B-D10F55DA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E9C0-C80A-4908-AA24-2E81976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D2B64-091D-4C63-8060-C67C1FAD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The same candle flame described by a poet,...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simple phenomenon viewed with different...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1D625-D95A-4F35-AF13-2B9E2E0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F5117-37C7-4D7E-B72D-A64C2B3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CDD1C-FF51-424A-863F-FE97D5E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A3240-E993-4237-841C-0320E4E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Observation is Theory-Laden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Observation is Theory-Laden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67975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BE721-B410-4425-B554-88D26B12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3A4A-C712-4B77-8FEC-5BA85495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C937-866E-4658-8E1C-2CFE7D8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349B0-ACCF-40FF-95A7-C6BBDD21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C62EA-41BE-43A9-807A-F10E8FD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58C9-86AA-4B6F-9C5E-23B598D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C35F2-0F25-43AD-9404-569D3EC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3ECB3-8AB3-40A8-9BAD-5C402DA7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230F-13E2-444C-8128-F8B7E59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7A9A7-F395-4357-B6FD-9A6A56D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96CAE-2E48-4E76-9ED5-064B516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4C3E5-E1B4-4816-9C2D-69A4441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an image without context and ask students what they observe.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Now label it as a microscope image, satellite image, medical scan, particle trace or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climate graph.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Ask what new things they notice.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the image changed, or the knower 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46CA6-EB8A-44A0-9500-86ABF36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1470057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A5D57-3A19-42C8-8AD6-2B5DEC5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1865C-3E8B-4E7A-9ED9-6A31E40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30120-673B-43CA-BD49-09323CF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85F56-D28F-43D9-BB69-4653C48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22F0-4ED4-448C-B27D-DC8F36C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6C8B0-9CB0-4A55-AF3A-6270ED4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18658-8FCF-4BA5-B9CB-21331B65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9D9E2-0122-4E24-BEF4-9854BA6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608AC-5796-471A-8D6A-640D4280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574C4-36B9-4B29-8DD8-16C3B1B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E8002-4820-407A-8E2F-D93D8AD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F133B-09C5-4C33-AF83-8056871A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50CB-23FC-4573-A8E9-DC7DA75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63317-B3DA-4A26-9322-6F0BFB6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4CB28-1874-4327-9881-1669D02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AB989-8735-4229-8465-93F5321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763A-7C58-4809-AE3A-DE693AA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BAE46-2560-4CC0-BE0F-C21D661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353FB-4631-4FAC-98A3-E109CFE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8D1B1-7068-4C5B-98F4-E8A44B7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FE739-7D82-4637-B762-93150EA2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0839C-2D84-447D-BA7E-6DEBBC2F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74FFE-F57A-4EC7-A716-6EB44664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34299-85AE-4E25-8CA4-E2AD03DC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3DB9B-B79D-408E-9DB2-4DBDA954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5D337-24E6-4582-8845-DB213BB5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AAC26E-94A1-4E00-81C6-255F018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FAFA8-782D-478C-AEA8-A99A3CC0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908311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809C8-670A-4D2A-85BF-F9C1089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DF4A-57B8-4EC7-9353-B928C138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F2F5A-CD58-43BA-A33B-5777DBA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32A01-0284-4E02-ADA1-35AD79C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FBA7B-C146-4909-859C-7195790D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3C267-1A2C-428F-83BD-FFBFE3F0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7B3B-1C6C-45FF-8FAB-9D87D7B5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B539-EEAA-4A17-B6EB-D4A57F2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1A2EC-E975-4266-9F65-FB3A3D1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5978C-5F96-401A-BBCA-CC69A513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DE24D-A09E-4DDD-9A86-57AC897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A8532-5CB1-48B5-97C8-F9B6211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observation be theory-free?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training help scientists see more, or see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role do models play in scientific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06961-6AC1-4DCD-A11C-DC1F491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AB116-7F44-449B-BBFE-5DBE530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A9EF8-CF95-4129-ACBA-02021C8D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9142E-3EAA-43CB-9F2A-6DD5448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observation be theory-free?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training help scientists see more, or see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role do models play in scientific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BE46B-B0AD-424B-82DE-C75C237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957994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BA595-09B8-48B8-8829-73F572F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515AE-EA60-4E84-B7CA-3A2E3E63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53DAC-EE84-43FA-849F-06812EB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1A728-CDD4-4ECB-8B98-1E60B4E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825C-DF65-4855-9B33-067CBBF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E3BF-4CC0-4518-BEA6-9AFEC11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82849-7E14-4D5F-9C78-75FC9C9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CFD30-D173-47E6-AF83-89801F6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0F244-1399-4024-B812-20615D59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A7EB6-3950-477F-B4D8-46012AB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06546-C681-4EBC-B2D7-D88C56D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ADBDE-E5DE-465E-B9EB-BD9D9B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Observation is Theory-Laden: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2DD0F-7D0A-44DB-BEBA-B33EEC47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E0F80-4141-4C67-A554-C4289C5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8DBCF-800A-409B-AE8F-B0BE7D5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922C4-2980-4215-99AE-ECC740F1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850a8851e4d5d">
            <a:extLst>
              <a:ext uri="{96DAC541-7B7A-43D3-8B79-37D633B846F1}">
                <asvg:svgBlip xmlns:asvg="http://schemas.microsoft.com/office/drawing/2016/SVG/main" r:embed="R55f78c3f16b4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1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A89DD-0ECC-4D15-AB9C-41056F3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65F38-67C6-4899-B6CC-63CDEE8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3816E-FC8D-4F33-A8C4-61186DB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4F080-DB2E-4819-A852-2487ABBA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48168-DD59-46E4-B9AE-89CCACB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86AEF-D39F-48FA-B9E1-862575C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8D2A7-74E1-4DDD-8B90-0CF0976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5CC0A-9070-4988-8B1B-0AEAEF4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51DF3-D9FC-44B1-97B9-A4E7425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E3DA-A9C9-4CD3-9393-1A2E8A1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930CC-E54F-49A7-99F3-656A7DE3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8B23B-AE61-408B-9875-3978A2E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same image with different scientific captions.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56803-B13E-48B3-AB6B-F89BA09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64AFD-4DB2-457D-8E51-F98B390A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E0ADF-C262-451E-9CBB-2D2B001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8D5AA-D009-4E97-B774-FCD739E1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817FF-A1A4-49B5-9E00-48D9FA9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A21CF-2985-4541-A05E-FFE64172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6EC18-914D-4B5E-A5CC-FB420316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C599E-25E1-420F-B334-23611AA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E5D0D-A9CF-4A8F-AD51-ADED0E5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012803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2026-06-20T10:31:36.0040000Z</dcterms:created>
  <dcterms:modified xsi:type="dcterms:W3CDTF">2026-06-20T10:31:36.0040000Z</dcterms:modified>
</coreProperties>
</file>