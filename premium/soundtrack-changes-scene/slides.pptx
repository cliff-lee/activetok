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44b25e17ba4fbd" /><Relationship Type="http://schemas.openxmlformats.org/officeDocument/2006/relationships/extended-properties" Target="/docProps/app.xml" Id="R255e4fabdcc54eab" /><Relationship Type="http://schemas.openxmlformats.org/officeDocument/2006/relationships/officeDocument" Target="/ppt/presentation.xml" Id="R3a025ed5829f44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84cf284c494cfc"/>
  </p:sldMasterIdLst>
  <p:notesMasterIdLst>
    <p:notesMasterId xmlns:r="http://schemas.openxmlformats.org/officeDocument/2006/relationships" r:id="Rfae7e61d7b674d14"/>
  </p:notesMasterIdLst>
  <p:sldIdLst>
    <p:sldId xmlns:r="http://schemas.openxmlformats.org/officeDocument/2006/relationships" id="256" r:id="Rdbad8873c61f40d5"/>
    <p:sldId xmlns:r="http://schemas.openxmlformats.org/officeDocument/2006/relationships" id="257" r:id="Raa5539972bd94dce"/>
    <p:sldId xmlns:r="http://schemas.openxmlformats.org/officeDocument/2006/relationships" id="258" r:id="R995c4ca92ecc49e7"/>
    <p:sldId xmlns:r="http://schemas.openxmlformats.org/officeDocument/2006/relationships" id="259" r:id="R7ff94cd230a74a9a"/>
    <p:sldId xmlns:r="http://schemas.openxmlformats.org/officeDocument/2006/relationships" id="260" r:id="R0471a91b0ccf47d1"/>
    <p:sldId xmlns:r="http://schemas.openxmlformats.org/officeDocument/2006/relationships" id="261" r:id="R6960bb7edac74cac"/>
    <p:sldId xmlns:r="http://schemas.openxmlformats.org/officeDocument/2006/relationships" id="262" r:id="R284eecfb9d1e4bfe"/>
    <p:sldId xmlns:r="http://schemas.openxmlformats.org/officeDocument/2006/relationships" id="263" r:id="R6c3b77f3b7c04eb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31139cfc3b4d5a" /><Relationship Type="http://schemas.openxmlformats.org/officeDocument/2006/relationships/slideMaster" Target="/ppt/slideMasters/slideMaster1.xml" Id="R8784cf284c494cfc" /><Relationship Type="http://schemas.openxmlformats.org/officeDocument/2006/relationships/notesMaster" Target="/ppt/notesMasters/notesMaster1.xml" Id="Rfae7e61d7b674d14" /><Relationship Type="http://schemas.openxmlformats.org/officeDocument/2006/relationships/presProps" Target="/ppt/presProps.xml" Id="R6ffe98b1748b43a1" /><Relationship Type="http://schemas.openxmlformats.org/officeDocument/2006/relationships/tableStyles" Target="/ppt/tableStyles.xml" Id="R7d68fee2382340de" /><Relationship Type="http://schemas.openxmlformats.org/officeDocument/2006/relationships/slide" Target="/ppt/slides/slide1.xml" Id="Rdbad8873c61f40d5" /><Relationship Type="http://schemas.openxmlformats.org/officeDocument/2006/relationships/slide" Target="/ppt/slides/slide2.xml" Id="Raa5539972bd94dce" /><Relationship Type="http://schemas.openxmlformats.org/officeDocument/2006/relationships/slide" Target="/ppt/slides/slide3.xml" Id="R995c4ca92ecc49e7" /><Relationship Type="http://schemas.openxmlformats.org/officeDocument/2006/relationships/slide" Target="/ppt/slides/slide4.xml" Id="R7ff94cd230a74a9a" /><Relationship Type="http://schemas.openxmlformats.org/officeDocument/2006/relationships/slide" Target="/ppt/slides/slide5.xml" Id="R0471a91b0ccf47d1" /><Relationship Type="http://schemas.openxmlformats.org/officeDocument/2006/relationships/slide" Target="/ppt/slides/slide6.xml" Id="R6960bb7edac74cac" /><Relationship Type="http://schemas.openxmlformats.org/officeDocument/2006/relationships/slide" Target="/ppt/slides/slide7.xml" Id="R284eecfb9d1e4bfe" /><Relationship Type="http://schemas.openxmlformats.org/officeDocument/2006/relationships/slide" Target="/ppt/slides/slide8.xml" Id="R6c3b77f3b7c04e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f44bc1831e49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014528f12943f1" /><Relationship Type="http://schemas.openxmlformats.org/officeDocument/2006/relationships/notesMaster" Target="/ppt/notesMasters/notesMaster1.xml" Id="Ree3f2a12d53247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ba391747e04510" /><Relationship Type="http://schemas.openxmlformats.org/officeDocument/2006/relationships/notesMaster" Target="/ppt/notesMasters/notesMaster1.xml" Id="Raa20f2e7f9024b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179c3742f24355" /><Relationship Type="http://schemas.openxmlformats.org/officeDocument/2006/relationships/notesMaster" Target="/ppt/notesMasters/notesMaster1.xml" Id="R8d9e3f257d814e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e1c5f22849406b" /><Relationship Type="http://schemas.openxmlformats.org/officeDocument/2006/relationships/notesMaster" Target="/ppt/notesMasters/notesMaster1.xml" Id="R1db6fc4f427047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32bf74afe24019" /><Relationship Type="http://schemas.openxmlformats.org/officeDocument/2006/relationships/notesMaster" Target="/ppt/notesMasters/notesMaster1.xml" Id="Ra040c7f8feaf43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a92c5157d64805" /><Relationship Type="http://schemas.openxmlformats.org/officeDocument/2006/relationships/notesMaster" Target="/ppt/notesMasters/notesMaster1.xml" Id="R8595a2d35dc54f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12e39809824ade" /><Relationship Type="http://schemas.openxmlformats.org/officeDocument/2006/relationships/notesMaster" Target="/ppt/notesMasters/notesMaster1.xml" Id="R006f1116b62048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60c035fb4540d0" /><Relationship Type="http://schemas.openxmlformats.org/officeDocument/2006/relationships/notesMaster" Target="/ppt/notesMasters/notesMaster1.xml" Id="R12454721e05c4d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de5c4f750643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50711a25b74d74" /><Relationship Type="http://schemas.openxmlformats.org/officeDocument/2006/relationships/slideLayout" Target="/ppt/slideLayouts/slideLayout1.xml" Id="Rb23c09f1b5f84e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3c09f1b5f84e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318e1ca5b462f" /><Relationship Type="http://schemas.openxmlformats.org/officeDocument/2006/relationships/image" Target="/ppt/media/image.png" Id="Re4faff9d2cf34b75" /><Relationship Type="http://schemas.openxmlformats.org/officeDocument/2006/relationships/image" Target="/ppt/media/image.svg" Id="R3044794f746e40d0" /><Relationship Type="http://schemas.openxmlformats.org/officeDocument/2006/relationships/notesSlide" Target="/ppt/notesSlides/notesSlide1.xml" Id="R820c1921fd5840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060ae8a6144c9" /><Relationship Type="http://schemas.openxmlformats.org/officeDocument/2006/relationships/notesSlide" Target="/ppt/notesSlides/notesSlide2.xml" Id="Rc9c6142ed14444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8efe82af24702" /><Relationship Type="http://schemas.openxmlformats.org/officeDocument/2006/relationships/image" Target="/ppt/media/image2.png" Id="Raac425aea0b34050" /><Relationship Type="http://schemas.openxmlformats.org/officeDocument/2006/relationships/image" Target="/ppt/media/image2.svg" Id="Rdc7cc9a334664116" /><Relationship Type="http://schemas.openxmlformats.org/officeDocument/2006/relationships/notesSlide" Target="/ppt/notesSlides/notesSlide3.xml" Id="Ra8ff8a213bcb44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02633d3ab4baf" /><Relationship Type="http://schemas.openxmlformats.org/officeDocument/2006/relationships/notesSlide" Target="/ppt/notesSlides/notesSlide4.xml" Id="R570f0b7f9e0748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2a0c3dd2f4b81" /><Relationship Type="http://schemas.openxmlformats.org/officeDocument/2006/relationships/notesSlide" Target="/ppt/notesSlides/notesSlide5.xml" Id="R42b06beeaf3042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facb8ddbd4ac4" /><Relationship Type="http://schemas.openxmlformats.org/officeDocument/2006/relationships/notesSlide" Target="/ppt/notesSlides/notesSlide6.xml" Id="R942d5698416949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309a6e1f04cc9" /><Relationship Type="http://schemas.openxmlformats.org/officeDocument/2006/relationships/image" Target="/ppt/media/image3.png" Id="R7bd91ff3d22c4bb6" /><Relationship Type="http://schemas.openxmlformats.org/officeDocument/2006/relationships/image" Target="/ppt/media/image3.svg" Id="R55397c74463f44e0" /><Relationship Type="http://schemas.openxmlformats.org/officeDocument/2006/relationships/notesSlide" Target="/ppt/notesSlides/notesSlide7.xml" Id="R07056b54d98440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cef707af04f29" /><Relationship Type="http://schemas.openxmlformats.org/officeDocument/2006/relationships/notesSlide" Target="/ppt/notesSlides/notesSlide8.xml" Id="R5e9481fd6bb5472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AB03B0-2D7A-40EE-A0E5-9BB1CFD8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77DF5-B1C6-4B5A-9BCE-891363B1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36AFA-7197-46FA-94F8-3547B060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4AF01-3180-4AEF-BCE8-C4200759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371E0-FC30-49A3-8FEA-2F9EDC5C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E94FE-E5B9-42A6-B026-65BBE59D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CA873-0C87-4837-AEF7-D4022F77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Soundtrack Changes Scene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F8D5E-660C-49F5-952F-82AC17E8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aff9d2cf34b75">
            <a:extLst>
              <a:ext uri="{96DAC541-7B7A-43D3-8B79-37D633B846F1}">
                <asvg:svgBlip xmlns:asvg="http://schemas.microsoft.com/office/drawing/2016/SVG/main" r:embed="R3044794f746e40d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EDD424-4E75-4F3F-8672-482B3270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6456A-7DCE-4AA3-85E0-C7AD8DBF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4B0720-A358-4420-A9A8-25B47936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4416FF-FA9D-4E1D-936E-DC75D9C6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Artistic elements can guide emotion and interpretation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before explicit evidence is considered.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CCB2F4-420F-4FDC-BF6E-8BF737DA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B652A7-657C-489B-B4F7-6157F43A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E0C500-92A0-4BE7-8081-EB4BF450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52ADF-DA56-40D6-85EF-B3B4560A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20-30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Easy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2266548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718F76-E73F-4C3B-9687-3A750363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B85BA-FDC0-4C35-93BD-9B7F3752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C95F0-3BC5-46EC-9E01-8D134657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ABC37-CA7C-4A8F-85D7-1F963A83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35C0F-0977-4DFC-BF23-5A96ECB3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A6548-2DD7-4014-9F62-A5010490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A401FC-B825-4A6F-9447-44F7A694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753FE-E0A8-4AA9-BB11-CE146D24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10A53C-52A2-4DCD-B7BC-4CB6C052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12BD3-516B-43DA-A2B2-19332641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FED35-1C6B-434B-93C4-E165CCA7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800762-42C8-4BB8-8725-291EA42F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experience how music shapes meaning, mood, and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expectation.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Artistic elements can guide emotion and interpretation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before explicit evidence is considered.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FD279-9A5F-4E08-9707-DDE55731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6167C-4E2E-4FE4-8C0E-E7F8DB64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B4D204-9A66-47D1-AA7B-97229ADD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20534-04B9-4654-A928-2CDE7EAC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Short silent video clip or described scene.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Three contrasting instrumental tracks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teacher-described music cards.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Scene interpretation chart: soundtrack, mood, story,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evidence, confidence.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Music feature cards: tempo, pitch, volume, rhythm,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harmony, cultural association.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154A13-B19D-41EC-88EB-47F49186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5713686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38964C-6EDA-4393-AA8A-A9FF0AB8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0D191-951C-4166-BA6D-38EA12CD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49652-F674-44FE-A666-D2CAD7B0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B2754-D321-4E0B-9E3A-B482AD53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1B8F1-5EF3-4B9F-BF61-0D6285FF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32F1A-8D21-4896-B85D-7C703EA7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D9A44-0659-48BC-BB9B-D9B5D629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D19B6-3235-494B-B3E1-80E7E41A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425aea0b34050">
            <a:extLst>
              <a:ext uri="{96DAC541-7B7A-43D3-8B79-37D633B846F1}">
                <asvg:svgBlip xmlns:asvg="http://schemas.microsoft.com/office/drawing/2016/SVG/main" r:embed="Rdc7cc9a33466411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C5BB3-2397-4872-B8DE-7A752740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0DA10-A8E3-49CD-89C9-F9765190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9294FE-E4B2-464A-AD0A-074B02AB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6942AC-66D7-4912-8956-8814FD18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Soundtrack Changes Scene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Scene: a person walks quickly down an empty...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Soundtrack Changes Scene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Soundtrack cards: playful pizzicato, tense low...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373228-FBF7-4294-9B24-C4D642AD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1B4D65-E79D-495E-B8F9-2FB513EC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904C93-F6A2-47A6-A4F4-E05B2D47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8D5C95-2D20-4A15-9ACC-00F6C7B2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Soundtrack Changes Scene Stimulus A, what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Soundtrack Changes Scene Stimulus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21383892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4B3270-83B8-46E1-ADFE-B2BA974F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3F159-5868-4621-82FC-122D83C2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71B78-5C70-49BD-B737-8E6441B8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46002-07D5-4B2C-8F88-3BD0A106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09818-224F-4EE2-BA6F-8F7265DA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32FEF-F029-46B0-8A8B-C1C927C2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122D00-24DD-4EBE-8A7D-9AA31023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BB13E-7D4F-4481-918A-945C2704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0E09F-1BD2-42A2-9A81-DA4A817B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98353-9CB9-4055-8776-650DE993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F6F65-E678-4F2E-AC01-F7F40B1D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2C397E-A472-4C21-9DC1-DBD5CB56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Show the silent scene and ask students to infer mood and story.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Replay or describe the same scene with different soundtrack styles.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Students record how each soundtrack changes character, conflict, or expectation.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Groups identify which evidence came from the image and which came from sound.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emotion as a route to artistic knowledge.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B4BAC-8292-4808-BD79-71AF9F95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The Arts.</a:t>
            </a:r>
          </a:p>
        </p:txBody>
      </p:sp>
    </p:spTree>
    <p:extLst>
      <p:ext uri="{BB962C8B-B14F-4D97-AF65-F5344CB8AC3E}">
        <p14:creationId xmlns:p14="http://schemas.microsoft.com/office/powerpoint/2010/main" val="20642084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71006E-5754-4C55-B9C4-81589ACD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E55C5-1599-458C-A1BE-C2E0F0B0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4AFC9-F479-4D1D-A13E-AA4F9C3E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9AF56-1F27-448B-8BAD-2ED68880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61C90-267C-43F1-9C70-1BC3484B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79097-A879-4DBA-A8CB-F05026E9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C9356-575F-413E-93F9-77D16257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9796C-3D94-4B65-B05D-619AC193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3E6E1-6FD2-4695-96A1-3F2A6304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83397-204B-48C5-AA57-EB39EA11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34C5D2-B592-47DC-B6B4-F9EC5BF7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EDAD7-34B9-4DEE-B7D1-1236BD84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DC07F-7FF7-485A-B18D-9DE919F6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7AA1E7-CDD9-4852-8437-0D9F5ACB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B623D-F8CF-4A56-8A9B-2E4B8704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D254B7-99F3-4037-A2E0-955E5BB4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3947DB-CF72-4012-A33B-40DD4DE8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A07A26-9410-4EF0-A00C-6D8CE4E1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998775-B086-499F-BBD6-3F4E2CC4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DEDF78-8C60-4A7C-B65F-75E66340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2C9CA7-EE33-4591-A58A-B3FB5277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931444-99BE-4150-8BB4-7C330BE1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44093B-B93C-42C9-9887-AFD6542F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3E357E-0999-4964-A676-8FF92E3A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61B647-9CE7-4A40-91DE-88F7AD93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9FE1CE-AB0A-479B-AFDC-2772CEC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D12F5B-7D11-478B-97E9-1C2E983D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09FDEA-4E59-40DD-841E-7E870FD7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8395294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9AE211-9A8E-4265-82FD-999D9A83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4EC5F-8BFA-4811-BFB3-BD7946F8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400EBE-A738-40C1-BA5F-17335B81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9C340-7672-4A2E-82E9-BACD0A72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A37EB7-B8A1-4F2D-BAD7-36BB17AC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88776-3163-4749-95F5-901D32ED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5D289-056E-4524-A00F-5420CFE0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5F6E6-70B2-440D-BFB8-1040E665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E2C07-3B76-4605-AE9C-81A03C9F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413C0-A8ED-4481-A783-D7C7DAEA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345D2B-AFAA-4301-B63C-A25F7C70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CBAAE-D28F-4F72-9794-7932B58D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How does emotion shape interpretation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 the arts?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music make viewers know something that is not visually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shown?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Where is meaning located: in the work, the audience, or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the combination?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F6D5DE-47CA-4E16-9077-AEA77A08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CB3A6E-F75F-455E-95B2-4475CA02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1B6665-7062-4D79-89E4-53CA9357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D019D4-A56E-459D-999C-1C7702E2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does emotion shape interpretation in the arts?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sound change what an image means?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counts as evidence for an artistic interpretation?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8FA19-D185-4FE2-81EF-64A46B89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7651313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25B2C2-54E5-410C-9B21-0D5D305B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FC5A1-128F-464C-BD97-5B202B1F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9E8A7-6AC5-4B68-BD6D-EF04D4D7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930F1-F6BF-4886-9494-5929BBF7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644E4-672C-4AB9-B5D6-5717A95A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6AAB5-4FEE-4942-A1EA-C18FDB96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D9396-4DAC-4194-8EC5-C8E4CCA2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7DB07-4A27-4A14-BBB8-3C32A039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F6C09-4169-4ADB-8B38-A871D798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CE57B-32F7-4149-86F6-22EFA094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FCFCD8-5CD2-4C22-8C08-795C3DF9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53136-33E0-47FC-B9CF-4F5F58CA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With tense music, the door felt dangerous; with playful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music, it felt comic.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soundtrack changed my prediction more than the image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622A9-B0CC-4C9F-B13E-F345BCD8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5A6D6-9DDE-4925-9889-2EA7A3EF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FA9825-AFEE-4379-86CE-2BD544BE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3077C4-394E-4420-98B6-7422A649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storyboard the same scene for two genres and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identify evidence for each reading.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Connect to film, advertising, and political campaign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videos.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91ff3d22c4bb6">
            <a:extLst>
              <a:ext uri="{96DAC541-7B7A-43D3-8B79-37D633B846F1}">
                <asvg:svgBlip xmlns:asvg="http://schemas.microsoft.com/office/drawing/2016/SVG/main" r:embed="R55397c74463f44e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5011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994637-C0E5-475B-8AE2-358438FB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37CD0-71D1-412B-887F-240B4563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BB66B-0227-42A1-8E97-0DC53443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7432F-C020-4A00-8633-8FC5FC58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E04BF-75C9-4EDA-9DFC-792B93B5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3D44C-CB71-49B2-BAD9-DF47BEF2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EB19D-75BF-49F9-8111-DEC9CC57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8EDED-E9EE-451E-8258-4DC5B3CB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7EEE0B-8EC0-41EF-A6B4-3FD05104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C9571-45B9-4131-BCF4-4362638F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AB4550-F352-4DDC-9175-7716B316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F8D83-D33C-41A8-8E66-81E43DDA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silent scene storyboard with two soundtrack labels and two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interpretations.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97E32-C644-4931-A9C5-87E35672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56528-9CCA-4E7D-A9F1-7AAF8142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F1FC23-B74E-4BD4-B246-AA9242B4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72B625-9FA2-4FF3-8892-E31C77D2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743F8-CD8A-4275-BB02-43C5523D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B4DE41-9A1C-4756-94EB-3424EF8E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833811-BD7D-41BE-B386-92A6C387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B57F6A-BBD0-4D5B-A47F-9236739D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Music and Emotion Experiment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Title Changes Meaning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One Image, Many Readings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8EDC1E-8A60-4141-92DC-890F53CC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2898220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2026-06-20T10:31:39.3490000Z</dcterms:created>
  <dcterms:modified xsi:type="dcterms:W3CDTF">2026-06-20T10:31:39.3490000Z</dcterms:modified>
</coreProperties>
</file>