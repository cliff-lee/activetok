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4af190b844d0e" /><Relationship Type="http://schemas.openxmlformats.org/officeDocument/2006/relationships/extended-properties" Target="/docProps/app.xml" Id="Re39fe2f4b8fe46de" /><Relationship Type="http://schemas.openxmlformats.org/officeDocument/2006/relationships/officeDocument" Target="/ppt/presentation.xml" Id="Re1ff23f0ea10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60fe41f0d42c2"/>
  </p:sldMasterIdLst>
  <p:notesMasterIdLst>
    <p:notesMasterId xmlns:r="http://schemas.openxmlformats.org/officeDocument/2006/relationships" r:id="Re5de416648c1414a"/>
  </p:notesMasterIdLst>
  <p:sldIdLst>
    <p:sldId xmlns:r="http://schemas.openxmlformats.org/officeDocument/2006/relationships" id="256" r:id="Rd57d351d526a4a01"/>
    <p:sldId xmlns:r="http://schemas.openxmlformats.org/officeDocument/2006/relationships" id="257" r:id="R58e6a8c8d9a049f4"/>
    <p:sldId xmlns:r="http://schemas.openxmlformats.org/officeDocument/2006/relationships" id="258" r:id="Rb01d2cf4812641b4"/>
    <p:sldId xmlns:r="http://schemas.openxmlformats.org/officeDocument/2006/relationships" id="259" r:id="Rff75251896e94548"/>
    <p:sldId xmlns:r="http://schemas.openxmlformats.org/officeDocument/2006/relationships" id="260" r:id="R409b65ef84954897"/>
    <p:sldId xmlns:r="http://schemas.openxmlformats.org/officeDocument/2006/relationships" id="261" r:id="R359d15d7f2574a43"/>
    <p:sldId xmlns:r="http://schemas.openxmlformats.org/officeDocument/2006/relationships" id="262" r:id="R45fa697016de48ab"/>
    <p:sldId xmlns:r="http://schemas.openxmlformats.org/officeDocument/2006/relationships" id="263" r:id="R4cc0ef2ea72749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00ded0aee4398" /><Relationship Type="http://schemas.openxmlformats.org/officeDocument/2006/relationships/slideMaster" Target="/ppt/slideMasters/slideMaster1.xml" Id="Rac260fe41f0d42c2" /><Relationship Type="http://schemas.openxmlformats.org/officeDocument/2006/relationships/notesMaster" Target="/ppt/notesMasters/notesMaster1.xml" Id="Re5de416648c1414a" /><Relationship Type="http://schemas.openxmlformats.org/officeDocument/2006/relationships/presProps" Target="/ppt/presProps.xml" Id="R3f5ffcb5df404a3a" /><Relationship Type="http://schemas.openxmlformats.org/officeDocument/2006/relationships/tableStyles" Target="/ppt/tableStyles.xml" Id="R57d3db98d6cf43bf" /><Relationship Type="http://schemas.openxmlformats.org/officeDocument/2006/relationships/slide" Target="/ppt/slides/slide1.xml" Id="Rd57d351d526a4a01" /><Relationship Type="http://schemas.openxmlformats.org/officeDocument/2006/relationships/slide" Target="/ppt/slides/slide2.xml" Id="R58e6a8c8d9a049f4" /><Relationship Type="http://schemas.openxmlformats.org/officeDocument/2006/relationships/slide" Target="/ppt/slides/slide3.xml" Id="Rb01d2cf4812641b4" /><Relationship Type="http://schemas.openxmlformats.org/officeDocument/2006/relationships/slide" Target="/ppt/slides/slide4.xml" Id="Rff75251896e94548" /><Relationship Type="http://schemas.openxmlformats.org/officeDocument/2006/relationships/slide" Target="/ppt/slides/slide5.xml" Id="R409b65ef84954897" /><Relationship Type="http://schemas.openxmlformats.org/officeDocument/2006/relationships/slide" Target="/ppt/slides/slide6.xml" Id="R359d15d7f2574a43" /><Relationship Type="http://schemas.openxmlformats.org/officeDocument/2006/relationships/slide" Target="/ppt/slides/slide7.xml" Id="R45fa697016de48ab" /><Relationship Type="http://schemas.openxmlformats.org/officeDocument/2006/relationships/slide" Target="/ppt/slides/slide8.xml" Id="R4cc0ef2ea727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2fc4be255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6ecaae5014fd9" /><Relationship Type="http://schemas.openxmlformats.org/officeDocument/2006/relationships/notesMaster" Target="/ppt/notesMasters/notesMaster1.xml" Id="R1a3aef92fcad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4c4558c7e240bd" /><Relationship Type="http://schemas.openxmlformats.org/officeDocument/2006/relationships/notesMaster" Target="/ppt/notesMasters/notesMaster1.xml" Id="R714b6995b02841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77cd2f793541b5" /><Relationship Type="http://schemas.openxmlformats.org/officeDocument/2006/relationships/notesMaster" Target="/ppt/notesMasters/notesMaster1.xml" Id="R05424371e058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cb6ecd8174037" /><Relationship Type="http://schemas.openxmlformats.org/officeDocument/2006/relationships/notesMaster" Target="/ppt/notesMasters/notesMaster1.xml" Id="R099cf130f69e48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a8a8089d6b4ac4" /><Relationship Type="http://schemas.openxmlformats.org/officeDocument/2006/relationships/notesMaster" Target="/ppt/notesMasters/notesMaster1.xml" Id="Ra9d1962dccd1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3d1fb7457a4cd5" /><Relationship Type="http://schemas.openxmlformats.org/officeDocument/2006/relationships/notesMaster" Target="/ppt/notesMasters/notesMaster1.xml" Id="R33b1442b490644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592872f7444440" /><Relationship Type="http://schemas.openxmlformats.org/officeDocument/2006/relationships/notesMaster" Target="/ppt/notesMasters/notesMaster1.xml" Id="R39f793d53362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238c9cb3dc49a5" /><Relationship Type="http://schemas.openxmlformats.org/officeDocument/2006/relationships/notesMaster" Target="/ppt/notesMasters/notesMaster1.xml" Id="R3f9980f1aa9d4c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2278ab2d2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5cca6d4c649f4" /><Relationship Type="http://schemas.openxmlformats.org/officeDocument/2006/relationships/slideLayout" Target="/ppt/slideLayouts/slideLayout1.xml" Id="R6c78430317e249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78430317e249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42277b1f04918" /><Relationship Type="http://schemas.openxmlformats.org/officeDocument/2006/relationships/image" Target="/ppt/media/image.png" Id="Rb6cb174d37634c7e" /><Relationship Type="http://schemas.openxmlformats.org/officeDocument/2006/relationships/image" Target="/ppt/media/image.svg" Id="R12d2e73672284949" /><Relationship Type="http://schemas.openxmlformats.org/officeDocument/2006/relationships/notesSlide" Target="/ppt/notesSlides/notesSlide1.xml" Id="Rfaa29d8a503141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35d298ebb42d8" /><Relationship Type="http://schemas.openxmlformats.org/officeDocument/2006/relationships/notesSlide" Target="/ppt/notesSlides/notesSlide2.xml" Id="Rf88f46b1706b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407ea7f974ac8" /><Relationship Type="http://schemas.openxmlformats.org/officeDocument/2006/relationships/image" Target="/ppt/media/image2.png" Id="R3276842713ef4e3c" /><Relationship Type="http://schemas.openxmlformats.org/officeDocument/2006/relationships/image" Target="/ppt/media/image2.svg" Id="Rd533777cf7ee49cc" /><Relationship Type="http://schemas.openxmlformats.org/officeDocument/2006/relationships/notesSlide" Target="/ppt/notesSlides/notesSlide3.xml" Id="Rf25aa8667935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3936f58014cac" /><Relationship Type="http://schemas.openxmlformats.org/officeDocument/2006/relationships/notesSlide" Target="/ppt/notesSlides/notesSlide4.xml" Id="Rc2cf526118d74a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038bb31494bb4" /><Relationship Type="http://schemas.openxmlformats.org/officeDocument/2006/relationships/notesSlide" Target="/ppt/notesSlides/notesSlide5.xml" Id="R5358ffde5fa6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64fceefe944a1" /><Relationship Type="http://schemas.openxmlformats.org/officeDocument/2006/relationships/notesSlide" Target="/ppt/notesSlides/notesSlide6.xml" Id="R06bd8cda222e48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80a482f4f4eb3" /><Relationship Type="http://schemas.openxmlformats.org/officeDocument/2006/relationships/image" Target="/ppt/media/image3.png" Id="R3277a2e323fe4fa3" /><Relationship Type="http://schemas.openxmlformats.org/officeDocument/2006/relationships/image" Target="/ppt/media/image3.svg" Id="R10301e1e1577414c" /><Relationship Type="http://schemas.openxmlformats.org/officeDocument/2006/relationships/notesSlide" Target="/ppt/notesSlides/notesSlide7.xml" Id="R984d58d8c1cf44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0f4db98f94f04" /><Relationship Type="http://schemas.openxmlformats.org/officeDocument/2006/relationships/notesSlide" Target="/ppt/notesSlides/notesSlide8.xml" Id="R5122f4a25cd746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C98AD-26CC-4525-AD40-F8A96AB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1C5F2-2D93-4F58-AE26-13DF3F17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4A2EB-9EAF-4CE6-8439-401C6EA4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4CF65-7D94-4B3C-AD78-5D59ECD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D28DE-7CF6-45DD-A3C3-CF3CF51C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0ECBE-B1EB-45E5-83B7-AE8ED9C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A8C75-8C6D-46BA-B889-ED4F3F43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What Counts as Evidence?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8391D-4649-45C2-82E1-E93E30D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b174d37634c7e">
            <a:extLst>
              <a:ext uri="{96DAC541-7B7A-43D3-8B79-37D633B846F1}">
                <asvg:svgBlip xmlns:asvg="http://schemas.microsoft.com/office/drawing/2016/SVG/main" r:embed="R12d2e736722849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797EF-8927-4980-95DD-84160A1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0D7BE-6C43-4D8C-84D7-60919BA6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59837-4C09-445B-B010-2741BDDE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0C53D-5B39-446D-A2AA-ED6B70FE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AOKs use different standards of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A852-69BF-4941-BEFB-4BC55051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D1700-5AD7-4FF2-907E-E91D007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27F14-A7F0-4734-BA6D-10C5F3EB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C43CE-6EE1-488A-B635-C40661FF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6938742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6F56D-2843-4AAE-962E-6E208711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B61EB-B625-40D3-A689-3C46B9B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98D1C-235A-4705-A66C-7C6ABCB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FBB43-9F5E-46A4-97A5-DC780F6C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A5C26-7C06-47BE-AC6B-730D26ED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44A71-786D-402E-9FA6-731EDD8E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40CD8-3116-4709-8F89-7C6186B7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D34BC-9B15-447B-8B47-F521F1B5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FAAE5-739D-4180-8256-470BBE4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D0C5F-2841-4811-B9DB-1025F00D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BF9B7-02DA-4DDE-92CD-6C4ABC6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817BC-5B6A-4E63-B280-BDD9B629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standards of evidence across AOKs.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AOKs use different standards of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F9129-F960-432E-AFA3-58B1E3D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D760B-8D03-492D-BE51-5584556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5E455-BDEE-48F1-B996-AF4D425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A1D25-0D05-4169-8B00-85D6FA6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shared claim. Example: "Humans are naturally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cooperative."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9742E-94D9-4C17-B0F4-F09E53BD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744144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7E338-FA68-495B-8321-4DAC4190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4FD39-8073-428C-AA50-5DA4CE59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7AAA2-FAC8-452C-A833-572CF34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6711C-4122-4694-B7AD-7AE9D3A7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A40E7-5554-44F6-959C-7FDCA318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242A2-F7C1-42B4-A080-9556712A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0A967-A053-4555-BA5C-1D80BA9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4C270-ED77-4223-8104-17F8E8B5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6842713ef4e3c">
            <a:extLst>
              <a:ext uri="{96DAC541-7B7A-43D3-8B79-37D633B846F1}">
                <asvg:svgBlip xmlns:asvg="http://schemas.microsoft.com/office/drawing/2016/SVG/main" r:embed="Rd533777cf7ee49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7E404-6814-4CA5-A48F-F5C6CA9D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F6AEC-5725-46AF-B7C5-CEF1BBE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F0CF6-7D08-4CB7-ADC3-7B1DF342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1ABA7-46AF-46EA-B077-EDA5521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Claims from mathematics, art, history,...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card set with proof, testimony, data,...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7BDEC-AA8C-476D-98BD-474E1388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B52AB-F7DF-4CF8-940E-6DCC20A7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65DEC-C6C1-4816-96DC-C3526FD0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C7BC4-CB98-4C10-A4A5-45B690BF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What Counts as Evidence?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What Counts as Evidence?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756150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3501A8-D6DA-4F5D-8A3C-CC8C024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31205-7E76-4FC8-A283-C950F7BF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64DFE-D5AF-4A5D-9BB8-6E409D1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E7D19-A8B8-430A-AD83-6BD8A23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760E5-6B08-47C5-9F00-947D4484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41176-8FC8-4EDC-A56B-27D5953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8BDA6-51EE-41BD-B139-287B2407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AF41A-A2D4-4C28-AC90-8EA3DA6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4BD18-1D6F-43DE-875C-B0D8048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DC0F3-E040-4DCD-8B43-0AA965D9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62AA9-F21D-4E96-845B-9E5DD4CA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05071-50EA-4280-9C5F-686B3E0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Assign each group an AOK: mathematics, natural sciences, human sciences, history or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arts.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Each group decides what evidence would support the claim in that AOK.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present their evidence standard.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The class discusses whether the same claim means the same thing in every AOK.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F1C20-BB07-4A57-A35F-8F3EAF5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8904924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F771E-95BB-4E5E-8564-DC93AACC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5BD1B-2FB5-4772-AA2E-7D1F5C88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68417-9002-4CB9-BC6A-8014A53F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544CF-C017-49F7-9550-596B6A2A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2C68D-A13F-4E4A-812C-715084D0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7DCBF-7FEA-41A6-9E65-DDF4E59A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4ED7-44D5-4125-96B0-5D77253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C92F3-2095-40B5-9ED8-4AEF9CE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E8128-300B-43A3-BBD2-5B3960EC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CAA5C-D121-4F8D-BF97-9622DB14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DF9C9-3EA2-4F0B-8DDF-15E58287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8C2E8-873D-420C-A548-17E3117B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E249C-4AA0-4327-B05F-A04578C3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42245-7874-4539-8C91-6BD3E8F5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18BEB-B043-4673-9AF8-010937F1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8D5FE-2961-42CF-BDA5-2BF17180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F8BCE-AC90-4EC4-A36A-15E77672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DA564-8D5B-4C21-85F2-33164AB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C46A6-02CF-4EFD-A4E2-BED95DB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DCCBC-7AF4-4DF7-951A-2CAE5FDF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08448-9082-4A25-B814-FE3054E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E5F8B-A7CA-446C-8F37-E7578E2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B0D50-4146-47FA-801D-4E47F58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064CE-3672-4059-9D84-F5E04640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23D2AD-BF03-4A73-B17B-E5706003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D5AFD-4A3E-4FDF-BDD9-0E0BA114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48447-B59E-48AB-B1AB-2D86F60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041F7-CF93-4B0D-A397-5868E64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979288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45216-ABD2-4F7F-981E-C6181DF1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53CD2-EA92-4D50-B7A6-B7AE1A32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BAE8D-7911-49CB-B1DD-7F3B28EE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68CC8-6213-4B0B-9D3C-A87A76C0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13ABF-9D23-4C9D-B9D1-F453705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B639E-832D-465E-840F-E3BB117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3203B-FE15-431C-B330-3107CE66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2433-5D36-4423-ABC5-543166DB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293C5-4151-41E9-8AD2-E9AE414C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B307B-776C-403D-A352-57CA271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B506E-43C9-4BF5-8CF6-14A573E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67C4F-8DA5-42F5-905B-E2BF3B2E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evidence mean the same thing in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every AOK?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AOKs more reliable, or just differently 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different AOKs answer the same question validly but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9BD4D-F4D3-4FC9-83B0-831F5D2D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9D6EC-9098-496E-A15F-CBFBF011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C432C-567F-4722-93A7-AFB653A2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FE905-E4DD-4696-AFBC-BE5C490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evidence mean the same thing in every AOK?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AOKs more reliable, or just differently 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different AOKs answer the same question validly but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differently?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55066-33A1-4D75-AF39-1A57E8B7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460803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A446B9-F161-45BA-B358-125DFF48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0881D-7289-439A-BD0D-A449606D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C2902-00AF-466E-8914-24D2E52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8BAB-6A83-4C94-9DE6-E9F222EF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3F823-4B3A-48BD-A3D6-9DFA2C7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292DC-E8DE-4808-83C9-E661D195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A832C-A5DD-48CB-9A85-8B8F391D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9AD3E-9391-4AD4-8348-764AAEE7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0597-69C5-461F-967B-4789941C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B301C-B573-4040-8D05-0FCF6D62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A93E4-9696-467A-8CB1-B93BA2A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6843C-CC5F-49AE-BF36-3936A405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What Counts as Evidence?: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A9F79-0A6B-4238-BFAC-63250E38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D08FF-C32A-48C3-B5AF-A6CD4653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6D1F4-08F0-4BB5-BEA2-245B2FF6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EA3B0-7DE3-494E-8C85-409F5D8C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7a2e323fe4fa3">
            <a:extLst>
              <a:ext uri="{96DAC541-7B7A-43D3-8B79-37D633B846F1}">
                <asvg:svgBlip xmlns:asvg="http://schemas.microsoft.com/office/drawing/2016/SVG/main" r:embed="R10301e1e157741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27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BE3E2-5447-450F-B7F7-D9A0731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4F36-47A9-404A-9831-D0DA099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12421-C62B-49E6-A0E9-A23E7ED1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C96C-CF41-49B6-8076-FC0AE5F2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777B3-F5A5-493F-9869-3B485CF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67C49-25A8-42BA-8608-7F321FBB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417C5-B31E-4B7C-A3E6-247E33C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0A7EE-6B2B-4567-A187-99BEDB03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29843-0245-4B35-AC5B-8A22751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08467-0D34-4340-88CB-C8B82AB5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3E9BB-017C-476E-8410-688FF208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0381E-361F-4662-A388-296BAA2B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evidence comparison chart.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AE5E7-F53E-4829-A0C0-F63D7C1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A2C23-FB4A-4B83-BAA2-41B4F4C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3F757-3359-43DB-9296-A2297AFC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43DB7-8508-4DFE-A5F2-11C9842C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82299-E3B0-4B74-9B5E-8916132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011E4-44C5-4805-B238-953D318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C7F42-EA5C-4C21-AE9A-600798D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116C9-859A-4638-AD57-7BBA67C1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Object, Different AOK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0FF0E-DA6A-47A0-A010-D3CFA65C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518303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2026-06-20T10:31:37.6130000Z</dcterms:created>
  <dcterms:modified xsi:type="dcterms:W3CDTF">2026-06-20T10:31:37.6130000Z</dcterms:modified>
</coreProperties>
</file>