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6a951bad44a4f" /><Relationship Type="http://schemas.openxmlformats.org/officeDocument/2006/relationships/extended-properties" Target="/docProps/app.xml" Id="Rb375a5636ea64222" /><Relationship Type="http://schemas.openxmlformats.org/officeDocument/2006/relationships/officeDocument" Target="/ppt/presentation.xml" Id="R33553597fbde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f3e84ef934a50"/>
  </p:sldMasterIdLst>
  <p:notesMasterIdLst>
    <p:notesMasterId xmlns:r="http://schemas.openxmlformats.org/officeDocument/2006/relationships" r:id="R2d69497b386b4a01"/>
  </p:notesMasterIdLst>
  <p:sldIdLst>
    <p:sldId xmlns:r="http://schemas.openxmlformats.org/officeDocument/2006/relationships" id="256" r:id="Rf52ed97f58c84cb7"/>
    <p:sldId xmlns:r="http://schemas.openxmlformats.org/officeDocument/2006/relationships" id="257" r:id="R509fdefd88ad4577"/>
    <p:sldId xmlns:r="http://schemas.openxmlformats.org/officeDocument/2006/relationships" id="258" r:id="R78265d17a8294b25"/>
    <p:sldId xmlns:r="http://schemas.openxmlformats.org/officeDocument/2006/relationships" id="259" r:id="R732a9bcdbd9d4d80"/>
    <p:sldId xmlns:r="http://schemas.openxmlformats.org/officeDocument/2006/relationships" id="260" r:id="Rc5d5fe0fdb7c4d3d"/>
    <p:sldId xmlns:r="http://schemas.openxmlformats.org/officeDocument/2006/relationships" id="261" r:id="Rd5d7e35146184b92"/>
    <p:sldId xmlns:r="http://schemas.openxmlformats.org/officeDocument/2006/relationships" id="262" r:id="R500a4dfcac15458a"/>
    <p:sldId xmlns:r="http://schemas.openxmlformats.org/officeDocument/2006/relationships" id="263" r:id="R7d75219d240247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7009397f341ba" /><Relationship Type="http://schemas.openxmlformats.org/officeDocument/2006/relationships/slideMaster" Target="/ppt/slideMasters/slideMaster1.xml" Id="R1c3f3e84ef934a50" /><Relationship Type="http://schemas.openxmlformats.org/officeDocument/2006/relationships/notesMaster" Target="/ppt/notesMasters/notesMaster1.xml" Id="R2d69497b386b4a01" /><Relationship Type="http://schemas.openxmlformats.org/officeDocument/2006/relationships/presProps" Target="/ppt/presProps.xml" Id="R2cfe343fd63f45c1" /><Relationship Type="http://schemas.openxmlformats.org/officeDocument/2006/relationships/tableStyles" Target="/ppt/tableStyles.xml" Id="R1d3b1da7b29d44c2" /><Relationship Type="http://schemas.openxmlformats.org/officeDocument/2006/relationships/slide" Target="/ppt/slides/slide1.xml" Id="Rf52ed97f58c84cb7" /><Relationship Type="http://schemas.openxmlformats.org/officeDocument/2006/relationships/slide" Target="/ppt/slides/slide2.xml" Id="R509fdefd88ad4577" /><Relationship Type="http://schemas.openxmlformats.org/officeDocument/2006/relationships/slide" Target="/ppt/slides/slide3.xml" Id="R78265d17a8294b25" /><Relationship Type="http://schemas.openxmlformats.org/officeDocument/2006/relationships/slide" Target="/ppt/slides/slide4.xml" Id="R732a9bcdbd9d4d80" /><Relationship Type="http://schemas.openxmlformats.org/officeDocument/2006/relationships/slide" Target="/ppt/slides/slide5.xml" Id="Rc5d5fe0fdb7c4d3d" /><Relationship Type="http://schemas.openxmlformats.org/officeDocument/2006/relationships/slide" Target="/ppt/slides/slide6.xml" Id="Rd5d7e35146184b92" /><Relationship Type="http://schemas.openxmlformats.org/officeDocument/2006/relationships/slide" Target="/ppt/slides/slide7.xml" Id="R500a4dfcac15458a" /><Relationship Type="http://schemas.openxmlformats.org/officeDocument/2006/relationships/slide" Target="/ppt/slides/slide8.xml" Id="R7d75219d240247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f19f5bbb9a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45ae3a70c64d30" /><Relationship Type="http://schemas.openxmlformats.org/officeDocument/2006/relationships/notesMaster" Target="/ppt/notesMasters/notesMaster1.xml" Id="Raa0570ffa2b84d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3f40cfe07416d" /><Relationship Type="http://schemas.openxmlformats.org/officeDocument/2006/relationships/notesMaster" Target="/ppt/notesMasters/notesMaster1.xml" Id="R09cccd5fb986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62055f7b64581" /><Relationship Type="http://schemas.openxmlformats.org/officeDocument/2006/relationships/notesMaster" Target="/ppt/notesMasters/notesMaster1.xml" Id="R54027e0bc499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410da9b4054d42" /><Relationship Type="http://schemas.openxmlformats.org/officeDocument/2006/relationships/notesMaster" Target="/ppt/notesMasters/notesMaster1.xml" Id="R65323fffe33d43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104ee19384b59" /><Relationship Type="http://schemas.openxmlformats.org/officeDocument/2006/relationships/notesMaster" Target="/ppt/notesMasters/notesMaster1.xml" Id="Rb48e846a1db14d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15b407941b41b1" /><Relationship Type="http://schemas.openxmlformats.org/officeDocument/2006/relationships/notesMaster" Target="/ppt/notesMasters/notesMaster1.xml" Id="R55ebd26f97cd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d19dc1be6e4876" /><Relationship Type="http://schemas.openxmlformats.org/officeDocument/2006/relationships/notesMaster" Target="/ppt/notesMasters/notesMaster1.xml" Id="R60c55bcf07cc46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ec8f4d3c94d17" /><Relationship Type="http://schemas.openxmlformats.org/officeDocument/2006/relationships/notesMaster" Target="/ppt/notesMasters/notesMaster1.xml" Id="Rc271ce7b8913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c41cc7601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26b8d76a3404a" /><Relationship Type="http://schemas.openxmlformats.org/officeDocument/2006/relationships/slideLayout" Target="/ppt/slideLayouts/slideLayout1.xml" Id="R675b4661bdfe45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b4661bdfe45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604b13cf44330" /><Relationship Type="http://schemas.openxmlformats.org/officeDocument/2006/relationships/image" Target="/ppt/media/image.png" Id="R791ae6456aad4e15" /><Relationship Type="http://schemas.openxmlformats.org/officeDocument/2006/relationships/image" Target="/ppt/media/image.svg" Id="R95752abe1e67417f" /><Relationship Type="http://schemas.openxmlformats.org/officeDocument/2006/relationships/notesSlide" Target="/ppt/notesSlides/notesSlide1.xml" Id="Re012341f75b9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7ed5facec4634" /><Relationship Type="http://schemas.openxmlformats.org/officeDocument/2006/relationships/notesSlide" Target="/ppt/notesSlides/notesSlide2.xml" Id="Rfb5831f16086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5cd0e6e534658" /><Relationship Type="http://schemas.openxmlformats.org/officeDocument/2006/relationships/image" Target="/ppt/media/image2.png" Id="Rb71cd96363624fff" /><Relationship Type="http://schemas.openxmlformats.org/officeDocument/2006/relationships/image" Target="/ppt/media/image2.svg" Id="Rfd44a2a28b2c4d14" /><Relationship Type="http://schemas.openxmlformats.org/officeDocument/2006/relationships/notesSlide" Target="/ppt/notesSlides/notesSlide3.xml" Id="Rf4a47b5e4aa5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ac9576ea84aa6" /><Relationship Type="http://schemas.openxmlformats.org/officeDocument/2006/relationships/notesSlide" Target="/ppt/notesSlides/notesSlide4.xml" Id="R64165c55e3e448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c3173542d4a9d" /><Relationship Type="http://schemas.openxmlformats.org/officeDocument/2006/relationships/notesSlide" Target="/ppt/notesSlides/notesSlide5.xml" Id="Re5f538d048fe40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6baeec0274d82" /><Relationship Type="http://schemas.openxmlformats.org/officeDocument/2006/relationships/notesSlide" Target="/ppt/notesSlides/notesSlide6.xml" Id="R9ab0f86b8e8e42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a3476146b463c" /><Relationship Type="http://schemas.openxmlformats.org/officeDocument/2006/relationships/image" Target="/ppt/media/image3.png" Id="R86abfdadfd0b4f56" /><Relationship Type="http://schemas.openxmlformats.org/officeDocument/2006/relationships/image" Target="/ppt/media/image3.svg" Id="R3573d01fb35b418d" /><Relationship Type="http://schemas.openxmlformats.org/officeDocument/2006/relationships/notesSlide" Target="/ppt/notesSlides/notesSlide7.xml" Id="R20355bcfdb154a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d3e3ee355469b" /><Relationship Type="http://schemas.openxmlformats.org/officeDocument/2006/relationships/notesSlide" Target="/ppt/notesSlides/notesSlide8.xml" Id="Re523d428821c49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BA6A68-ABB3-4BE1-8A55-0DEF094E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64EC8-E870-4A3F-8402-A37D182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289B4-5F36-4AA5-A4EE-B7E394E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4D379-16A8-45DE-A487-27D84E8D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1A325-4B4F-4639-A589-42D9CE8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C7450-EAA5-4540-AFCB-4D8D93B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1675A-7706-400B-8B5F-32DF8FC2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Counterfactual Forks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8F3B5-154B-4E35-9BA6-082F7B5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ae6456aad4e15">
            <a:extLst>
              <a:ext uri="{96DAC541-7B7A-43D3-8B79-37D633B846F1}">
                <asvg:svgBlip xmlns:asvg="http://schemas.microsoft.com/office/drawing/2016/SVG/main" r:embed="R95752abe1e6741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D7AA-07AC-4138-B6B6-E7243319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4ABC8-4A16-45D0-A7B2-B298985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57A34-1C72-4F2C-981E-AA8FDBE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50ACB-150A-4CA8-BF22-9C672154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Counterfactual thinking can clarify causation when it is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disciplined by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3BCD8-84B2-448C-A569-DF288A84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C4898-FF38-41F0-96B9-007C073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46036-C8B4-4419-B054-A6DFFBFE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69D5B-1212-4371-88B0-212A99E2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358513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19892-EEEC-4CF3-8B5F-A6AA837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8AA10-88AE-4E86-83FF-B504E048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CBD0C-2D6E-43B1-900B-D10EBF71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21E29-9004-44E2-9DD1-0FB5BC0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5227C-7A8A-4CD7-A10C-AE547C3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9F059-83DD-432C-8395-64FDB01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28611-BCDB-4EFB-97F5-B7B020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6C181-7546-40B4-A771-5F9C9968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2DEC6-1E79-4457-9597-43F6938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6B553-AE97-479B-BC8A-BC04144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50C4-FBA7-4D24-B3D0-F753B85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EE4B6-BD3D-438E-998C-C24E9D1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use counterfactuals to evaluate causal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significance.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Counterfactual thinking can clarify causation when it is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disciplined by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C6CB2-9EB0-4884-BF97-95CF8A18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97D00-4210-4850-98FA-C674264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B8F3-D92B-45C2-8E0C-0DF5E88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0732-28F3-44C5-85E1-EB82BAC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Event cards with causes, constraints, and turning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points.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Counterfactual discipline checklist.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Counterfactual fork sheet: changed condition, fixed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constraints, likely effects, uncertainty.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Plausibility checklist: available actors, resources,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beliefs, institutions, timing.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048D0-8F25-4B69-8DE7-D99AAEDE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8751541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985E3-A2D4-4EE0-919D-9F6F273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78B00-623C-4410-8620-34356AEB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68FF6-4312-4775-BBBB-6DFABDE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278A0-5E83-4743-8C73-151E5D8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0B36-7293-48A9-A675-9CB6E2E8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42E42-249D-43F7-B36A-822BB3DD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5683B-8FFC-4D14-B24A-375C061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EF18-C627-4521-A99A-4DCB268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d96363624fff">
            <a:extLst>
              <a:ext uri="{96DAC541-7B7A-43D3-8B79-37D633B846F1}">
                <asvg:svgBlip xmlns:asvg="http://schemas.microsoft.com/office/drawing/2016/SVG/main" r:embed="Rfd44a2a28b2c4d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12AA1-50B0-453D-824A-C7F65D4F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7AC86-0CA0-402C-84AB-9B12C987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C29B2-5FA6-47E1-9BE8-BDF0834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A1392-5815-47BD-A68F-352CFBED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Counterfactual Forks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School example: What if the viral incident had not...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Counterfactual Forks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Historical prompt: What if one reform law had failed,...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A4F3A-397C-4268-AB8D-F0774A33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782D3-A6C2-46BB-98D5-B4692734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53038-6C4C-49BA-9E94-F5729C1A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D1C6E-CE66-497A-AEFE-C5A2D91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Counterfactual Forks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Counterfactual Forks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95547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A8DAE-9C18-483E-9ED1-B0DBEA6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DF4D-A819-48EB-A3CD-A8B2A1D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4B50B-E11E-4B3E-8E8E-F817DB8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AFF7A-4008-48DD-B875-D401F6E2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AF31-9B71-4135-8DC7-4784B89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57FF6-A713-4DEB-8289-D367979F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A2F77-F2EE-46D2-A49F-376D89E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CDA9A-EF8D-4B16-87E1-9D98A70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C9AD-CFD8-432B-A00F-B0ACAD13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0E0AD-A63B-4E51-90AC-790E0E7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8378C-520C-453E-A06B-C40D93C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F5119-AE03-4BCC-BF34-C5BE39A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Choose one historical event or school-history scenario with several causes.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identify one plausible turning point.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change one condition while keeping other constraints realistic.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predict what would likely, possibly, and unlikely change.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counterfactuals can test causal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8C68A-0960-4C0C-92C4-C04973FA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6576292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A4E5E-0B23-4D2F-8C0A-45EC27C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5920-78C6-4FEC-A3BE-4759968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66C0-421E-406C-991B-BE8617D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1E8FC-20CD-4BDA-A70A-C17E337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4325D-FF97-43FF-B6BD-B9FDAFC9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CE073-0BFE-4B65-8442-1608CC8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B52D3-384F-44E8-8A99-5B15B4F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A8DA-C049-4D99-823C-194A3BAC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E250E-C2E6-42E6-819C-15F418F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71D42-4A01-41DF-B4B4-C29D229E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DDE67-6861-4276-83B2-03DC941D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A01C5-4E6A-4E49-9440-F6A0AFA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BEEDE-1E87-4707-96E9-76D07178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2A05B-D61F-40FE-87FC-51B7F65A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0D825-922A-4179-8FFC-1D4A8E7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8A2E9-26F3-43DB-8675-A3AF1BB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831A9-1CD2-4E4D-A01D-9F12D345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7B502-23FA-4CD5-BD72-D93482E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8C4D-B56B-47ED-8FBD-6458BBE2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4BD26-2862-4C3A-AE2E-34EFB52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552DD-5308-496A-833A-AC36C071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41C05-A5F2-423A-9C6A-C5A7FE75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B7E43-0C1C-4CF3-AEBE-78F9910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87010-D28F-4D2A-8F59-DE7781F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7093F-DE00-4F3D-95B1-5B8DF417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646CC-F365-46CE-956E-D0B0259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7C385-D6A7-4827-8161-CAF70339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F6BB9-BDA1-4420-A833-D13B515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856627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89DB2-A96B-4820-BDD9-1ED5A3A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FE78F-0623-4B0F-A0B9-E2C60C8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E57F2-6D7A-4F8B-A87A-8405D389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53C43-3B5E-4195-B869-A206F3F9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758AE-939D-420B-B5DC-538AFF59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EA954-3D69-408F-9318-0D32CBD7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9F319-D27D-4A9F-B1E2-A3C81B37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0624C-581B-4D17-8955-F456E7E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E9F21-DC58-413D-AEDE-25AF561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16B85-BE3C-47C4-B363-7FBB348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729AD-F630-4E2B-9D12-954E8563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EAB1D-6656-4FF6-8DD9-67DF65BA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historians know what did not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happen?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 counterfactuals clarify causation and when do they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become fantasy?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evidence and plausibility constrain historical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imagination?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05A2D-AE13-49D5-A51E-55CF039C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7C5B3-39C8-49C7-B6A8-538CB70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F60CA-863C-44C5-B905-0B07447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BE42C-E3C9-4544-B158-F7C5F897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historians know what did not happen?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counterfactuals clarify causation?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constrains historical imagination?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4C10C-A1BE-4C14-8E18-0CC983C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5089172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FEEBF-32E6-4067-A8DD-4E08171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F6B47-4483-47FB-8627-E380E07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8E652-17A8-4849-930C-2007B7F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DA617-15E8-4EE8-92B9-EB83F77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35ECF-4041-46E1-967C-0CDE5B9E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2EF0B-7178-4301-BCDC-18C0EDA5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86B91-A6C4-4A2D-8412-18D3ADB4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E7260-14C5-4477-AB38-689959F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3AC85-3E9B-4AE6-8A3D-6F595244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1E5AB-3699-442A-B444-D1010B8B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CA87F-BCC6-4FFB-A233-749C1A0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5C307-BCF8-46CC-9451-1429CDC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Removing the trigger delayed the policy but did not remove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long-term pressure.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Our counterfactual showed the event was a catalyst rather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the only cause.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4633F-1AF0-4242-A251-C95022D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2CB76-4059-4F2D-B4A4-6FA9B03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40AB6-06E7-4BCC-8216-34E01E94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A17B3-F366-46BB-B62C-85325E8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add counterfactual notes to an existing cause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web.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counterfactual reasoning in history with model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testing in science.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bfdadfd0b4f56">
            <a:extLst>
              <a:ext uri="{96DAC541-7B7A-43D3-8B79-37D633B846F1}">
                <asvg:svgBlip xmlns:asvg="http://schemas.microsoft.com/office/drawing/2016/SVG/main" r:embed="R3573d01fb35b41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62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7727F-1429-4C61-BE8E-AC2F0BE8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CE56-E021-4383-913C-709508F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EECA3-464B-45C0-9D48-EBC91F0F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24F1-3CA8-4740-BF07-134A1E8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E764F-3D11-4349-ADA1-03E3305C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BD74C-7ABD-42AB-BFB9-869CC44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B2FB3-5E85-41FD-9A78-55C48BE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6BDD8-3372-4945-AA97-F144A67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C7CA-F072-45B4-8183-41FF0FC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04790-7BCF-454F-80EC-0030510A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9A685-27D2-4DD8-A4D3-CD64AC41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268AF-5864-42E8-B712-F874CFA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cause web with one turning point removed and likely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consequences marked.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42CF2-8005-4905-8E7D-8FB4FEA1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459B1-4A30-4BD2-A2E4-21201FB9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0BB06-D032-4CBE-B0EE-201E7FE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F35AD-EDB8-4EE3-AAA0-8002AA6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8F7D7-14C7-402D-97A4-AEACAC7E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BEA78-EADE-42B2-B3CB-179516D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AC267-DE4E-47EC-97DF-3CF8FAA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CCC2B-DCFC-4E9D-8163-975B5E7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Timeline Compression Trap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BD7D1-1563-48C6-861D-425D87FD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78278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2026-06-20T10:31:41.1710000Z</dcterms:created>
  <dcterms:modified xsi:type="dcterms:W3CDTF">2026-06-20T10:31:41.1710000Z</dcterms:modified>
</coreProperties>
</file>