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1f963bf2474ec9" /><Relationship Type="http://schemas.openxmlformats.org/officeDocument/2006/relationships/extended-properties" Target="/docProps/app.xml" Id="R5c936a55c8b74f90" /><Relationship Type="http://schemas.openxmlformats.org/officeDocument/2006/relationships/officeDocument" Target="/ppt/presentation.xml" Id="R6f57b49d4b5045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aef4b21ed4776"/>
  </p:sldMasterIdLst>
  <p:notesMasterIdLst>
    <p:notesMasterId xmlns:r="http://schemas.openxmlformats.org/officeDocument/2006/relationships" r:id="R5ec4420709444cce"/>
  </p:notesMasterIdLst>
  <p:sldIdLst>
    <p:sldId xmlns:r="http://schemas.openxmlformats.org/officeDocument/2006/relationships" id="256" r:id="Ra7c38cd63f604fba"/>
    <p:sldId xmlns:r="http://schemas.openxmlformats.org/officeDocument/2006/relationships" id="257" r:id="Rd944d67ab356459a"/>
    <p:sldId xmlns:r="http://schemas.openxmlformats.org/officeDocument/2006/relationships" id="258" r:id="Rdcc756d078c144dd"/>
    <p:sldId xmlns:r="http://schemas.openxmlformats.org/officeDocument/2006/relationships" id="259" r:id="R2ce533f040764e3a"/>
    <p:sldId xmlns:r="http://schemas.openxmlformats.org/officeDocument/2006/relationships" id="260" r:id="R0eb3d73f4afc4c1f"/>
    <p:sldId xmlns:r="http://schemas.openxmlformats.org/officeDocument/2006/relationships" id="261" r:id="Rae8440585b744f5c"/>
    <p:sldId xmlns:r="http://schemas.openxmlformats.org/officeDocument/2006/relationships" id="262" r:id="Ra7b84f802f7a41f9"/>
    <p:sldId xmlns:r="http://schemas.openxmlformats.org/officeDocument/2006/relationships" id="263" r:id="R2efeeb55f5c54c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d470580384947" /><Relationship Type="http://schemas.openxmlformats.org/officeDocument/2006/relationships/slideMaster" Target="/ppt/slideMasters/slideMaster1.xml" Id="R860aef4b21ed4776" /><Relationship Type="http://schemas.openxmlformats.org/officeDocument/2006/relationships/notesMaster" Target="/ppt/notesMasters/notesMaster1.xml" Id="R5ec4420709444cce" /><Relationship Type="http://schemas.openxmlformats.org/officeDocument/2006/relationships/presProps" Target="/ppt/presProps.xml" Id="R6766ee24d6e941aa" /><Relationship Type="http://schemas.openxmlformats.org/officeDocument/2006/relationships/tableStyles" Target="/ppt/tableStyles.xml" Id="R9bdd8148b20343e4" /><Relationship Type="http://schemas.openxmlformats.org/officeDocument/2006/relationships/slide" Target="/ppt/slides/slide1.xml" Id="Ra7c38cd63f604fba" /><Relationship Type="http://schemas.openxmlformats.org/officeDocument/2006/relationships/slide" Target="/ppt/slides/slide2.xml" Id="Rd944d67ab356459a" /><Relationship Type="http://schemas.openxmlformats.org/officeDocument/2006/relationships/slide" Target="/ppt/slides/slide3.xml" Id="Rdcc756d078c144dd" /><Relationship Type="http://schemas.openxmlformats.org/officeDocument/2006/relationships/slide" Target="/ppt/slides/slide4.xml" Id="R2ce533f040764e3a" /><Relationship Type="http://schemas.openxmlformats.org/officeDocument/2006/relationships/slide" Target="/ppt/slides/slide5.xml" Id="R0eb3d73f4afc4c1f" /><Relationship Type="http://schemas.openxmlformats.org/officeDocument/2006/relationships/slide" Target="/ppt/slides/slide6.xml" Id="Rae8440585b744f5c" /><Relationship Type="http://schemas.openxmlformats.org/officeDocument/2006/relationships/slide" Target="/ppt/slides/slide7.xml" Id="Ra7b84f802f7a41f9" /><Relationship Type="http://schemas.openxmlformats.org/officeDocument/2006/relationships/slide" Target="/ppt/slides/slide8.xml" Id="R2efeeb55f5c5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2a89513de4e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df4f4abf94f0c" /><Relationship Type="http://schemas.openxmlformats.org/officeDocument/2006/relationships/notesMaster" Target="/ppt/notesMasters/notesMaster1.xml" Id="Rbe053773ad1f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f2c0944bd4eaa" /><Relationship Type="http://schemas.openxmlformats.org/officeDocument/2006/relationships/notesMaster" Target="/ppt/notesMasters/notesMaster1.xml" Id="Rccb850d87693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23d339dc4b4386" /><Relationship Type="http://schemas.openxmlformats.org/officeDocument/2006/relationships/notesMaster" Target="/ppt/notesMasters/notesMaster1.xml" Id="R001897838439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284daff024ad8" /><Relationship Type="http://schemas.openxmlformats.org/officeDocument/2006/relationships/notesMaster" Target="/ppt/notesMasters/notesMaster1.xml" Id="Rac9cfabc31f4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718110ffdd4d9a" /><Relationship Type="http://schemas.openxmlformats.org/officeDocument/2006/relationships/notesMaster" Target="/ppt/notesMasters/notesMaster1.xml" Id="R6326ab5eef78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1bd0ced2b44b6b" /><Relationship Type="http://schemas.openxmlformats.org/officeDocument/2006/relationships/notesMaster" Target="/ppt/notesMasters/notesMaster1.xml" Id="R50a5d4d9380f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0778efa0554ff5" /><Relationship Type="http://schemas.openxmlformats.org/officeDocument/2006/relationships/notesMaster" Target="/ppt/notesMasters/notesMaster1.xml" Id="R26e9023e6d3541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7f29c4fca44707" /><Relationship Type="http://schemas.openxmlformats.org/officeDocument/2006/relationships/notesMaster" Target="/ppt/notesMasters/notesMaster1.xml" Id="R4f8a0cf4fbd1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491c91c5b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f39c490424ccd" /><Relationship Type="http://schemas.openxmlformats.org/officeDocument/2006/relationships/slideLayout" Target="/ppt/slideLayouts/slideLayout1.xml" Id="R665e8bca588a4b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e8bca588a4b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c6d4e80ce42b2" /><Relationship Type="http://schemas.openxmlformats.org/officeDocument/2006/relationships/image" Target="/ppt/media/image.png" Id="R0096863dde0a492e" /><Relationship Type="http://schemas.openxmlformats.org/officeDocument/2006/relationships/image" Target="/ppt/media/image.svg" Id="R4fc6934131734c5c" /><Relationship Type="http://schemas.openxmlformats.org/officeDocument/2006/relationships/notesSlide" Target="/ppt/notesSlides/notesSlide1.xml" Id="Rf62c53a76d91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3a8feb4254df0" /><Relationship Type="http://schemas.openxmlformats.org/officeDocument/2006/relationships/notesSlide" Target="/ppt/notesSlides/notesSlide2.xml" Id="R4ef02045f180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3d3d2e6664bfe" /><Relationship Type="http://schemas.openxmlformats.org/officeDocument/2006/relationships/image" Target="/ppt/media/image2.png" Id="R8257c7ebb53a4e65" /><Relationship Type="http://schemas.openxmlformats.org/officeDocument/2006/relationships/image" Target="/ppt/media/image2.svg" Id="Rd809eb777d964aaa" /><Relationship Type="http://schemas.openxmlformats.org/officeDocument/2006/relationships/notesSlide" Target="/ppt/notesSlides/notesSlide3.xml" Id="R0795ffa42f944c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dda2fffe048c4" /><Relationship Type="http://schemas.openxmlformats.org/officeDocument/2006/relationships/notesSlide" Target="/ppt/notesSlides/notesSlide4.xml" Id="Rf8f81cd8082f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6e601803468f" /><Relationship Type="http://schemas.openxmlformats.org/officeDocument/2006/relationships/notesSlide" Target="/ppt/notesSlides/notesSlide5.xml" Id="R203fe76795a7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107718e64941" /><Relationship Type="http://schemas.openxmlformats.org/officeDocument/2006/relationships/notesSlide" Target="/ppt/notesSlides/notesSlide6.xml" Id="R00df0e8d7b7e42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7e412d8394edd" /><Relationship Type="http://schemas.openxmlformats.org/officeDocument/2006/relationships/image" Target="/ppt/media/image3.png" Id="R7a52d734ab5a45d8" /><Relationship Type="http://schemas.openxmlformats.org/officeDocument/2006/relationships/image" Target="/ppt/media/image3.svg" Id="R4fab8651e1614577" /><Relationship Type="http://schemas.openxmlformats.org/officeDocument/2006/relationships/notesSlide" Target="/ppt/notesSlides/notesSlide7.xml" Id="R0e73eca8c00543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5e11ad037481e" /><Relationship Type="http://schemas.openxmlformats.org/officeDocument/2006/relationships/notesSlide" Target="/ppt/notesSlides/notesSlide8.xml" Id="Rf2fb8508ca3641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B5B72-DEC9-419F-A8B1-8F9882F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F037E-6089-4ED1-9D20-38D9D17A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EBAC7-95B9-449E-A2B3-4F86F8AA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89795-DC06-4C12-B852-1360B94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DCB1-5E3B-4609-A646-09E38C7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953BB-A91C-435A-B492-74273135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87EC3-5BF0-4FE3-9D8B-163A7403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Fake or Masterpiece?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DC68-32C1-4CA0-BB7F-A207510A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6863dde0a492e">
            <a:extLst>
              <a:ext uri="{96DAC541-7B7A-43D3-8B79-37D633B846F1}">
                <asvg:svgBlip xmlns:asvg="http://schemas.microsoft.com/office/drawing/2016/SVG/main" r:embed="R4fc6934131734c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2508-3B78-44E7-B672-4345F3DB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1AFA3-798A-4C5A-9429-2D7CB928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22417-5117-4BE5-97A4-A555EF8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E8CC2-CD97-45D5-8A1A-0F5EA2E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Reputation affects judgement.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34706-532A-456E-B63B-C698CEB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FB2E5-95F6-4606-AAC7-14D67C0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12161-CE6E-41D5-8579-2E4EA6D8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49E3C-862B-42A2-86DD-90FD75E7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6874166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4701C-DAB4-4227-9623-8C4D8862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B2E0D-C833-47F1-8025-3A7CEB99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C68E2-160C-4240-ADDA-B5D4BCD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09E65-03C8-4450-8C9A-25D4B2A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61DC5-CE0B-4A09-8136-AF4AC11B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7D18C-15FB-4AEA-88CA-2A334252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B0800-144D-4953-9E28-7D94893C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16203-1590-4D31-B2CB-613DBE91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4D405-DC7C-43F0-BC7F-3DAC696C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C539A-FB1C-494C-A6F8-64F321B8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D176E-2318-4BD1-BC00-FA79691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1496D-3CA2-4081-B1E5-91B7BFAB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test how reputation, authorship and context shape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aesthetic judgement.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Reputation affects judgement.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A8AAD-334C-49B9-86EE-8B854D79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AFC74-BC20-455A-86F1-358E9585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C4948-20BD-40CB-99E4-4F5CFF3F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44948-867F-42EC-86A9-BDD2A86A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slide with artworks: famous pieces, student work,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AI-generated images and lesser-known artists. Remove...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D934C-5FAF-4F46-9A63-21A4C47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56799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369C2-EDE2-49F7-A27E-E33825C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EA173-7957-4DA9-9E79-684E82D9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C58C3-19F7-4C8B-A5FF-89593AD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A1F34-6633-4E63-B74B-D5948F53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DCB5D-6B50-4DF9-B016-AFB3A9AF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881B9-4BC0-41AA-8106-4550124A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784F1-5B32-4CF9-96E4-2FCEE11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94C54-5437-4F4F-9E36-E752BDC8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7c7ebb53a4e65">
            <a:extLst>
              <a:ext uri="{96DAC541-7B7A-43D3-8B79-37D633B846F1}">
                <asvg:svgBlip xmlns:asvg="http://schemas.microsoft.com/office/drawing/2016/SVG/main" r:embed="Rd809eb777d964a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0E767-F9D1-4A34-B978-18CD9FA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8CC61-5667-4C38-9AA1-9A2DC109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BCC4F-5371-43F5-93BD-C392C09F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590-1D4C-4643-A688-4B607EB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Two artworks with different provenance stories but...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value ranking before and after learning authorship....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71A3C-967C-4ABB-AA40-946C528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0D649-630B-4289-B3FE-AC24468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BBED1-6DAF-44B2-A287-8F016D8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02E03-05A1-4D03-A8C6-884C69A2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Fake or Masterpiece?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Fake or Masterpiece?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015286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4C603-1C2A-4655-B251-505405E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2EB89-F421-449E-92F3-EF7BB50B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65AC9-D917-4DB4-8F76-6A397F26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74A58-D324-40A0-8E12-907CE73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49EE6-5B40-46BE-93C0-62211E2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5610F-0266-48C4-B0CD-CAD10F0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13217-3EF5-4EB0-B2E5-718FF3F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820C8-80A5-42AF-95F3-B42C4B39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19DEA-1C4E-4177-B36C-4F0453B8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1EE2A-42A2-4A53-9CDC-E31729F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C1E7A-0970-4C73-B505-C5E9E1A4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AEF19-A3DD-4BBF-8440-E2095FD7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rank artworks by artistic value without context.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Reveal partial context: artist, date, price, AI-generated or not, museum status.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revise rankings and explain why.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context is part of the artwork.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677B3-B4C8-49E8-BA4C-30BE8F1B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524514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E49D4-766B-49D3-BDAC-50364F0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1BE6-78DF-4495-9141-92BA6CB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07C46-AE15-45BF-B9A3-FA8B1D19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241A9-B939-43C8-83C2-7A47010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D2DF-65E9-4AC8-B8CF-301033AF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E122D-D625-4FE5-B4CF-2F4B1E10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95A96-F63C-4AA3-90E9-DB238523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0372A-A0F9-4DE6-8694-D9B017A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C7AE4-1EED-4FA1-9908-C706D62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77DC6-FB6B-4FCF-B7F7-BA61543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DD64F-BBBA-4401-ABD5-B679095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422E7-BB1E-4349-A8AC-69B0B13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CE8E3-9052-4693-B1C5-92AA2DCB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BB3B6-B83C-4E2D-BF89-190286F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EA14F-806F-4A6C-8272-855464D1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E61B5-1541-4EA3-AF80-DF2A3011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13D8D-B2EF-4BF2-BD2A-E5A9DE60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D9D5D-B5FA-46E7-99CB-BF8C0B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B1C5D-335E-4D2E-8733-D4AA43D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CB886-DD15-4F58-AFA9-1A6E75C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29F94-3E54-4151-85EC-20BD8DA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52AAA-0AA4-4E6C-BF71-0255F65A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7D5FD-50CF-43E4-A8A7-67237B0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90418-C058-4F02-AFDD-2F180A2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4C668-84A6-4366-BDFA-4606896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3D02D-8813-4D4B-9A3B-504F035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AC9E4-7421-40C6-BFA1-6DAC4584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50BCB-9D9F-4E5D-A54D-92DE4AA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42463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9060C-1AC2-4DB9-999D-D4F2714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27BF0-19DC-4E56-B217-9E6E268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F7E60-AC41-4DC0-8DD9-618D942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827B1-3509-433E-B118-C8CCFF13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0C910-00F2-4F81-A0DF-8FC9EA2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184B3-4AED-4ECF-B5AD-CB0FE177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4E22C-7DCC-4821-8358-EFB41CA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00A87-C69A-4F58-ACE2-5616F52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FD9A0-5ED9-41AB-BBCC-D70BF00A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F9336-5323-44FA-B837-8AA8CA0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13D18-0827-4668-A6C7-8F9ADD8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A0984-75AC-4EAC-BE6B-57B77F0B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artistic value in the object, the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viewer or the culture?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knowing the artist change the artwork?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AI produce art, or only images?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1ECEE-18E9-4115-8FD8-74DD5EDF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77AAA-E408-4231-8ECD-EC684ADB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D9450-3AAF-449A-97AF-3C98D2F9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A1E70-E13D-4951-893F-B1601AD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artistic value in the object, the viewer or the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culture?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knowing the artist change the artwork?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AI produce art, or only images?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9E2D1-06F9-4C09-BAF4-0995EE4B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4415252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09807-B8CB-469E-B02C-916A21A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3A446-D756-4B32-834F-BB8670C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DD914-D5D3-4AD1-ADE1-CD68E82A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6190D-304D-45FC-BB95-02BFA475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F20F8-E191-4CFF-A899-D4482E8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1AFA-62BC-4D70-96E3-D9D1A07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101B-3F73-414D-9D61-F0BF5CB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893B9-6F68-4BD7-8893-A1F2C81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E5E56-C9D4-477B-B26A-FD51382C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6267D-4E87-4518-BA0F-FF38350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ADE2C-1224-40EC-8FB4-0721163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B356A-37A1-41BE-BCBD-C688F2D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Fake or Masterpiece?: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5872F-9041-4553-8057-0F42F1C1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B7D09-A6D6-4D66-881F-0182ABF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BFF7A-EA2A-4999-9BF1-218C5E8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494E9-0FB8-4A02-B7DD-6EEE4D6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2d734ab5a45d8">
            <a:extLst>
              <a:ext uri="{96DAC541-7B7A-43D3-8B79-37D633B846F1}">
                <asvg:svgBlip xmlns:asvg="http://schemas.microsoft.com/office/drawing/2016/SVG/main" r:embed="R4fab8651e16145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51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4AAB4-40B2-4E9D-AC63-8748F00C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787CC-9649-4218-BD2D-DFECE21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85DE-3D16-4DFA-80F1-8449474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49EE0-67A8-4CC0-A022-F0274BA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D1B9B-64AB-4782-A5A6-68F4326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58E5E-C339-423D-8FEE-C0340A30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E73C4-9D8B-45E8-A148-BED36D7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75E8B-3E22-4BA0-BC4B-38D43CC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84635-C4C1-4900-BBDC-8FA4EF86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449D-93CD-4872-9DBE-FD950527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3E0E1-C473-4BFC-88CF-FFAD61C6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75B0B-164C-4868-A49F-8D82823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ranking sheet before and after context is revealed.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05B09-265D-459E-B558-9639CF8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B06C6-21A4-43C2-94EA-0AA4FE79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B8FDB-2D85-41D3-8D2D-08058B6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1F968-9CAB-4B6C-B44C-AD7945A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E691F-890A-443B-8646-047340F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6CB0B-0725-45AF-9BEE-4987C71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070B0-87E9-45DC-9160-D5698AA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4FB42-6BB4-4D8E-B080-2FA23781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B71C4-2CE8-4134-B1B1-E75E111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71111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2026-06-20T10:31:37.3150000Z</dcterms:created>
  <dcterms:modified xsi:type="dcterms:W3CDTF">2026-06-20T10:31:37.3150000Z</dcterms:modified>
</coreProperties>
</file>