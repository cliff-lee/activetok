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a1211461224627" /><Relationship Type="http://schemas.openxmlformats.org/officeDocument/2006/relationships/extended-properties" Target="/docProps/app.xml" Id="R352f9ab50ace4303" /><Relationship Type="http://schemas.openxmlformats.org/officeDocument/2006/relationships/officeDocument" Target="/ppt/presentation.xml" Id="R3b016bf1c1c94c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4ed0277b9c48d8"/>
  </p:sldMasterIdLst>
  <p:notesMasterIdLst>
    <p:notesMasterId xmlns:r="http://schemas.openxmlformats.org/officeDocument/2006/relationships" r:id="R25231599de43438d"/>
  </p:notesMasterIdLst>
  <p:sldIdLst>
    <p:sldId xmlns:r="http://schemas.openxmlformats.org/officeDocument/2006/relationships" id="256" r:id="R596a73a13bf44a89"/>
    <p:sldId xmlns:r="http://schemas.openxmlformats.org/officeDocument/2006/relationships" id="257" r:id="Rfce67b1e7db547a5"/>
    <p:sldId xmlns:r="http://schemas.openxmlformats.org/officeDocument/2006/relationships" id="258" r:id="Rf11a4d7371ab49ba"/>
    <p:sldId xmlns:r="http://schemas.openxmlformats.org/officeDocument/2006/relationships" id="259" r:id="R641f185255634157"/>
    <p:sldId xmlns:r="http://schemas.openxmlformats.org/officeDocument/2006/relationships" id="260" r:id="R28155ece5dde4963"/>
    <p:sldId xmlns:r="http://schemas.openxmlformats.org/officeDocument/2006/relationships" id="261" r:id="Rd2d6af578d8b46da"/>
    <p:sldId xmlns:r="http://schemas.openxmlformats.org/officeDocument/2006/relationships" id="262" r:id="Rb7293b073d834383"/>
    <p:sldId xmlns:r="http://schemas.openxmlformats.org/officeDocument/2006/relationships" id="263" r:id="R3319acf6e9084b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adb96243ec4ecc" /><Relationship Type="http://schemas.openxmlformats.org/officeDocument/2006/relationships/slideMaster" Target="/ppt/slideMasters/slideMaster1.xml" Id="R0e4ed0277b9c48d8" /><Relationship Type="http://schemas.openxmlformats.org/officeDocument/2006/relationships/notesMaster" Target="/ppt/notesMasters/notesMaster1.xml" Id="R25231599de43438d" /><Relationship Type="http://schemas.openxmlformats.org/officeDocument/2006/relationships/presProps" Target="/ppt/presProps.xml" Id="Ree1edcc3896840d8" /><Relationship Type="http://schemas.openxmlformats.org/officeDocument/2006/relationships/tableStyles" Target="/ppt/tableStyles.xml" Id="Rc820939a025d48ff" /><Relationship Type="http://schemas.openxmlformats.org/officeDocument/2006/relationships/slide" Target="/ppt/slides/slide1.xml" Id="R596a73a13bf44a89" /><Relationship Type="http://schemas.openxmlformats.org/officeDocument/2006/relationships/slide" Target="/ppt/slides/slide2.xml" Id="Rfce67b1e7db547a5" /><Relationship Type="http://schemas.openxmlformats.org/officeDocument/2006/relationships/slide" Target="/ppt/slides/slide3.xml" Id="Rf11a4d7371ab49ba" /><Relationship Type="http://schemas.openxmlformats.org/officeDocument/2006/relationships/slide" Target="/ppt/slides/slide4.xml" Id="R641f185255634157" /><Relationship Type="http://schemas.openxmlformats.org/officeDocument/2006/relationships/slide" Target="/ppt/slides/slide5.xml" Id="R28155ece5dde4963" /><Relationship Type="http://schemas.openxmlformats.org/officeDocument/2006/relationships/slide" Target="/ppt/slides/slide6.xml" Id="Rd2d6af578d8b46da" /><Relationship Type="http://schemas.openxmlformats.org/officeDocument/2006/relationships/slide" Target="/ppt/slides/slide7.xml" Id="Rb7293b073d834383" /><Relationship Type="http://schemas.openxmlformats.org/officeDocument/2006/relationships/slide" Target="/ppt/slides/slide8.xml" Id="R3319acf6e9084b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0032e4bc2944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aca5f9dfcd4c22" /><Relationship Type="http://schemas.openxmlformats.org/officeDocument/2006/relationships/notesMaster" Target="/ppt/notesMasters/notesMaster1.xml" Id="R43ca8e548c404b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cbd8debce14caa" /><Relationship Type="http://schemas.openxmlformats.org/officeDocument/2006/relationships/notesMaster" Target="/ppt/notesMasters/notesMaster1.xml" Id="R80f1db0812db4b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a8a277deac43ac" /><Relationship Type="http://schemas.openxmlformats.org/officeDocument/2006/relationships/notesMaster" Target="/ppt/notesMasters/notesMaster1.xml" Id="Ree080497f5ee4d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7aabfa19944f2e" /><Relationship Type="http://schemas.openxmlformats.org/officeDocument/2006/relationships/notesMaster" Target="/ppt/notesMasters/notesMaster1.xml" Id="R8bda3ac86e724f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f7e694ddc14114" /><Relationship Type="http://schemas.openxmlformats.org/officeDocument/2006/relationships/notesMaster" Target="/ppt/notesMasters/notesMaster1.xml" Id="R923a33a1d69548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259983a2354ccf" /><Relationship Type="http://schemas.openxmlformats.org/officeDocument/2006/relationships/notesMaster" Target="/ppt/notesMasters/notesMaster1.xml" Id="Ra2bfa59ed7c442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13c006142048d8" /><Relationship Type="http://schemas.openxmlformats.org/officeDocument/2006/relationships/notesMaster" Target="/ppt/notesMasters/notesMaster1.xml" Id="R35115ae75c924f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fd0029cfa24601" /><Relationship Type="http://schemas.openxmlformats.org/officeDocument/2006/relationships/notesMaster" Target="/ppt/notesMasters/notesMaster1.xml" Id="R6b68d7d4d6d743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b6f9095a0f48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32e1685b0c4d7b" /><Relationship Type="http://schemas.openxmlformats.org/officeDocument/2006/relationships/slideLayout" Target="/ppt/slideLayouts/slideLayout1.xml" Id="R47223103c81b4a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223103c81b4a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6ee480ba34d46" /><Relationship Type="http://schemas.openxmlformats.org/officeDocument/2006/relationships/image" Target="/ppt/media/image.png" Id="Rf22f4f7bf8804860" /><Relationship Type="http://schemas.openxmlformats.org/officeDocument/2006/relationships/image" Target="/ppt/media/image.svg" Id="R3c4f00c2d3ee4055" /><Relationship Type="http://schemas.openxmlformats.org/officeDocument/2006/relationships/notesSlide" Target="/ppt/notesSlides/notesSlide1.xml" Id="Rb8db84416f4e40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afe83726141ad" /><Relationship Type="http://schemas.openxmlformats.org/officeDocument/2006/relationships/notesSlide" Target="/ppt/notesSlides/notesSlide2.xml" Id="R6e76f4200c2e49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ebe33e94e403b" /><Relationship Type="http://schemas.openxmlformats.org/officeDocument/2006/relationships/image" Target="/ppt/media/image2.png" Id="R2d3dc08b2f844943" /><Relationship Type="http://schemas.openxmlformats.org/officeDocument/2006/relationships/image" Target="/ppt/media/image2.svg" Id="Rde0810de74e14846" /><Relationship Type="http://schemas.openxmlformats.org/officeDocument/2006/relationships/notesSlide" Target="/ppt/notesSlides/notesSlide3.xml" Id="R12373778b9ed40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e6ddb50174c80" /><Relationship Type="http://schemas.openxmlformats.org/officeDocument/2006/relationships/notesSlide" Target="/ppt/notesSlides/notesSlide4.xml" Id="R412acd15d2a148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b493cb79440b0" /><Relationship Type="http://schemas.openxmlformats.org/officeDocument/2006/relationships/notesSlide" Target="/ppt/notesSlides/notesSlide5.xml" Id="R2329a544bee54a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67b3fb4a24071" /><Relationship Type="http://schemas.openxmlformats.org/officeDocument/2006/relationships/notesSlide" Target="/ppt/notesSlides/notesSlide6.xml" Id="R05bf98e0714544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1beb436d54569" /><Relationship Type="http://schemas.openxmlformats.org/officeDocument/2006/relationships/image" Target="/ppt/media/image3.png" Id="R316dc88cf1f74fe7" /><Relationship Type="http://schemas.openxmlformats.org/officeDocument/2006/relationships/image" Target="/ppt/media/image3.svg" Id="Refc1ce5f92304800" /><Relationship Type="http://schemas.openxmlformats.org/officeDocument/2006/relationships/notesSlide" Target="/ppt/notesSlides/notesSlide7.xml" Id="R1a07c87a26e848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8334fa0ac4433" /><Relationship Type="http://schemas.openxmlformats.org/officeDocument/2006/relationships/notesSlide" Target="/ppt/notesSlides/notesSlide8.xml" Id="Re3b6fed18222438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7BA5D9-F242-4051-B99A-74ABE3DE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305E5-3A15-4134-83CA-A12A19F2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F4028-53F2-4907-9C83-04570DC5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A45F8-DA06-4575-AFCB-2CFCE30E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302E1-427B-4DDB-A4F2-08EA7CF6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0E12B-CA93-4B2A-9E35-6F58C52D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69885-C400-4131-B360-913E547F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Metaphor Changes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F7FC9-F673-4D21-977C-AC6C1ADF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f4f7bf8804860">
            <a:extLst>
              <a:ext uri="{96DAC541-7B7A-43D3-8B79-37D633B846F1}">
                <asvg:svgBlip xmlns:asvg="http://schemas.microsoft.com/office/drawing/2016/SVG/main" r:embed="R3c4f00c2d3ee405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DBB04-2777-496A-9E4E-3D9579FC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A841C-90D7-4283-BA01-4F6DF37D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86142-3AFB-4C87-AE11-F65E67D9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524E7-291A-4D53-9600-FB7F06A3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Metaphors guide reasoning.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EFA41-A8A6-4174-8E25-7281AD78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FDE15-323D-46C9-B47C-5A614900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7F842-8EFA-45A3-BE3C-B6D9FBCE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138F1-B9DB-45AC-8C81-848F2AE5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4347941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A0B00A-F53B-43C4-90E1-16A1BBEA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C69C3-8C37-4D72-A5E6-CD01B1E4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2C703-3346-40DC-8F8F-62193EB4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1EF5E-2ED2-4E03-B7DF-4783798A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D2747-60CF-4818-A4C0-C3CC7D72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54398-DEF6-46AE-8105-8B20EB63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9B1D7-227A-40AB-8C9B-ABF04F94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E01DF-E00E-4FE6-8EB6-132325AA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3ABA8-E9CF-497F-A0B1-1442FF8A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5E7B2-9E56-4998-A1EE-9C7F9118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370DA-12C4-4402-991B-908B7629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03740-5B52-411E-AB31-676B168E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test whether metaphors guide reasoning.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Metaphors guide reasoning.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8B633-D222-443B-B146-10BC206C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CDA85-E304-468B-8674-BF146C1D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3B266-FE81-41BA-B336-912436B7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74C33-B442-4727-BC3C-1B514FEC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Two versions of the same problem. Version A: "Crime is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virus spreading through the city." Version B: "Crime...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D7CE9-9209-40B7-AC03-84C3A891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2833113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92D2CD-DB1F-4B1D-A86C-58A6D02E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C03CA-A710-45B9-9300-11228E45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28AE4-D979-487A-AA18-57F586F5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330AD-A5E7-4BF6-ACFD-75471CB1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7C787-B90A-496E-881F-2419152D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F8165-611E-4E12-9A28-78A86A48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7E9DC-66A8-438B-AEF5-45A6B73E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A8EC7-AB37-4DC0-BC4C-886D509C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dc08b2f844943">
            <a:extLst>
              <a:ext uri="{96DAC541-7B7A-43D3-8B79-37D633B846F1}">
                <asvg:svgBlip xmlns:asvg="http://schemas.microsoft.com/office/drawing/2016/SVG/main" r:embed="Rde0810de74e148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7636D-EB31-492E-8053-588A4F2C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6D37D-2F30-4AE4-8F3E-41C250D4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53A20-D648-4052-9DF4-257F8CF9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4A3D0-6467-4800-AD82-EB75DF76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Metaphor Changes Policy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Crime described as a beast, virus, puzzle,...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Metaphor Changes Policy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Policy options that feel natural under each...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43328-7E18-449E-BF08-CC7FACF9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47391-6685-428F-8DDF-08D84F62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00A3B-2408-4861-8815-682F0B72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3DBB7-F015-44DE-871D-9A33FA51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Metaphor Changes Policy Stimulus A, what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Metaphor Changes Policy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777631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492589-C3E2-4479-93D6-AAD82B73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977AF-11D2-48CE-9B5A-A35B8CF1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205A9-D017-4E66-B444-05079384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69B6C-8321-4BF0-B301-BCECA77B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8FBDF-5128-4638-B543-03E0DB44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EA5A9-4EE2-491E-B041-8DF3DD5D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583D6-96B8-4A77-857D-CD63B249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75B1E-1AE3-48CF-92DB-F3523F1A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D9FC2-F668-486E-A026-41F08F5F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97092-FACC-481E-964A-C9B5CA25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8FA3D-8D00-4B76-9AF1-9CCD6C2B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D9DB9-F4C8-4A89-AA8C-14404A99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half the class Version A and half Version B.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Groups propose three policies.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Compare whether solutions are more preventive, diagnostic, punitive or forceful.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Reveal that only the metaphor changed.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64992-D1D2-467F-8F0C-796214D4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20002824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290D6E-CF06-466F-A354-77779331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FA8E4-5F35-4D33-8414-8167651E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A8CD0-337F-4328-87A5-D3BB05B2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A1AAB-5FB0-4B78-9CF7-7C9E5BE9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E0A5E-DD63-49E5-B730-B67DD0C2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B32DB-A0B0-45DC-85DF-54A20923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CE201-A8A8-42F9-AEE7-8A2476D5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77E5F-8A25-4E9B-A6F6-662D6EB7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EDB02-D498-4989-9192-A1C2C20E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32497-C551-4E1A-B461-4CABFE03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C5459-A803-46B2-83C0-2C6F2D34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9F00A-DAAE-4CA2-ADFC-EF4FC1A7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85297-286A-4DF7-BA44-92AC91ED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B319F-4815-4C3D-B2FC-E1B20F6A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6E88D7-E8E3-4D7B-9E60-6E87BB5E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EE5A6-7B17-430C-9C91-1B08B3A7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D2DB8-6525-4B7E-B03D-7B547504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C1324D-477D-47D3-8E88-461F4D3B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C8B816-CD80-4447-B1D1-334C55F3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4083CE-E6BB-407C-8EEF-2AF855BC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4B537A-0184-4665-9A66-8F28464F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988838-A44F-48D8-90F5-79300215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6C244C-1BF1-4F96-8B18-B854329C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DEF35C-8AA2-447F-8A14-5F605CE7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92EF04-D2D1-4417-8B42-C8D137D7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22375A-3FB5-41BE-823E-EF063A5E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3E31A4-401A-4059-BD04-B37F7D88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74732E-B516-433C-ABB5-B7AA92A4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8232530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C8EB26-1FBA-414F-9A01-8D9FABF0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346EC-1C3A-4DBC-93EA-54D85170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35D0B-97F4-498B-9EC8-8F7F2804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F4BA5-9DAC-4A30-A379-D26FEA83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4D5E0-AC91-4863-9E44-D2AB7AB9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EF035-3D74-46FC-BAF5-ABA9F0ED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7FF14-D05D-4DE7-A425-B8B9CAD9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931CA-2847-40B4-BCED-4614A757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73E14-D885-4BC4-A3AA-33C7BEEB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879CB-3CDA-49EB-87D6-33A3810F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173EF-18FE-4C2A-B8FF-9EFDAA8A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1697F-F4E5-41D6-A034-CA27BC68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Do metaphors reveal truth or create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interpretations?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some metaphors more ethical than others?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metaphors shape public policy and science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communication?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735E6-3184-47C8-B2B8-3951075F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03667-8CBF-4D83-999C-D4E4A127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DD588-6036-429B-B1E9-21D70DCE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04815-E63F-44DF-8C87-F34F03B8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 metaphors reveal truth or create interpretations?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some metaphors more ethical than others?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metaphors shape public policy and science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communication?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77A21-F913-4FE9-8AE9-DBB8F1D1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3027178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0FD139-1518-43A2-AAE6-7DBBDEC9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BF090-BAFE-4FAE-A67E-D086963B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7A298-9120-41A1-9F35-AD382013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2B20B-F1FA-4925-8CF2-FCA8F18D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E8D23-C97D-422A-8276-371119BA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65DED-0DAB-4A23-B2A9-7679B640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B5A2F-5ABF-46FC-A06B-6F04EE29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AAC41-DF66-490D-A356-FCF66A23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E6045-AF62-43E7-B931-7FD5BD35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6C6FF-BCF3-442A-97C7-71DAECF2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ADE4D-AD5A-4B47-82A5-56A7CAFC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9409A-2DBE-4841-808A-241DC7AA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Metaphor Changes Policy: "My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judgement felt obvious, but my evidence was thinner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49266-033C-4008-A696-BC900A06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2607B-0825-4BCA-9797-C6CA2E75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F4252-FD1E-40B0-91E0-D8CD1ACA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95DFA-6358-4983-B586-9C69A21F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dc88cf1f74fe7">
            <a:extLst>
              <a:ext uri="{96DAC541-7B7A-43D3-8B79-37D633B846F1}">
                <asvg:svgBlip xmlns:asvg="http://schemas.microsoft.com/office/drawing/2016/SVG/main" r:embed="Refc1ce5f923048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3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A1B92E-84D5-4456-9D67-061FAB22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CA546-1639-4894-A1CD-C8805840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F7CB9-BB43-4EA3-8497-ADF9FDB5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446D6-946F-403F-92D8-F3C2FCD6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93F41-77E3-4F79-857D-FEEA23AF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8A7B2-0F75-4DE1-8FF5-6CA06022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D8C2B-788A-4749-92FF-679F8993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A1A06-0D8B-42E4-B0E2-88E9BB06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41609-FA1A-4C1B-A33D-E9F05467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48758-1766-4B3A-8AAF-17E7AFE5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2D406-E919-473F-9227-79BA1D7E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CEB3A-59A5-4AC8-BF19-39275826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Two policy lists created from different metaphors.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253D3-61DF-47E3-AB35-6EAEAF3F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E3033-EF17-4E8B-BF7E-A04D353C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37525-E92F-41A3-B445-83EFCBCD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CD884-C9D5-4277-84F8-D16BFAAC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A6680-5D3E-48F1-A3DD-3207AC24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21A75-F1F7-4193-B7E9-A1F1EFD6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DC43AC-A41B-4B84-83B8-ADF3CBDB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4C13F5-B0ED-4060-B182-7B5DF1D6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Loaded Headline Laboratory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Translation Loss Game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Category Boundary Sorting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DED327-60FE-4BFF-9BC3-76C9CABD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1117209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2026-06-20T10:31:35.1510000Z</dcterms:created>
  <dcterms:modified xsi:type="dcterms:W3CDTF">2026-06-20T10:31:35.1510000Z</dcterms:modified>
</coreProperties>
</file>