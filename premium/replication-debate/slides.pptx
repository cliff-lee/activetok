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2e8a79b48b409b" /><Relationship Type="http://schemas.openxmlformats.org/officeDocument/2006/relationships/extended-properties" Target="/docProps/app.xml" Id="Rf4edd1fcf55e40d4" /><Relationship Type="http://schemas.openxmlformats.org/officeDocument/2006/relationships/officeDocument" Target="/ppt/presentation.xml" Id="Ra46d342863234e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fdcfbc539b4f07"/>
  </p:sldMasterIdLst>
  <p:notesMasterIdLst>
    <p:notesMasterId xmlns:r="http://schemas.openxmlformats.org/officeDocument/2006/relationships" r:id="R0535ef5b361648fe"/>
  </p:notesMasterIdLst>
  <p:sldIdLst>
    <p:sldId xmlns:r="http://schemas.openxmlformats.org/officeDocument/2006/relationships" id="256" r:id="Ra132f6560cf24292"/>
    <p:sldId xmlns:r="http://schemas.openxmlformats.org/officeDocument/2006/relationships" id="257" r:id="R81aec50e55b54673"/>
    <p:sldId xmlns:r="http://schemas.openxmlformats.org/officeDocument/2006/relationships" id="258" r:id="R70bbb9370a5048c1"/>
    <p:sldId xmlns:r="http://schemas.openxmlformats.org/officeDocument/2006/relationships" id="259" r:id="R73ea058d57e44e39"/>
    <p:sldId xmlns:r="http://schemas.openxmlformats.org/officeDocument/2006/relationships" id="260" r:id="Rd9a962230e8940c1"/>
    <p:sldId xmlns:r="http://schemas.openxmlformats.org/officeDocument/2006/relationships" id="261" r:id="Rfe02d63ec8a848ff"/>
    <p:sldId xmlns:r="http://schemas.openxmlformats.org/officeDocument/2006/relationships" id="262" r:id="R271a6659fc6f4946"/>
    <p:sldId xmlns:r="http://schemas.openxmlformats.org/officeDocument/2006/relationships" id="263" r:id="R1141f749d8714c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0a5b22daf14ef8" /><Relationship Type="http://schemas.openxmlformats.org/officeDocument/2006/relationships/slideMaster" Target="/ppt/slideMasters/slideMaster1.xml" Id="Rcefdcfbc539b4f07" /><Relationship Type="http://schemas.openxmlformats.org/officeDocument/2006/relationships/notesMaster" Target="/ppt/notesMasters/notesMaster1.xml" Id="R0535ef5b361648fe" /><Relationship Type="http://schemas.openxmlformats.org/officeDocument/2006/relationships/presProps" Target="/ppt/presProps.xml" Id="R698d1336d63147b0" /><Relationship Type="http://schemas.openxmlformats.org/officeDocument/2006/relationships/tableStyles" Target="/ppt/tableStyles.xml" Id="Rd236e7c52a374a86" /><Relationship Type="http://schemas.openxmlformats.org/officeDocument/2006/relationships/slide" Target="/ppt/slides/slide1.xml" Id="Ra132f6560cf24292" /><Relationship Type="http://schemas.openxmlformats.org/officeDocument/2006/relationships/slide" Target="/ppt/slides/slide2.xml" Id="R81aec50e55b54673" /><Relationship Type="http://schemas.openxmlformats.org/officeDocument/2006/relationships/slide" Target="/ppt/slides/slide3.xml" Id="R70bbb9370a5048c1" /><Relationship Type="http://schemas.openxmlformats.org/officeDocument/2006/relationships/slide" Target="/ppt/slides/slide4.xml" Id="R73ea058d57e44e39" /><Relationship Type="http://schemas.openxmlformats.org/officeDocument/2006/relationships/slide" Target="/ppt/slides/slide5.xml" Id="Rd9a962230e8940c1" /><Relationship Type="http://schemas.openxmlformats.org/officeDocument/2006/relationships/slide" Target="/ppt/slides/slide6.xml" Id="Rfe02d63ec8a848ff" /><Relationship Type="http://schemas.openxmlformats.org/officeDocument/2006/relationships/slide" Target="/ppt/slides/slide7.xml" Id="R271a6659fc6f4946" /><Relationship Type="http://schemas.openxmlformats.org/officeDocument/2006/relationships/slide" Target="/ppt/slides/slide8.xml" Id="R1141f749d8714c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d354c68d3a43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0090dcff6a41a7" /><Relationship Type="http://schemas.openxmlformats.org/officeDocument/2006/relationships/notesMaster" Target="/ppt/notesMasters/notesMaster1.xml" Id="R7385d94b3a2a4f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07bff5b5d2430b" /><Relationship Type="http://schemas.openxmlformats.org/officeDocument/2006/relationships/notesMaster" Target="/ppt/notesMasters/notesMaster1.xml" Id="R7d6af5683c6c42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dda2a3ac149f4" /><Relationship Type="http://schemas.openxmlformats.org/officeDocument/2006/relationships/notesMaster" Target="/ppt/notesMasters/notesMaster1.xml" Id="R151091fe306e46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2f37154cb04bb3" /><Relationship Type="http://schemas.openxmlformats.org/officeDocument/2006/relationships/notesMaster" Target="/ppt/notesMasters/notesMaster1.xml" Id="R2547098efb5743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3286c07ff446a3" /><Relationship Type="http://schemas.openxmlformats.org/officeDocument/2006/relationships/notesMaster" Target="/ppt/notesMasters/notesMaster1.xml" Id="R35b61bea41674b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992ada1db04a04" /><Relationship Type="http://schemas.openxmlformats.org/officeDocument/2006/relationships/notesMaster" Target="/ppt/notesMasters/notesMaster1.xml" Id="Raac6d44522f846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251b736e554fbf" /><Relationship Type="http://schemas.openxmlformats.org/officeDocument/2006/relationships/notesMaster" Target="/ppt/notesMasters/notesMaster1.xml" Id="R5d78ecfa91094c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37c0d1258e480f" /><Relationship Type="http://schemas.openxmlformats.org/officeDocument/2006/relationships/notesMaster" Target="/ppt/notesMasters/notesMaster1.xml" Id="R8722944420fc49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e5e95062ed4a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905e83079490f" /><Relationship Type="http://schemas.openxmlformats.org/officeDocument/2006/relationships/slideLayout" Target="/ppt/slideLayouts/slideLayout1.xml" Id="R4edee23aa1f94c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dee23aa1f94c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67bd5493c4307" /><Relationship Type="http://schemas.openxmlformats.org/officeDocument/2006/relationships/image" Target="/ppt/media/image.png" Id="R9768e7c900ef4ef4" /><Relationship Type="http://schemas.openxmlformats.org/officeDocument/2006/relationships/image" Target="/ppt/media/image.svg" Id="Recfdf64bbc8c4a89" /><Relationship Type="http://schemas.openxmlformats.org/officeDocument/2006/relationships/notesSlide" Target="/ppt/notesSlides/notesSlide1.xml" Id="R8f95168590924f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9088611a14ab9" /><Relationship Type="http://schemas.openxmlformats.org/officeDocument/2006/relationships/notesSlide" Target="/ppt/notesSlides/notesSlide2.xml" Id="Ra39011853cd44a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26d8b9d3e457e" /><Relationship Type="http://schemas.openxmlformats.org/officeDocument/2006/relationships/image" Target="/ppt/media/image2.png" Id="R11331957058b4c06" /><Relationship Type="http://schemas.openxmlformats.org/officeDocument/2006/relationships/image" Target="/ppt/media/image2.svg" Id="Rc4a7f773a6404cef" /><Relationship Type="http://schemas.openxmlformats.org/officeDocument/2006/relationships/notesSlide" Target="/ppt/notesSlides/notesSlide3.xml" Id="Rc8a37626ddcb47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6068ccbe34805" /><Relationship Type="http://schemas.openxmlformats.org/officeDocument/2006/relationships/notesSlide" Target="/ppt/notesSlides/notesSlide4.xml" Id="R3df41cb74b6141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27a1db0234de2" /><Relationship Type="http://schemas.openxmlformats.org/officeDocument/2006/relationships/notesSlide" Target="/ppt/notesSlides/notesSlide5.xml" Id="R15bf2159b97644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66a4bbdd5405f" /><Relationship Type="http://schemas.openxmlformats.org/officeDocument/2006/relationships/notesSlide" Target="/ppt/notesSlides/notesSlide6.xml" Id="R499088a4885943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d8e83415341d7" /><Relationship Type="http://schemas.openxmlformats.org/officeDocument/2006/relationships/image" Target="/ppt/media/image3.png" Id="R5410988962b94a6f" /><Relationship Type="http://schemas.openxmlformats.org/officeDocument/2006/relationships/image" Target="/ppt/media/image3.svg" Id="Rb73be526ab344823" /><Relationship Type="http://schemas.openxmlformats.org/officeDocument/2006/relationships/notesSlide" Target="/ppt/notesSlides/notesSlide7.xml" Id="R8fdb19eca58044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d94d2f9734517" /><Relationship Type="http://schemas.openxmlformats.org/officeDocument/2006/relationships/notesSlide" Target="/ppt/notesSlides/notesSlide8.xml" Id="R8c51164d058244e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3E57BE-5E78-45F2-8BA2-8DCFDAFC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9F682-E39C-48E0-AA47-FBBBB1CC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E9C59-70C7-457F-881D-8FAAAC3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7BC46-DE99-4E67-8CDE-FD19FB58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60D06-2A0A-4EB6-94A5-21421DA5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546CB-EA4B-4E88-8FC2-E97DF00A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F643E-B889-477B-854C-5C6B9007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Replication Debate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6A2B9-51D0-44FA-9F1F-20282FC9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8e7c900ef4ef4">
            <a:extLst>
              <a:ext uri="{96DAC541-7B7A-43D3-8B79-37D633B846F1}">
                <asvg:svgBlip xmlns:asvg="http://schemas.microsoft.com/office/drawing/2016/SVG/main" r:embed="Recfdf64bbc8c4a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54B62-6F7F-42D8-8794-1313C25C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38D3E-1D52-4A96-ACA6-9B614B7F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09AAC-86DC-423A-B3BB-C07B5F56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8CBB9-D90B-4469-AB4C-812B6DD6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Human science knowledge is context-sensitive.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54EFE-357E-4B83-86B9-51DC4C64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8338F-5AF1-4F44-8F86-E9568A08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4DB85-2876-4F4C-B94D-E5CE1037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662E8-CC33-46D2-831B-CD4F7896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Extended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8532298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F825BB-6BD0-417A-9A6A-2D160CE4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EB68D-FC6D-4C39-AB29-B9A8AAC6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02822-2C8E-4EC5-A5FF-969885FB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ABE15-B694-40A2-A5D7-B4A9863D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C50C9-DDDA-4A16-A4B8-6B6385E5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863EF-61F0-4C1A-91A9-D1D38F43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175AF-2309-42D4-BAE5-DA70AE73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B9A43-5CA1-4E60-A6B1-F256A15B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F00C0-5A6E-4D7A-9F58-2851F0C1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71FBF-2DFD-46E1-8DA3-28A5730B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687E6-A9EA-4940-9631-A20020E1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EB8E5-A889-4F14-A81D-C67657E4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evaluate what it means for a human-science claim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to be supported.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Human science knowledge is context-sensitive.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20C6D-5995-4ACD-8D36-7EF923CE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C028EB-A6AC-429B-AEC6-F0788B3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39824-4E0C-404C-BCE0-6A18CC83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94638-09A0-4EDA-8A0E-AA6AA8F5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famous claim: power posing, ego depletion,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stereotype threat or growth mindset.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E8825-962B-40E0-BA0F-7DEB010F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4856007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90CE3-D421-4C31-ABBE-36FE3EE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DAB18-1339-4A03-B82C-AD556732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10DE1-4343-4B93-A163-13B0F25B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E4D10-C606-4C2B-A885-5D7A4BF8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81DF2-53E8-49D1-9C75-C1EBFA6B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AC769-253F-49D5-862E-53C5873C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6ADFA-4FAD-478A-A35D-9AE86A6F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521D9-0952-408C-B0B9-5B8426C6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31957058b4c06">
            <a:extLst>
              <a:ext uri="{96DAC541-7B7A-43D3-8B79-37D633B846F1}">
                <asvg:svgBlip xmlns:asvg="http://schemas.microsoft.com/office/drawing/2016/SVG/main" r:embed="Rc4a7f773a640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73B1E-48D9-4057-B02B-E1FEA08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66CEA-4423-42A2-8DDB-0096E820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4EB28-5051-492A-A8B9-1D6B455A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5BC55-8BBE-4184-86A7-49D9F73B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Replication Debate Stimulus A: Student-facing stimulus 1: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headline claim, a replication attempt, and a contested...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Replication Debate Stimulus B: Student-facing stimulus 2: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Role cards for original researcher, replicator,...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04518-988C-4476-8780-1BD75558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D65BD-0C3C-4BD5-B91B-AD36538F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AE77C-5E5B-4073-BDD4-FEA5813A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8E5FA-175E-48DF-AA78-03E35B28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Replication Debate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Replication Debate Stimulus A did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2569897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5E55A-0D45-4E44-B6CF-3FEA29D4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7C5B5-3834-4FB1-8405-58A94DF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E433C-54D3-4EF4-A72B-A3DF2D93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AF35A-5BAF-438D-968F-8BAE4F33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A0387-B72F-4A07-945A-9B447C5A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48406-C54C-4772-B3A5-531141AB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49575-DEF2-460A-B3ED-39690677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F1D32-3C07-4DC3-8E65-520B6F7F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96000-AB6A-4F1F-8E0E-CFC53EB4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48477-5A9A-4AE4-9E99-72B41003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FDF93-6EB8-4A2B-9932-DE1DB35D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6657A-B587-4EF8-AF0A-3E508CA4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students a short description of the claim.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design a replication study.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They must state sample, procedure, outcome measure, possible confounds and what would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count as a failure.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Debate whether one failed replication should change belief.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B4BB7-3D52-4E06-9CD9-53D65AEB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Human Sc...</a:t>
            </a:r>
          </a:p>
        </p:txBody>
      </p:sp>
    </p:spTree>
    <p:extLst>
      <p:ext uri="{BB962C8B-B14F-4D97-AF65-F5344CB8AC3E}">
        <p14:creationId xmlns:p14="http://schemas.microsoft.com/office/powerpoint/2010/main" val="8376202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5EB5C2-8933-4731-94FC-1F669E3B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78086-CCF5-4A50-BFED-5D757C38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59050-DC00-4F4A-BC74-CD5F0BF5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79175-715D-46BD-8681-4CF38CAD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0147E-B1FC-4447-AAE4-3D66A6A8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F5196-2A8C-41EB-B8C4-36DBD20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9484E-13A5-4C33-A53E-6B64CB9C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F8152-5821-436F-B1D8-13BDCD53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6FE8E-D1F9-4D20-9514-45E0354D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83150-EBAF-41F1-94D3-D6A67AAB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5C2EE-254C-4526-9AD2-EE3B72C4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160B5-745E-47FB-AC13-6ABD9A14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23F8A-E1E3-45A3-9FEA-E7EB4CF7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81330-DA53-41C4-928A-B77C65F1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46480-03B4-4B56-865A-F07A75F6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8A51E-5D9A-4BD5-B076-4AD144B7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6BA01C-30A5-43D2-94AE-B2BF328A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98FF9-F445-4012-9CE7-CE9EF306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FFBB75-C5FD-429E-ABDA-77F6C635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87B28-5F27-433F-9348-1AF794FE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C56463-A792-412C-BC07-919A12A3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DEF4B7-FB7B-436C-8153-A69FEC0E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4AC6D-2100-4E3C-889D-794E652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D6812-70B6-499E-89FD-A68B309E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881951-754D-4F71-81F0-79F8400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2CE87-9AAB-434D-8C09-D4A453E4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69ED8-4887-4798-9E3A-A6753C8C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933131-B19D-4BB1-B5C6-368EC81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962879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9996E-C0C9-4741-8409-C69BC7D6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4CAF4-4C10-40B6-92A1-36C93295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3B307-7531-493E-A71A-013A04DB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AEE2D-0108-4344-8587-1AAE9EEA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D7A13-883D-4425-A2E3-107A207E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19AED-DE8E-4B97-8354-E2B50D91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FDF63-6BF9-41CC-A06F-FF079898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83F41-FF2E-4D4C-88FD-CFBBEFC9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F444B-D134-46ED-9E7B-FB5B0F3B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DB1C6-5392-47EE-9CBB-3837D1D2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3F9EF-58FE-428E-AB9D-7D2F8C9E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B1059-238F-4753-9466-EA6626FF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failed replication destroy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are humans difficult to study?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evidence strong in psychology or economics?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D876B-2A6B-4D13-9B9B-FF1AE74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F7CEDD-3FDD-4049-B6AB-83845448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E72A8-F8C7-4EC7-802C-1BEA1D68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3C24B-2A01-4024-8258-AC3ACE17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failed replication destroy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are humans difficult to study?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evidence strong in psychology or economics?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12072-3273-47FF-B37F-477EC23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0423994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ACA70-5F28-4D2C-BB09-8266EB0E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29D41-1868-4200-B315-91580894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A68EE-CEBC-46F2-A3AB-E7100891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8BCA4-3974-4208-9E37-876B2CF2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DAAA3-2426-4A78-960F-EEFBE11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9F3D6-BD55-4A7B-8A8C-52C4D5FB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0EF6F-89A2-480B-841D-8EC6EA26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88683-96A0-459F-B19B-8D76C3F9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CE0E3-B226-4F95-B13C-EC51F0C8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2DF6A-A1D4-42F0-B45C-EB8F0C2E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5F595-B345-4864-BB2C-908715A6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804FE-B247-4562-ADD9-D1E6E085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Replication Debate: "My first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 felt obvious, but my evidence was thinner than I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F807D-45FF-4F1D-9F0C-396AE4DA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B93B8-E4A4-4A55-9994-5E30DD1D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A9707-BB10-428A-8387-6321E2F7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7A0B5-8617-4293-BB76-8E8C98A4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0988962b94a6f">
            <a:extLst>
              <a:ext uri="{96DAC541-7B7A-43D3-8B79-37D633B846F1}">
                <asvg:svgBlip xmlns:asvg="http://schemas.microsoft.com/office/drawing/2016/SVG/main" r:embed="Rb73be526ab3448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529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A49B6-EBA8-4AE6-A790-3326A7BD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946E4-956A-4970-8BD8-0ECB5C31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6A457-F652-4EAB-B818-FE65E11E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9CCE2-1A72-451F-816A-9B8F95F5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F6311-9F0B-4BF0-BADF-A4127663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024DB-6161-477D-9B4A-E83796B0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Human Sciences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4D75C-03B3-4DBC-8234-A9E1BCB2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C05DF-280C-4C86-8269-CBFE1751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FE669-3F4C-4521-80EE-00EAD724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5F86B-B964-4693-A07D-B9BD42AE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B7040B-BE34-4714-8507-A57D308F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EBE3B-20F8-416C-86CD-957FA251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replication design sheet. Area of Knowledge: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1A159-3829-4035-8CF5-5F82CB6C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AD3CC-1359-4BA2-A563-36A6EC3C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8F214-BD7A-4ADD-8284-400FAF42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A6FD0A-05D9-40B0-8F5D-392E8F4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06D6A-440D-4DBB-B8A5-FDA5AB9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BB3B1-4B15-44DB-9835-DB4A0939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02543-5ACC-4DCA-A95C-426EBC1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47A61-2590-41EB-B093-0DBF13B1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Ultimatum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Survey Wording Experiment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Conformity without Humiliation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2C744-0C1F-4B14-89B0-43B9A686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561388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2026-06-20T10:31:36.6540000Z</dcterms:created>
  <dcterms:modified xsi:type="dcterms:W3CDTF">2026-06-20T10:31:36.6540000Z</dcterms:modified>
</coreProperties>
</file>