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822a1b5aa54fc5" /><Relationship Type="http://schemas.openxmlformats.org/officeDocument/2006/relationships/extended-properties" Target="/docProps/app.xml" Id="R56f219b6a08342ec" /><Relationship Type="http://schemas.openxmlformats.org/officeDocument/2006/relationships/officeDocument" Target="/ppt/presentation.xml" Id="R2f30b2267dab49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9acc736e5b480e"/>
  </p:sldMasterIdLst>
  <p:notesMasterIdLst>
    <p:notesMasterId xmlns:r="http://schemas.openxmlformats.org/officeDocument/2006/relationships" r:id="R4e1c258ef12c4f51"/>
  </p:notesMasterIdLst>
  <p:sldIdLst>
    <p:sldId xmlns:r="http://schemas.openxmlformats.org/officeDocument/2006/relationships" id="256" r:id="Rce39bab41d704af7"/>
    <p:sldId xmlns:r="http://schemas.openxmlformats.org/officeDocument/2006/relationships" id="257" r:id="R8dd8f00f8b234a54"/>
    <p:sldId xmlns:r="http://schemas.openxmlformats.org/officeDocument/2006/relationships" id="258" r:id="R5f19e9d1aad44ac3"/>
    <p:sldId xmlns:r="http://schemas.openxmlformats.org/officeDocument/2006/relationships" id="259" r:id="R257bc1edaa41485f"/>
    <p:sldId xmlns:r="http://schemas.openxmlformats.org/officeDocument/2006/relationships" id="260" r:id="Rf7584a83c37c43f8"/>
    <p:sldId xmlns:r="http://schemas.openxmlformats.org/officeDocument/2006/relationships" id="261" r:id="R2d50973bbd1f4753"/>
    <p:sldId xmlns:r="http://schemas.openxmlformats.org/officeDocument/2006/relationships" id="262" r:id="R516a26813f3346b4"/>
    <p:sldId xmlns:r="http://schemas.openxmlformats.org/officeDocument/2006/relationships" id="263" r:id="R7a935e69e0874d5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806ef1fb174620" /><Relationship Type="http://schemas.openxmlformats.org/officeDocument/2006/relationships/slideMaster" Target="/ppt/slideMasters/slideMaster1.xml" Id="Ree9acc736e5b480e" /><Relationship Type="http://schemas.openxmlformats.org/officeDocument/2006/relationships/notesMaster" Target="/ppt/notesMasters/notesMaster1.xml" Id="R4e1c258ef12c4f51" /><Relationship Type="http://schemas.openxmlformats.org/officeDocument/2006/relationships/presProps" Target="/ppt/presProps.xml" Id="R16298f683d824754" /><Relationship Type="http://schemas.openxmlformats.org/officeDocument/2006/relationships/tableStyles" Target="/ppt/tableStyles.xml" Id="R4ca2bda68a7340dd" /><Relationship Type="http://schemas.openxmlformats.org/officeDocument/2006/relationships/slide" Target="/ppt/slides/slide1.xml" Id="Rce39bab41d704af7" /><Relationship Type="http://schemas.openxmlformats.org/officeDocument/2006/relationships/slide" Target="/ppt/slides/slide2.xml" Id="R8dd8f00f8b234a54" /><Relationship Type="http://schemas.openxmlformats.org/officeDocument/2006/relationships/slide" Target="/ppt/slides/slide3.xml" Id="R5f19e9d1aad44ac3" /><Relationship Type="http://schemas.openxmlformats.org/officeDocument/2006/relationships/slide" Target="/ppt/slides/slide4.xml" Id="R257bc1edaa41485f" /><Relationship Type="http://schemas.openxmlformats.org/officeDocument/2006/relationships/slide" Target="/ppt/slides/slide5.xml" Id="Rf7584a83c37c43f8" /><Relationship Type="http://schemas.openxmlformats.org/officeDocument/2006/relationships/slide" Target="/ppt/slides/slide6.xml" Id="R2d50973bbd1f4753" /><Relationship Type="http://schemas.openxmlformats.org/officeDocument/2006/relationships/slide" Target="/ppt/slides/slide7.xml" Id="R516a26813f3346b4" /><Relationship Type="http://schemas.openxmlformats.org/officeDocument/2006/relationships/slide" Target="/ppt/slides/slide8.xml" Id="R7a935e69e0874d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64a94ee08248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74cd6bfbf54d90" /><Relationship Type="http://schemas.openxmlformats.org/officeDocument/2006/relationships/notesMaster" Target="/ppt/notesMasters/notesMaster1.xml" Id="R280a4834d7ac4d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5f49a78e0d4d8a" /><Relationship Type="http://schemas.openxmlformats.org/officeDocument/2006/relationships/notesMaster" Target="/ppt/notesMasters/notesMaster1.xml" Id="R6b4ff5434d9c4b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03b603d96949f2" /><Relationship Type="http://schemas.openxmlformats.org/officeDocument/2006/relationships/notesMaster" Target="/ppt/notesMasters/notesMaster1.xml" Id="Recf7d592a87446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af2875cc634ac0" /><Relationship Type="http://schemas.openxmlformats.org/officeDocument/2006/relationships/notesMaster" Target="/ppt/notesMasters/notesMaster1.xml" Id="R4205002b065c4a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771d7797694af3" /><Relationship Type="http://schemas.openxmlformats.org/officeDocument/2006/relationships/notesMaster" Target="/ppt/notesMasters/notesMaster1.xml" Id="R06b8fdc3864344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9f09c87de44a13" /><Relationship Type="http://schemas.openxmlformats.org/officeDocument/2006/relationships/notesMaster" Target="/ppt/notesMasters/notesMaster1.xml" Id="R8c7b382c16bf4b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6f1fb221ae4cee" /><Relationship Type="http://schemas.openxmlformats.org/officeDocument/2006/relationships/notesMaster" Target="/ppt/notesMasters/notesMaster1.xml" Id="R16574c1418ae4d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152cada6594325" /><Relationship Type="http://schemas.openxmlformats.org/officeDocument/2006/relationships/notesMaster" Target="/ppt/notesMasters/notesMaster1.xml" Id="R2745c98dc70f40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4ffb3d47f145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87512e92ed4b6d" /><Relationship Type="http://schemas.openxmlformats.org/officeDocument/2006/relationships/slideLayout" Target="/ppt/slideLayouts/slideLayout1.xml" Id="Rbc4edc5ac3114f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4edc5ac3114f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a9f07e7084536" /><Relationship Type="http://schemas.openxmlformats.org/officeDocument/2006/relationships/image" Target="/ppt/media/image.png" Id="Rc8b19fee05084de7" /><Relationship Type="http://schemas.openxmlformats.org/officeDocument/2006/relationships/image" Target="/ppt/media/image.svg" Id="R092116ed68934563" /><Relationship Type="http://schemas.openxmlformats.org/officeDocument/2006/relationships/notesSlide" Target="/ppt/notesSlides/notesSlide1.xml" Id="R4862a255681540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c327f70004786" /><Relationship Type="http://schemas.openxmlformats.org/officeDocument/2006/relationships/notesSlide" Target="/ppt/notesSlides/notesSlide2.xml" Id="Ra4598a99d8724c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67d7aa71414476" /><Relationship Type="http://schemas.openxmlformats.org/officeDocument/2006/relationships/image" Target="/ppt/media/image2.png" Id="R00243e652a034812" /><Relationship Type="http://schemas.openxmlformats.org/officeDocument/2006/relationships/image" Target="/ppt/media/image2.svg" Id="R50e8aa9e88104dbe" /><Relationship Type="http://schemas.openxmlformats.org/officeDocument/2006/relationships/notesSlide" Target="/ppt/notesSlides/notesSlide3.xml" Id="R05e602f05e9d45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b90ca61c154509" /><Relationship Type="http://schemas.openxmlformats.org/officeDocument/2006/relationships/notesSlide" Target="/ppt/notesSlides/notesSlide4.xml" Id="Rfc2d387ec52049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478226b6c4803" /><Relationship Type="http://schemas.openxmlformats.org/officeDocument/2006/relationships/notesSlide" Target="/ppt/notesSlides/notesSlide5.xml" Id="R414b9271dc4b48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ee3b32c8c94726" /><Relationship Type="http://schemas.openxmlformats.org/officeDocument/2006/relationships/notesSlide" Target="/ppt/notesSlides/notesSlide6.xml" Id="Reaa8e232992f46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2495fb3f824a45" /><Relationship Type="http://schemas.openxmlformats.org/officeDocument/2006/relationships/image" Target="/ppt/media/image3.png" Id="R025a1624f9524d22" /><Relationship Type="http://schemas.openxmlformats.org/officeDocument/2006/relationships/image" Target="/ppt/media/image3.svg" Id="R840c35a9088f48d4" /><Relationship Type="http://schemas.openxmlformats.org/officeDocument/2006/relationships/notesSlide" Target="/ppt/notesSlides/notesSlide7.xml" Id="Rb67ef4338bf546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c94e1b5be4ee6" /><Relationship Type="http://schemas.openxmlformats.org/officeDocument/2006/relationships/notesSlide" Target="/ppt/notesSlides/notesSlide8.xml" Id="R68b8146a8c05406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39CE6B-B403-4BA2-89AE-09B4C0E1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35660B-6BB5-4C1C-94E5-61E20700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DBF4E-9E5E-45F4-BC09-7957B892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299BDB-4327-49ED-835A-87E5D59B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1EE2F-144D-4BC0-AEDC-D01B6FA1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437DD0-831A-4BB0-B332-B2D7A1CC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8FE610-C59B-452E-B371-736FF497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Observer Effect Roleplay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B53552-F2F1-4E17-B75A-8A1DC604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b19fee05084de7">
            <a:extLst>
              <a:ext uri="{96DAC541-7B7A-43D3-8B79-37D633B846F1}">
                <asvg:svgBlip xmlns:asvg="http://schemas.microsoft.com/office/drawing/2016/SVG/main" r:embed="R092116ed6893456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3BCBB3-AE6B-47DF-92C0-4DF4422C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230981-8742-4FAA-AF91-BD6524D4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D4CA40-B251-4E5A-8ABE-9CD57536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3D78C6-7007-414B-8853-5D8E7834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In human sciences, observation can become part of the</a:t>
            </a:r>
          </a:p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situation being observed.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7C5F2E-1BC8-4AF8-B27B-36385199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DDA4C2-FC55-4C3D-8334-3F394ED7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EC4D34-2C1C-47B7-8F54-A2FA6C10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CDD472-2C6E-4269-8D4A-4E039BDF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30-40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1312329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481EF1-49B3-4B12-82C5-2E62CEE9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B4384C-B7C2-4341-B52F-7FB73F7E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D38D52-B4E2-495D-9538-7C3A2DB4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A0BD1-1E6A-4C9D-B440-EC1BAB73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252379-32CE-4E19-9079-07223C25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F9CEF-B0F1-4ED2-8324-9D3BF740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8AF48B-02DE-4270-A675-3F01DF6A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277D52-2BA5-44E6-B980-E40CBB52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FD00D4-F7C6-4F91-BC19-7817CD49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BA16B7-324F-4D90-B848-0AA196C8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ADE01A-FF40-4115-BBAC-2B28FC05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A14E04-C882-4CEA-ADFD-CE5217E0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explore reactivity, observer effects, and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ecological validity.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In human sciences, observation can become part of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situation being observed.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6B7DF2-6F66-46AC-9AAD-F354CF7F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7C6A5A-AEE1-4471-B86E-144C39AE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BF1045-6DB0-4065-89CB-64CE35DA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EC0F5D-2EDC-4128-9EAB-2523399C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Observer role cards, participant role cards, and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behavior tally sheets.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Simple group task such as puzzle-solving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discussion.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Behavior coding sheet with three visible behaviors.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Participant reflection card: what changed because you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knew you were observed?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BFD9D6-8B33-4847-B8E1-74E9E061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123125428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0B54A1-609F-43C0-826A-A4813451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83A2E-A2DF-4D75-83B3-F41C6CA1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0BECCB-DA95-4AA3-8013-2B2825BC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8B8880-D922-49DA-B999-980EAA86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A84DA-9498-4F7B-9578-F6C4C6A4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EE437-7EE9-45F2-9BF5-B8BF31BA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36F4E2-5BEA-4CB3-B615-DA7F1990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2AA745-1B78-4D29-84D4-3B056C02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243e652a034812">
            <a:extLst>
              <a:ext uri="{96DAC541-7B7A-43D3-8B79-37D633B846F1}">
                <asvg:svgBlip xmlns:asvg="http://schemas.microsoft.com/office/drawing/2016/SVG/main" r:embed="R50e8aa9e88104db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53CC57-B1A8-42DC-A83E-3EBCA137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9DC83E-6FDA-428F-BB96-A8F05B34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AE8961-5262-448B-8976-2841CE9E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A133D3-C1F3-4B7E-8A76-8F2388BA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Observer Effect Roleplay Stimulus A: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1: Task: build the tallest paper tower in five...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Observer Effect Roleplay Stimulus B: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2: Second round: observers sit farther away and...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A938A9-9992-44B9-B9CC-F5C2CDD6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361FD0-0CBD-4425-BDA6-D8D07877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3CEA18-65CC-46C2-9310-8ABCBFD6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BE54A9-D7A0-4A07-A599-CA3F2616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Observer Effect Roleplay Stimulus A, what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is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Observer Effect Roleplay Stimulus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151093661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B7E1D1-9C1E-43C9-A84D-C9251E67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A424E-A0DC-4A80-AF4F-6AF8D129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A9315-EE7E-422A-B868-251CDAFC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BE3C2-FDF8-45B5-90EA-BCCE0F2B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E8CDD-2949-47B6-9E8B-ADE93102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2A8A1-10D8-42A5-918F-52A72B2A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885B8-6F30-4068-A850-4AA054A2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136C5B-A303-4B74-BC01-6710750A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0A72E9-EC15-4C1E-BCE5-95B30D34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0AD1E9-C5C7-4A0B-9050-B5D9C290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791589-0579-4844-B354-DBE1146A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B44A55-4CB6-4F76-A24C-738134A6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Assign some students to perform a simple group task and others to observe.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Run one round with obvious observation and one with a less intrusive method.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Observers tally behavior using a fixed coding scheme.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Participants reflect on whether observation changed how they acted.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5. Debrief validity, ethics, and method choice.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D37B4C-FD17-4ADE-8A67-AB22D446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Human Sc...</a:t>
            </a:r>
          </a:p>
        </p:txBody>
      </p:sp>
    </p:spTree>
    <p:extLst>
      <p:ext uri="{BB962C8B-B14F-4D97-AF65-F5344CB8AC3E}">
        <p14:creationId xmlns:p14="http://schemas.microsoft.com/office/powerpoint/2010/main" val="12375656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DB69BF-A9A7-4A95-B025-EF79BC5E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7ED0D-0BEE-411B-B6D9-E7D79E03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2029F0-587B-4489-BD34-F3FEE63D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1782F6-EA76-4F1B-82B0-2A61F59F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279FF-1BF9-476A-8612-BF5BFB64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FF477-4711-46A9-940D-94CDB32F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8F6662-77AC-49EE-8DF3-D5E79035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A2A320-EF5F-4D79-B86D-C6C31132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01024E-00F6-45C5-B548-8108C241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546C72-CFD7-4AF4-A7AC-203968F3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A76C81-682E-470E-8259-8B684D3F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B7A49B-91BF-4B8C-897E-73861BCC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2B778D-3A84-4A13-B135-D6049D33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EB157A-7724-42D8-97F7-66012D0E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1C9229-44A5-46D9-9F2A-727E2BAC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A2B105-DCCC-4A25-98E8-A4CA251B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06EC40-84D8-48C3-9859-54B0C201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537468-A305-408C-9873-017320E3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813A3D-3F76-400F-86A1-74937E32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F7A6D7-AACF-49E4-A5BA-69DB59C8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B6D86D-1DA0-44B0-AF87-8968EAD7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FB0B4C-EF7C-40E8-98C7-52AB1B08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7DD25B-CE5E-44D8-8290-FD6B4299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760948-C2B4-44DC-A9BF-34644E88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68FDA4-D120-40FC-8D3E-09D0E788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AD5F24-985A-4027-82D3-23BC3E97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F346C3-EDFB-4474-8F19-57209D5D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837601-C9DF-48FA-933E-F70BE32D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84361266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86D97E-9BFD-4B2D-AFF9-A0F58709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29DF2-0DBD-4B93-9F18-8115AA5F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1DEC06-6509-4344-92A1-5DBFB6B9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B36907-0A2F-4CDA-AF2F-366E6503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D9C4D-C457-4E81-BCB4-BC15D29C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59EC83-1AF0-4035-B0E7-DB9CD178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CDCB6-74CE-4343-BECB-75641C32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4FE09-3597-4702-A94C-1A9722D6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CC59AC-F00F-4243-8BF6-6CDBC9C4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2AA309-8E90-4620-9350-CC35D25F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86DE3F-A816-4620-BAEE-E27A58ED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A39BC8-61B1-4C06-A4A7-DE6CF13A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Can human behavior be observed without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changing it?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should researchers balance natural behavior, consent,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and control?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counts as good evidence when people react to being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studied?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7A1026-D036-4498-A797-4D49D9B6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44B3FB-7121-4A84-88CD-D6798D53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E0C639-09C8-42EE-8608-EDF94594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D6B250-87CE-4257-81BF-4E6FD8AA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observation alter what is known?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 ethics shape methods in human sciences?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makes behavioral evidence reliable?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8D49F4-3670-4E0A-9150-F88B835D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74906625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A7D9DA-5AAC-40CE-9EB3-D2904384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E4BAC4-E246-4F91-AB3E-61AF24C9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9040D-B495-47A4-BF3A-2060DF54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41A6C-D105-4013-A241-2C3F754A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A13367-77D8-46D7-AF5E-C0D3A64A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51ABB2-12F7-4B86-987B-E2145FE2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4C77F3-37CC-4A2D-9F16-739DAE57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55A789-5FEE-49BE-81CC-00189FC2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696FBC-1C6A-445D-A9D9-D8A680B6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D70901-7758-4599-8DD7-6358C7F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320781-1E21-4FF9-B9EF-5A3F6C48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831AB4-178F-494B-99D2-65DD984F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 spoke more carefully because I saw someone tallying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interruptions.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visible observation made the data easier to collect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but less natural.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0E3660-F898-4166-9C61-86CAAF85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34FD5A-4CBA-45EA-9386-C6CBFC20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CFA440-A21F-4C1C-99E7-35C13701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72E47B-845E-4843-92E0-1390EE03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redesign the observation to improve validity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while preserving consent.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Connect to classroom observations, workplace studies, and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ethnography.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5a1624f9524d22">
            <a:extLst>
              <a:ext uri="{96DAC541-7B7A-43D3-8B79-37D633B846F1}">
                <asvg:svgBlip xmlns:asvg="http://schemas.microsoft.com/office/drawing/2016/SVG/main" r:embed="R840c35a9088f48d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0999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F59328-756C-4F7B-9A55-AAA087CA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84BB6-8188-417F-B3D5-CC0BC0F5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FB9B1B-686E-49F6-868A-245943AF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6671D4-F58A-4808-B236-04EAD7A6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9BF776-13E8-42C6-B2EE-10B1D032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DD449-4645-4835-BC3C-15AA57D3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A509F8-544D-47BB-925C-9EC55D90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B312A1-FE98-4E23-A54E-358A629B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4968FF-7B22-4149-AC08-4B9A2729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A84438-E0AA-43C3-8BD6-39C9501E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E9348E-B135-44B2-AAB2-64875821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7FF5DC-F7D1-41F1-B102-5246690E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Two observation tally sheets from visible and less visible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observation conditions.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EB0817-DAF8-4207-BBD4-3BFC3EC2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07E0EA-A551-4243-94E1-EF29B643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E9DC14-E513-4CF5-A874-F878F98D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6CCD30-3809-4EBF-837E-1E6FB2D6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AF3F7C-BC99-4F90-99A8-08AB13F0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BA5F33-395C-4906-9525-EADD3415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141B6A-D0E6-4BFF-B101-60A76919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B827AC-3185-45AA-AA20-74DC9DBD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Conformity without Humiliation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Survey Wording Experiment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Observation is Theory-Laden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692641-EA9A-4474-8B9D-537371A3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12404921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2026-06-20T10:31:38.9740000Z</dcterms:created>
  <dcterms:modified xsi:type="dcterms:W3CDTF">2026-06-20T10:31:38.9740000Z</dcterms:modified>
</coreProperties>
</file>