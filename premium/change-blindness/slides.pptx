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dc76edf7044ee" /><Relationship Type="http://schemas.openxmlformats.org/officeDocument/2006/relationships/extended-properties" Target="/docProps/app.xml" Id="R6e9e5468ce234582" /><Relationship Type="http://schemas.openxmlformats.org/officeDocument/2006/relationships/officeDocument" Target="/ppt/presentation.xml" Id="R6bbc9f7a0d304a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834f3341a4aaa"/>
  </p:sldMasterIdLst>
  <p:notesMasterIdLst>
    <p:notesMasterId xmlns:r="http://schemas.openxmlformats.org/officeDocument/2006/relationships" r:id="R336bb6d99efb4581"/>
  </p:notesMasterIdLst>
  <p:sldIdLst>
    <p:sldId xmlns:r="http://schemas.openxmlformats.org/officeDocument/2006/relationships" id="256" r:id="Rabf8ea66f4364b23"/>
    <p:sldId xmlns:r="http://schemas.openxmlformats.org/officeDocument/2006/relationships" id="257" r:id="R1adb8697fc694099"/>
    <p:sldId xmlns:r="http://schemas.openxmlformats.org/officeDocument/2006/relationships" id="258" r:id="R756bcc56b1884117"/>
    <p:sldId xmlns:r="http://schemas.openxmlformats.org/officeDocument/2006/relationships" id="259" r:id="R9a8a321bc79d4410"/>
    <p:sldId xmlns:r="http://schemas.openxmlformats.org/officeDocument/2006/relationships" id="260" r:id="R07b794f101774751"/>
    <p:sldId xmlns:r="http://schemas.openxmlformats.org/officeDocument/2006/relationships" id="261" r:id="Rb93f946e2aac474b"/>
    <p:sldId xmlns:r="http://schemas.openxmlformats.org/officeDocument/2006/relationships" id="262" r:id="R7343c59d33f04806"/>
    <p:sldId xmlns:r="http://schemas.openxmlformats.org/officeDocument/2006/relationships" id="263" r:id="Rf4b9213dd9fa45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8cc7e77b44572" /><Relationship Type="http://schemas.openxmlformats.org/officeDocument/2006/relationships/slideMaster" Target="/ppt/slideMasters/slideMaster1.xml" Id="R768834f3341a4aaa" /><Relationship Type="http://schemas.openxmlformats.org/officeDocument/2006/relationships/notesMaster" Target="/ppt/notesMasters/notesMaster1.xml" Id="R336bb6d99efb4581" /><Relationship Type="http://schemas.openxmlformats.org/officeDocument/2006/relationships/presProps" Target="/ppt/presProps.xml" Id="Raf0ff0be813745ee" /><Relationship Type="http://schemas.openxmlformats.org/officeDocument/2006/relationships/tableStyles" Target="/ppt/tableStyles.xml" Id="Rfe5e2735383c41e5" /><Relationship Type="http://schemas.openxmlformats.org/officeDocument/2006/relationships/slide" Target="/ppt/slides/slide1.xml" Id="Rabf8ea66f4364b23" /><Relationship Type="http://schemas.openxmlformats.org/officeDocument/2006/relationships/slide" Target="/ppt/slides/slide2.xml" Id="R1adb8697fc694099" /><Relationship Type="http://schemas.openxmlformats.org/officeDocument/2006/relationships/slide" Target="/ppt/slides/slide3.xml" Id="R756bcc56b1884117" /><Relationship Type="http://schemas.openxmlformats.org/officeDocument/2006/relationships/slide" Target="/ppt/slides/slide4.xml" Id="R9a8a321bc79d4410" /><Relationship Type="http://schemas.openxmlformats.org/officeDocument/2006/relationships/slide" Target="/ppt/slides/slide5.xml" Id="R07b794f101774751" /><Relationship Type="http://schemas.openxmlformats.org/officeDocument/2006/relationships/slide" Target="/ppt/slides/slide6.xml" Id="Rb93f946e2aac474b" /><Relationship Type="http://schemas.openxmlformats.org/officeDocument/2006/relationships/slide" Target="/ppt/slides/slide7.xml" Id="R7343c59d33f04806" /><Relationship Type="http://schemas.openxmlformats.org/officeDocument/2006/relationships/slide" Target="/ppt/slides/slide8.xml" Id="Rf4b9213dd9fa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346afd4158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d7159ede70424f" /><Relationship Type="http://schemas.openxmlformats.org/officeDocument/2006/relationships/notesMaster" Target="/ppt/notesMasters/notesMaster1.xml" Id="R54f2fb1b20154d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c20cc55f9746b5" /><Relationship Type="http://schemas.openxmlformats.org/officeDocument/2006/relationships/notesMaster" Target="/ppt/notesMasters/notesMaster1.xml" Id="R9d96be9eee8e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ce25a68ae4949" /><Relationship Type="http://schemas.openxmlformats.org/officeDocument/2006/relationships/notesMaster" Target="/ppt/notesMasters/notesMaster1.xml" Id="R9e68c50caf12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ee5f55b1542ef" /><Relationship Type="http://schemas.openxmlformats.org/officeDocument/2006/relationships/notesMaster" Target="/ppt/notesMasters/notesMaster1.xml" Id="R9f862e7414b5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3fd4186894b37" /><Relationship Type="http://schemas.openxmlformats.org/officeDocument/2006/relationships/notesMaster" Target="/ppt/notesMasters/notesMaster1.xml" Id="R14f227658156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26a2b31ea34429" /><Relationship Type="http://schemas.openxmlformats.org/officeDocument/2006/relationships/notesMaster" Target="/ppt/notesMasters/notesMaster1.xml" Id="R7657601d9d0e46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06af07c7314942" /><Relationship Type="http://schemas.openxmlformats.org/officeDocument/2006/relationships/notesMaster" Target="/ppt/notesMasters/notesMaster1.xml" Id="R4a58efa8847445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8ce874bfe4ad0" /><Relationship Type="http://schemas.openxmlformats.org/officeDocument/2006/relationships/notesMaster" Target="/ppt/notesMasters/notesMaster1.xml" Id="Rd300f1e5edc5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11789c6a541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1036d33db4a09" /><Relationship Type="http://schemas.openxmlformats.org/officeDocument/2006/relationships/slideLayout" Target="/ppt/slideLayouts/slideLayout1.xml" Id="R63c029a466054b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029a46605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9da3b4784a21" /><Relationship Type="http://schemas.openxmlformats.org/officeDocument/2006/relationships/image" Target="/ppt/media/image.png" Id="R90086eec66b9463f" /><Relationship Type="http://schemas.openxmlformats.org/officeDocument/2006/relationships/image" Target="/ppt/media/image.svg" Id="R95a0e3d1613e43a4" /><Relationship Type="http://schemas.openxmlformats.org/officeDocument/2006/relationships/notesSlide" Target="/ppt/notesSlides/notesSlide1.xml" Id="Rba6b0bd8dda1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33e3ddeb343f9" /><Relationship Type="http://schemas.openxmlformats.org/officeDocument/2006/relationships/notesSlide" Target="/ppt/notesSlides/notesSlide2.xml" Id="R4d430aca5c2b4f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9bf6bb5564ade" /><Relationship Type="http://schemas.openxmlformats.org/officeDocument/2006/relationships/image" Target="/ppt/media/image2.png" Id="R4e1677d4b130437f" /><Relationship Type="http://schemas.openxmlformats.org/officeDocument/2006/relationships/image" Target="/ppt/media/image2.svg" Id="R6cf1ce7dc9ef42d4" /><Relationship Type="http://schemas.openxmlformats.org/officeDocument/2006/relationships/notesSlide" Target="/ppt/notesSlides/notesSlide3.xml" Id="R39ab79a6c25e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4b6bce30a4fd9" /><Relationship Type="http://schemas.openxmlformats.org/officeDocument/2006/relationships/notesSlide" Target="/ppt/notesSlides/notesSlide4.xml" Id="Rbf21159a9292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6535f5adc43dd" /><Relationship Type="http://schemas.openxmlformats.org/officeDocument/2006/relationships/notesSlide" Target="/ppt/notesSlides/notesSlide5.xml" Id="Rfa3ff28212dd4a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92bb18e7a4cb6" /><Relationship Type="http://schemas.openxmlformats.org/officeDocument/2006/relationships/notesSlide" Target="/ppt/notesSlides/notesSlide6.xml" Id="R98d6f7a23398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a3ee7c9044530" /><Relationship Type="http://schemas.openxmlformats.org/officeDocument/2006/relationships/image" Target="/ppt/media/image3.png" Id="R2fb1007109aa47bb" /><Relationship Type="http://schemas.openxmlformats.org/officeDocument/2006/relationships/image" Target="/ppt/media/image3.svg" Id="Rccc8d33c86994f51" /><Relationship Type="http://schemas.openxmlformats.org/officeDocument/2006/relationships/notesSlide" Target="/ppt/notesSlides/notesSlide7.xml" Id="Rbebaf00bc28249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97f5518c64643" /><Relationship Type="http://schemas.openxmlformats.org/officeDocument/2006/relationships/notesSlide" Target="/ppt/notesSlides/notesSlide8.xml" Id="Re8fc8c61da1842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B5387-2CA0-445D-AC2D-B2C35BE2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995D-6CE7-43CA-88AC-AFA8EC4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2E157-C559-4BAC-8386-19C390DC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9235-23EB-4115-B846-4131F6C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513E-48E5-4002-AE76-6C611FA1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2407E-B0B5-460F-AE74-990F8B9C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ACC9D-127A-484C-A033-41A6A68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Change Blindness Starter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116A2-7F4F-4DB5-8252-0CC7FBFA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86eec66b9463f">
            <a:extLst>
              <a:ext uri="{96DAC541-7B7A-43D3-8B79-37D633B846F1}">
                <asvg:svgBlip xmlns:asvg="http://schemas.microsoft.com/office/drawing/2016/SVG/main" r:embed="R95a0e3d1613e43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82E4-2938-4CD0-941B-901335F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25F8-A929-47C1-B9FB-EB0BE00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232DF-5F34-4813-A7BE-31C0B07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601BE-F224-4CCB-A46E-E70EB55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Attention selects reality before we report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36B06-E2D7-47DD-95B6-819FF2E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39B88-6354-4514-BE49-0AE8F0E8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ECB53-7B27-4AC9-AF28-425A670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C80CF-580B-4839-B068-A5B9B30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10-15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54802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942A1-6A5B-4951-BC97-3DACED2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3A170-E2C6-4FB0-9A66-1BF8AD6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01342-406B-46AC-8E87-EE87CAB6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EFE3D-DD2C-4EED-99A7-28DDF3AF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DC8F6-C2CB-44D6-94B4-3D60EE92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B5DB8-E68A-4840-B55C-31D2541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532E3-C42B-4579-9935-027234F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9A0A5-5450-43B3-BE00-9D64A795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24C8-10A0-4608-8AF4-E10A3E3F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14832-201E-4EA7-B515-5E56C32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3BE4-F7A9-4755-A43D-02DCC306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21B9D-F973-4CFD-9B96-DEA405E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that attention does not record every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visible detail.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Attention selects reality before we report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6E2B8-0AF3-445F-A33D-467E9E42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1A8CF-2072-4877-A0A5-E0487344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243F7-84BA-405B-B9F4-A89CC33E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24B6B-56E1-469A-8522-14F4C043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similar images, a slide with a hidden change,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included example image.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856D9-0452-4401-90C7-552C0DA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67050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15F99-B776-4097-A39A-902D0C9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ABB3-18B5-48D4-991E-57B02FA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587FB-6993-49D6-A8DF-7108E56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0CF93-7AEA-49A9-9CF8-C766A82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933D-8EBF-4034-A8C0-31CFD4B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B10B4-06ED-47AF-827E-D4B5423D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DE863-B191-42D9-ABE2-A7445E66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B9694-844E-40BA-BB26-3ABE735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677d4b130437f">
            <a:extLst>
              <a:ext uri="{96DAC541-7B7A-43D3-8B79-37D633B846F1}">
                <asvg:svgBlip xmlns:asvg="http://schemas.microsoft.com/office/drawing/2016/SVG/main" r:embed="R6cf1ce7dc9ef42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530DC-F71B-4458-842F-C0290F4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D03D3-5898-4B77-9558-DAEA294C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FE0E-5F90-4CA6-BA8C-DD9E60C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5D6A7-8367-4563-B969-822C142F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Two classroom photos where the clock time,...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slide pair where a key word in a TOK claim...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9EA74-4295-4F47-9203-7460629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40C4A-7D6A-4D83-B784-44359693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BDC85-C725-4C97-AE0F-EDA57EC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4A788-9B3F-49C0-A876-61B8AD8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Change Blindness Starter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Change Blindness Starter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1036599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76420-DC1A-4DFD-9F31-DE91330D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80B26-B68F-4C5C-AADE-93D42963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1E4D-DFE5-418B-8B20-EC9F0B48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D3F32-AD4C-4B31-AFA5-67DB45D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ADCBB-C73B-424F-9538-E805729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5D0A7-1EDB-4C14-8261-08C9047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1101F-5748-4B8D-9E23-279853B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43219-1336-4523-BAE6-D198DE97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5C3B2-9336-4D53-AE03-B1B05FD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BE104-C5B5-4430-B078-D8383B7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690E3-F2AF-465F-8F75-8E31513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9FDF1-B78F-4FFD-8256-BE1783A1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Image A for 10 seconds.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Switch to Image B for 10 seconds, or alternate quickly between the two.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Ask students to write down the change privately before discussing.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the change and ask students what they assumed they had noticed.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94E18-BC67-4D84-B12A-C01FEEFD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759307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0D1C9-E5DD-4C37-BD57-403EFDD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9C7BC-EA82-4C11-B2ED-7B27E09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3F952-ACA2-42C9-98DA-DE19F593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9E51B-74E5-43C0-B8D7-C8D2626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69F5-F1E4-44A1-B510-B19BD67B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EDF04-427F-4AF1-84A0-943CBB3F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AAD1E-127B-41F0-8759-12CDC74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2508B-93C1-4317-9535-E3E37501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9C1A-37BB-4FED-B9F6-5076685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44F48-D3D9-44CC-A2D6-DC161AA2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4E3D7-FE6C-44D7-81F4-B959849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9D555-848C-44A6-9C66-BD51464D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B1971-A330-404E-9EE6-F7BCC3D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7FEE-7CAB-4C14-87B8-011A6C8B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6DCCB-7896-4031-9C50-6BD0DE68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D06A2-C0DE-4145-BEEF-B5CB4ADC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A46C8-253D-4063-8416-65D04CA0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74F5F-230A-46A3-9332-E9380630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00914-E994-417F-9A4C-E87E003E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DFED1-51E8-454C-92EC-B335A3F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E62B7-A536-4698-8B86-39227A9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16095-D159-430D-ADF6-AE3C9BE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C3027-6015-4087-8450-3AD35948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CB041-B948-4308-864F-5C09C5B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6C7C7-AE24-4225-884F-217E4D8C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05B58-EB65-492D-AB90-BC04A5B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99AD7-D1D1-4299-AB87-D276B283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9A92C-132A-4929-94BF-E91F85BE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357911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2C917F-49BD-4B8C-9B69-C1AA8919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42DC8-DCE3-4AC6-AF29-8AE1E94C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1513C-753F-46D4-BD7F-8195679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EE9C4-53AC-423B-B615-93071FF8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D50A9-55B2-4C7F-8382-8F62FF06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66E11-85AA-41AE-B4A3-DD1655E8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CE99E-48B7-4463-9415-2A5EEE62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79071-BB43-4A46-AAD1-820FC5CB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5FF0E-1CF5-4FE6-8E2C-DE03A14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A0CC9-CECB-44FB-806B-647C5D4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11C45-702A-49B1-8D20-9F0BE20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A5680-3107-4ABC-8523-DA0778A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If perception is selective, when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should observation be trusted?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 we mean when we say, "I saw it with my own eyes"?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Link to eyewitness testimony, scientific observation,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journalism and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D67D1-22ED-46A4-9E73-7191E444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6C7D5-E048-4FD7-A1A2-1DAD4E56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30847-CC6E-43E6-B475-D0F12B5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10802-F26A-40D6-9170-72184F5D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If perception is selective, when should observation be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trusted?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 we mean when we say, "I saw it with my own eyes"?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69F95-6215-4F8C-B518-46D4BAB6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18443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C1C30-9CB2-4326-B68F-92D44DC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85290-F63F-40E2-927F-B48F6B75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21A29-0E00-4184-A4D4-9EFBCF9B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2C90E-E9E0-4412-B679-6C67D7D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DB951-AB72-48A4-84E6-42F2519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0E0A8-B61C-4253-A8AF-66F8C63C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14599-A002-4A47-9E5B-19AF3534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34AB6-605A-4ADE-AC18-682B65A3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CD55C-789D-4A6C-A00F-99C863E3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534A-1A03-46C3-8255-C8EDD9D9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3431A-5BA5-43FF-9618-621267F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4E469-901E-47A9-9392-B21B186C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Change Blindness Starter: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E59F1-D9A6-441C-9157-3FB8078E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E730E-581B-4129-A1F4-CD06152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E9329-DA6F-4B93-974D-0A2A0E65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40161-9D4A-48A3-9055-FC7A9DB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1007109aa47bb">
            <a:extLst>
              <a:ext uri="{96DAC541-7B7A-43D3-8B79-37D633B846F1}">
                <asvg:svgBlip xmlns:asvg="http://schemas.microsoft.com/office/drawing/2016/SVG/main" r:embed="Rccc8d33c86994f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040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8D830-24AE-4D81-99C5-4B1B1B09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23721-79B0-4890-B04F-AAF0AB04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20D1-F031-44B1-ABEF-D882AC4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6D6E2-BB6D-43FF-BBF2-3FC93171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F9EF2-C5BE-4673-AB05-C6EEB66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785FD-878E-4644-846D-20BF741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10-15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240DB-2006-4E73-905F-D59F25C8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2F209-A301-4C7C-8319-A7D6B71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B74D6-ABA8-4494-A083-4C85857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4E62B-0AA9-4F26-BBFD-1A8E3ABE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AFA4D-EDFC-4776-93C8-C4C770A9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1BF42-AFFB-4853-8676-53A231D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pair of classroom photos with one altered detail.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FF148-296D-4C00-824E-AD12B3E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87889-F25E-4219-BF5A-06A182A6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ADCAA-137B-46F9-A6AB-5EA88C4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7A298-D821-408E-B5D4-DFAE9A9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6606F-6DBF-4C77-BAA1-61E7D35B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3880B-5585-4D56-874D-92E0E486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0A127-F3FA-480D-A58C-633D0CF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654FF-A6C0-41ED-97F2-A1733C8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ABB9A-F8A6-42A5-8588-E72EAEA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336105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2026-06-20T10:31:32.9290000Z</dcterms:created>
  <dcterms:modified xsi:type="dcterms:W3CDTF">2026-06-20T10:31:32.9300000Z</dcterms:modified>
</coreProperties>
</file>