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c17f3a18024aa1" /><Relationship Type="http://schemas.openxmlformats.org/officeDocument/2006/relationships/extended-properties" Target="/docProps/app.xml" Id="R3101ce6f12cc4bc1" /><Relationship Type="http://schemas.openxmlformats.org/officeDocument/2006/relationships/officeDocument" Target="/ppt/presentation.xml" Id="R9f9beb1bdce04b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f40c818b894e73"/>
  </p:sldMasterIdLst>
  <p:notesMasterIdLst>
    <p:notesMasterId xmlns:r="http://schemas.openxmlformats.org/officeDocument/2006/relationships" r:id="R573b47a60c894859"/>
  </p:notesMasterIdLst>
  <p:sldIdLst>
    <p:sldId xmlns:r="http://schemas.openxmlformats.org/officeDocument/2006/relationships" id="256" r:id="Rad313c4983e54efb"/>
    <p:sldId xmlns:r="http://schemas.openxmlformats.org/officeDocument/2006/relationships" id="257" r:id="R2e95314b3fd943b3"/>
    <p:sldId xmlns:r="http://schemas.openxmlformats.org/officeDocument/2006/relationships" id="258" r:id="R20f15177d9594e5e"/>
    <p:sldId xmlns:r="http://schemas.openxmlformats.org/officeDocument/2006/relationships" id="259" r:id="Rdcd4e711cd004c51"/>
    <p:sldId xmlns:r="http://schemas.openxmlformats.org/officeDocument/2006/relationships" id="260" r:id="Rb4b96806d97a466e"/>
    <p:sldId xmlns:r="http://schemas.openxmlformats.org/officeDocument/2006/relationships" id="261" r:id="R470937d3250f4ea9"/>
    <p:sldId xmlns:r="http://schemas.openxmlformats.org/officeDocument/2006/relationships" id="262" r:id="Ra473d88217014361"/>
    <p:sldId xmlns:r="http://schemas.openxmlformats.org/officeDocument/2006/relationships" id="263" r:id="Rf2fc7ce84d6a4d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aec7cc56394ed0" /><Relationship Type="http://schemas.openxmlformats.org/officeDocument/2006/relationships/slideMaster" Target="/ppt/slideMasters/slideMaster1.xml" Id="Rd4f40c818b894e73" /><Relationship Type="http://schemas.openxmlformats.org/officeDocument/2006/relationships/notesMaster" Target="/ppt/notesMasters/notesMaster1.xml" Id="R573b47a60c894859" /><Relationship Type="http://schemas.openxmlformats.org/officeDocument/2006/relationships/presProps" Target="/ppt/presProps.xml" Id="R7b5697b2426e4f33" /><Relationship Type="http://schemas.openxmlformats.org/officeDocument/2006/relationships/tableStyles" Target="/ppt/tableStyles.xml" Id="R6e96d5df27a64295" /><Relationship Type="http://schemas.openxmlformats.org/officeDocument/2006/relationships/slide" Target="/ppt/slides/slide1.xml" Id="Rad313c4983e54efb" /><Relationship Type="http://schemas.openxmlformats.org/officeDocument/2006/relationships/slide" Target="/ppt/slides/slide2.xml" Id="R2e95314b3fd943b3" /><Relationship Type="http://schemas.openxmlformats.org/officeDocument/2006/relationships/slide" Target="/ppt/slides/slide3.xml" Id="R20f15177d9594e5e" /><Relationship Type="http://schemas.openxmlformats.org/officeDocument/2006/relationships/slide" Target="/ppt/slides/slide4.xml" Id="Rdcd4e711cd004c51" /><Relationship Type="http://schemas.openxmlformats.org/officeDocument/2006/relationships/slide" Target="/ppt/slides/slide5.xml" Id="Rb4b96806d97a466e" /><Relationship Type="http://schemas.openxmlformats.org/officeDocument/2006/relationships/slide" Target="/ppt/slides/slide6.xml" Id="R470937d3250f4ea9" /><Relationship Type="http://schemas.openxmlformats.org/officeDocument/2006/relationships/slide" Target="/ppt/slides/slide7.xml" Id="Ra473d88217014361" /><Relationship Type="http://schemas.openxmlformats.org/officeDocument/2006/relationships/slide" Target="/ppt/slides/slide8.xml" Id="Rf2fc7ce84d6a4d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3bed04f09447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ceb15bd8cc47e7" /><Relationship Type="http://schemas.openxmlformats.org/officeDocument/2006/relationships/notesMaster" Target="/ppt/notesMasters/notesMaster1.xml" Id="R2afc58cc7c3443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227fe34a2e4794" /><Relationship Type="http://schemas.openxmlformats.org/officeDocument/2006/relationships/notesMaster" Target="/ppt/notesMasters/notesMaster1.xml" Id="R022fefd092a84e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c79d0c427543c3" /><Relationship Type="http://schemas.openxmlformats.org/officeDocument/2006/relationships/notesMaster" Target="/ppt/notesMasters/notesMaster1.xml" Id="R82e03953775643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b8f16087f94b99" /><Relationship Type="http://schemas.openxmlformats.org/officeDocument/2006/relationships/notesMaster" Target="/ppt/notesMasters/notesMaster1.xml" Id="R7905c724c73f4c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138252e2984f06" /><Relationship Type="http://schemas.openxmlformats.org/officeDocument/2006/relationships/notesMaster" Target="/ppt/notesMasters/notesMaster1.xml" Id="R527f3f87d8db47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77d0772a5f4399" /><Relationship Type="http://schemas.openxmlformats.org/officeDocument/2006/relationships/notesMaster" Target="/ppt/notesMasters/notesMaster1.xml" Id="Rf3a0569d8dbd43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80c05d04154e20" /><Relationship Type="http://schemas.openxmlformats.org/officeDocument/2006/relationships/notesMaster" Target="/ppt/notesMasters/notesMaster1.xml" Id="R780ff94e954d4b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831dd1eb5b4e41" /><Relationship Type="http://schemas.openxmlformats.org/officeDocument/2006/relationships/notesMaster" Target="/ppt/notesMasters/notesMaster1.xml" Id="R206cd2879ea34d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949033cea4d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cc363e613249db" /><Relationship Type="http://schemas.openxmlformats.org/officeDocument/2006/relationships/slideLayout" Target="/ppt/slideLayouts/slideLayout1.xml" Id="R31980132046d4a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980132046d4a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f8d6fb608401d" /><Relationship Type="http://schemas.openxmlformats.org/officeDocument/2006/relationships/image" Target="/ppt/media/image.png" Id="Ra1783486ad9141ac" /><Relationship Type="http://schemas.openxmlformats.org/officeDocument/2006/relationships/image" Target="/ppt/media/image.svg" Id="R13db0c38249d4aa2" /><Relationship Type="http://schemas.openxmlformats.org/officeDocument/2006/relationships/notesSlide" Target="/ppt/notesSlides/notesSlide1.xml" Id="R9c270077b7f34a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d6fc763014b50" /><Relationship Type="http://schemas.openxmlformats.org/officeDocument/2006/relationships/notesSlide" Target="/ppt/notesSlides/notesSlide2.xml" Id="R530fec9029d949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aa699feee4aa1" /><Relationship Type="http://schemas.openxmlformats.org/officeDocument/2006/relationships/image" Target="/ppt/media/image2.png" Id="R8fcda8f60ee547c5" /><Relationship Type="http://schemas.openxmlformats.org/officeDocument/2006/relationships/image" Target="/ppt/media/image2.svg" Id="R69f2e8b392fc43f3" /><Relationship Type="http://schemas.openxmlformats.org/officeDocument/2006/relationships/notesSlide" Target="/ppt/notesSlides/notesSlide3.xml" Id="R856fced2b08d45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333f59dcf4ddf" /><Relationship Type="http://schemas.openxmlformats.org/officeDocument/2006/relationships/notesSlide" Target="/ppt/notesSlides/notesSlide4.xml" Id="Rd223b5ba6e004b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b244733f2495d" /><Relationship Type="http://schemas.openxmlformats.org/officeDocument/2006/relationships/notesSlide" Target="/ppt/notesSlides/notesSlide5.xml" Id="Re47ea53df98245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bec70c1d744ee" /><Relationship Type="http://schemas.openxmlformats.org/officeDocument/2006/relationships/notesSlide" Target="/ppt/notesSlides/notesSlide6.xml" Id="Rcfd7211cd7e443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ea24c72f74cba" /><Relationship Type="http://schemas.openxmlformats.org/officeDocument/2006/relationships/image" Target="/ppt/media/image3.png" Id="Rad805321137f49c6" /><Relationship Type="http://schemas.openxmlformats.org/officeDocument/2006/relationships/image" Target="/ppt/media/image3.svg" Id="R765c7f5d02fa47e2" /><Relationship Type="http://schemas.openxmlformats.org/officeDocument/2006/relationships/notesSlide" Target="/ppt/notesSlides/notesSlide7.xml" Id="R046024ae3b6a4a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6f79ff3cc4129" /><Relationship Type="http://schemas.openxmlformats.org/officeDocument/2006/relationships/notesSlide" Target="/ppt/notesSlides/notesSlide8.xml" Id="Raddcb9d3e5e744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9C7583-A7F1-4E47-8BB7-2A00326C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90437-CAB9-49CD-968E-B3208439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F8843-CF44-4D36-8319-B3692E19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31DEC-DC5A-4444-8DFB-2C2E2196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54F58-BF1F-404B-87CE-7AD99B63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2A996-8AD1-4268-9A10-B6B7EDF1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9B5CB-86E1-41D5-A76A-7A557A5E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Perspective Glasses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4AFFF-F6D2-4EB8-B623-F54DE33E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83486ad9141ac">
            <a:extLst>
              <a:ext uri="{96DAC541-7B7A-43D3-8B79-37D633B846F1}">
                <asvg:svgBlip xmlns:asvg="http://schemas.microsoft.com/office/drawing/2016/SVG/main" r:embed="R13db0c38249d4a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0D871-F791-4F2B-BD6D-4715CB6F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97A3F-F3B5-436C-AF9F-368541B8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AEADE-19AE-4DBC-9AB8-ACF4F7A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EE320-F30C-489E-B0A0-FE1CFBED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Perspective can limit and enrich knowledge.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CE7D8-4A2D-4020-B147-AAA800BD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1886E-E0C8-4EDF-B1DB-D37495CA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99626-03A8-4E50-A4B2-7CA628A8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CFB10-AF14-4B81-BE8F-A4D123C9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7582914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7D5D9F-AFEE-44D1-B18E-A9446F24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BDB91-6868-4B15-AFD3-DE472679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6F3C6-9702-4290-AF71-ED313879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21256-ED95-425B-AFED-0E448F8C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13EAD-7AF7-4E72-BD4A-86854AC4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30924-A469-41FE-8B3F-7DFFB2E0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0940B-F5F0-4D6F-9C0B-5386BFF7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7E897-F976-463D-B0D4-4A807E1E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B757F-8CF3-411B-93B1-71F8B7B6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8C243-9C91-4C74-B6D7-38EE073D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8B981-3EB9-42E4-83EB-3A696532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95204-5081-42EC-83BE-4E504430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see that the same event can be known differently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by different knowers.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Perspective can limit and enrich knowledge.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6360C-3EF2-42C8-9D2F-8F5D61CB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0AB68-8EA3-4910-B160-77090B3F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8A4BC-4D3C-43B3-B5CD-EC1ADA48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D21A5-3F03-4ADD-8288-957960A8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Scenario cards. Example: "A student used AI to help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write an assignment."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6A4C2-9C9F-4EA4-9197-1B19E90B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9915580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CBA82-1F0F-4FFA-8609-16C9BAE9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E70CD-CDF8-44F4-98BD-AB158EF8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43E2E-A3B2-4D52-AB04-24528FFC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4BFE0-04B9-4B5A-8252-4CC12E57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2645A-18D2-4F22-9F70-6BBDD508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416F5-A5A9-49CB-88CB-DC497906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168F8-315D-4224-B4A2-1F3E77DF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7EFB1-7BB2-4FC6-A006-26424396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da8f60ee547c5">
            <a:extLst>
              <a:ext uri="{96DAC541-7B7A-43D3-8B79-37D633B846F1}">
                <asvg:svgBlip xmlns:asvg="http://schemas.microsoft.com/office/drawing/2016/SVG/main" r:embed="R69f2e8b392fc43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A9AC6-B3DA-41F3-A62F-1E168950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D9669-E5FF-4985-ACB4-096C3406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1E360-8427-400D-94FF-DC748085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5C702-F719-4781-A541-4116AB98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Perspective Glasses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Four role cards: scientist, artist, historian, and...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Perspective Glasses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classroom photo interpreted through safety, beauty,...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5047E-75CD-4EE9-A2EB-AC38ABD5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4FCC7-03C5-4A67-AD95-BEE49E57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859D1-60A1-4C54-AFE1-B2288EFD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87C94-F0B6-42F1-ADA0-FB07B462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Perspective Glasses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Perspective Glasses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0987403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74FF89-685B-4C19-8134-173D4E31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AC119-FA66-4F80-8FE0-F69B7AE3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C3C9D-D4C0-4171-8ADA-8EAEA068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61C07-D683-43C6-9E1D-9E79D1A3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ADC75-0275-4B1B-ADAA-1A3770E1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F0989-AD80-44A3-81DD-9C4D86E3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3FBCF-B344-4383-9529-17C4F29E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D475E-CD10-4810-B562-E0BED32E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6DCF8-FB69-4DA1-BB0F-D9AC1981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D0503-A34E-4B85-92E6-72DA113A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AD933-D2E5-4097-B723-25E6425A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82A15-A249-47E3-AAB0-39EFAA35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Assign groups different perspectives: student, teacher, parent, university admissions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officer, AI company, another student.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Each group lists what they know, what they care about and what evidence they would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request.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present their interpretation.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The class separates factual disagreement from value disagreement.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40EE9-0175-436C-AE10-9390E844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5275338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15B8D7-7F0D-4BB7-BBB1-2F510569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9832C-1EF9-43B6-8926-BAC42FD6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5AD44-52EA-49ED-8522-428D9E15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C998E-2300-46F2-9DE7-537ECB00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3C03A-A909-4EF9-8928-D03F861E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77F92-3C52-4D0F-96F7-198DBC86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C8357-F6F5-4A01-929F-CC27C0EB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C99DD-D15A-428F-92EA-48EE9267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BA415-880A-47DE-B9C5-A72AA2C7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81079-9E1F-4C6D-B8E3-41CADC84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EC82C-18CE-4D42-8B88-8DCCC3B9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882CB-8CB6-4558-8D84-95F5B5A6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9D4E3-B766-44F0-BA58-B7AF62E7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D5FFC-D218-45AD-89EC-E09764B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E93BD-3047-432E-AEEA-EDD16A6C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6DEA8-2A69-4B48-AAFF-20F0D286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572AA-23F7-4281-BBF7-605BFA71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09B65-F452-4C59-97BD-C196735A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664B5-42EF-4C9A-8842-E61D3D70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C0741-D2C7-4ADF-BAD5-FA02825E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057A47-68E6-44A9-9726-61819AF3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3EB4D-AE45-4FB9-8F8B-BD945FB8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09011B-FD09-4B67-9151-65945A7D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D3496-D63D-4E58-B38F-B76F8171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9387DA-2F5F-4EF1-92D2-2C4BC7D2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A4E7A-AE0C-4229-A52C-AE2B1326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481F3F-5512-44F9-B8BE-6181A173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23F84D-8ED6-42F7-8FC7-E53A04E7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6756176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B10C79-8039-4DFB-AFAA-DDE3A090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D861-4940-4296-8075-E31B91F3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8908C-FA47-486E-BB9B-6CDC245E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2CB6C-7478-42CD-9DB3-F94011A7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FB659-D7ED-43BF-90BA-237550BC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29991-219C-4022-B8E7-13272E85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1476C-7BB3-4E01-83C6-4344D4D1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EA100-7F0A-4B59-9AAB-BC3975D9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CC41C-13A0-4992-8C16-34717368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A8497-2CC5-40DA-92CE-BB7BC27A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05B00-DD93-4D8D-BC1E-5F0E92DA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4CD45-E153-45BC-A34D-682816ED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Does perspective limit knowledge or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enrich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some perspectives more legitimate than others?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objectivity include multiple perspectives?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B7621-E83D-464C-898E-8AA6A1A6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101AC-0FF9-417C-B48A-9DECF7B3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6EC9F-6E7C-4023-B823-1EA77C67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56385-8D58-41EF-928F-46546AA6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perspective limit knowledge or enrich it?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some perspectives more legitimate than others?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objectivity include multiple perspectives?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222B9-226A-4320-942F-6E9F18F4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3387458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23F7E0-F1F4-48A4-8354-F11BBA49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F383A-5021-444D-9DBC-99E90361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A1091-33A8-4183-B1C3-960F9DB8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045AD-FEFB-4FBA-AD5F-41B47FE2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57635-F5BC-47FB-AD4F-588D4AD1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5DC0E-DE72-4A30-8E67-AD9658F4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C5676-26B5-487E-B21B-7CA6B3B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45F69-310A-4B1B-9D80-19EC3C52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59ED7-D39F-4FE3-A60D-177553B4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88473-B0F0-4490-BF27-14557625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8D310-B257-460D-97F3-1C4C6AEB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9FF6F-FB66-4A9C-AE03-4EC1D477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Perspective Glasses: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FFE07-5082-471E-993E-B8EBE253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136E2-24D0-4CF7-8B04-1BACC8C4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5375A-E431-4DDA-B6E0-1C909EFB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8EF00-328E-4A95-A1CF-FD6B243C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05321137f49c6">
            <a:extLst>
              <a:ext uri="{96DAC541-7B7A-43D3-8B79-37D633B846F1}">
                <asvg:svgBlip xmlns:asvg="http://schemas.microsoft.com/office/drawing/2016/SVG/main" r:embed="R765c7f5d02fa47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420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DFFF2D-905B-4D36-BFC9-84D108B9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C5303-815E-41A0-BF3E-ADE4092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077FF-074C-43C5-B133-A5D54DA5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C4462-8E1F-497C-80CC-AFEAD222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375B4-3E17-4D4D-B460-F278696A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191A4-0A6F-4A87-A8DB-09ED8375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25-30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D02DE-166D-4E58-8EAA-CAA6F122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CF5C6-44EE-41D5-8EA7-F32B4144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3E152-C523-47D1-A26D-F789580C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56B97-1017-4399-9C3E-C24BE6CC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9E62B-F94D-4F4A-8040-8765A251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C5649-C963-44BA-A383-C03373A8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perspective card annotated by a group. Optional theme: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Knowledge and Technology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0633A-5EC8-45AC-9987-C28864AC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764D6-84BB-453B-A8A2-160A64AA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5683F-32B0-482E-964B-3BBD00E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70945-2593-4D45-A6BF-C9391DAF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70A2A-D9A2-4DA8-A477-28B049A1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9B73C-03FF-4736-AEC2-3CCB130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43D03-7DFC-4ED0-9E65-ED153C3F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C4F84-449A-40E9-B451-2368F625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Change Blindness Starter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Confidence Calibration Test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Personal Knowledge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B8C5F-1AED-4AEE-A36C-BB7934D8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405096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2026-06-20T10:31:34.2100000Z</dcterms:created>
  <dcterms:modified xsi:type="dcterms:W3CDTF">2026-06-20T10:31:34.2100000Z</dcterms:modified>
</coreProperties>
</file>