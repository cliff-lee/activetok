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fd10e94f9444b" /><Relationship Type="http://schemas.openxmlformats.org/officeDocument/2006/relationships/extended-properties" Target="/docProps/app.xml" Id="R9defd11f76d345ef" /><Relationship Type="http://schemas.openxmlformats.org/officeDocument/2006/relationships/officeDocument" Target="/ppt/presentation.xml" Id="R3d707227b08140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af66f1849420f"/>
  </p:sldMasterIdLst>
  <p:notesMasterIdLst>
    <p:notesMasterId xmlns:r="http://schemas.openxmlformats.org/officeDocument/2006/relationships" r:id="Rc67c74c925104767"/>
  </p:notesMasterIdLst>
  <p:sldIdLst>
    <p:sldId xmlns:r="http://schemas.openxmlformats.org/officeDocument/2006/relationships" id="256" r:id="Re9dfefdf72cf414f"/>
    <p:sldId xmlns:r="http://schemas.openxmlformats.org/officeDocument/2006/relationships" id="257" r:id="R5c9602c7720f419d"/>
    <p:sldId xmlns:r="http://schemas.openxmlformats.org/officeDocument/2006/relationships" id="258" r:id="R4545643044d94a8d"/>
    <p:sldId xmlns:r="http://schemas.openxmlformats.org/officeDocument/2006/relationships" id="259" r:id="R29639aa095e14bea"/>
    <p:sldId xmlns:r="http://schemas.openxmlformats.org/officeDocument/2006/relationships" id="260" r:id="R5fdeb3a2f95d4dab"/>
    <p:sldId xmlns:r="http://schemas.openxmlformats.org/officeDocument/2006/relationships" id="261" r:id="R454df7128ace4d18"/>
    <p:sldId xmlns:r="http://schemas.openxmlformats.org/officeDocument/2006/relationships" id="262" r:id="Ree5f9b07b2f24d1b"/>
    <p:sldId xmlns:r="http://schemas.openxmlformats.org/officeDocument/2006/relationships" id="263" r:id="R5f840ea551e141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99782cf6d4d32" /><Relationship Type="http://schemas.openxmlformats.org/officeDocument/2006/relationships/slideMaster" Target="/ppt/slideMasters/slideMaster1.xml" Id="R41eaf66f1849420f" /><Relationship Type="http://schemas.openxmlformats.org/officeDocument/2006/relationships/notesMaster" Target="/ppt/notesMasters/notesMaster1.xml" Id="Rc67c74c925104767" /><Relationship Type="http://schemas.openxmlformats.org/officeDocument/2006/relationships/presProps" Target="/ppt/presProps.xml" Id="R249c668643164531" /><Relationship Type="http://schemas.openxmlformats.org/officeDocument/2006/relationships/tableStyles" Target="/ppt/tableStyles.xml" Id="R3c10c3a76e204a66" /><Relationship Type="http://schemas.openxmlformats.org/officeDocument/2006/relationships/slide" Target="/ppt/slides/slide1.xml" Id="Re9dfefdf72cf414f" /><Relationship Type="http://schemas.openxmlformats.org/officeDocument/2006/relationships/slide" Target="/ppt/slides/slide2.xml" Id="R5c9602c7720f419d" /><Relationship Type="http://schemas.openxmlformats.org/officeDocument/2006/relationships/slide" Target="/ppt/slides/slide3.xml" Id="R4545643044d94a8d" /><Relationship Type="http://schemas.openxmlformats.org/officeDocument/2006/relationships/slide" Target="/ppt/slides/slide4.xml" Id="R29639aa095e14bea" /><Relationship Type="http://schemas.openxmlformats.org/officeDocument/2006/relationships/slide" Target="/ppt/slides/slide5.xml" Id="R5fdeb3a2f95d4dab" /><Relationship Type="http://schemas.openxmlformats.org/officeDocument/2006/relationships/slide" Target="/ppt/slides/slide6.xml" Id="R454df7128ace4d18" /><Relationship Type="http://schemas.openxmlformats.org/officeDocument/2006/relationships/slide" Target="/ppt/slides/slide7.xml" Id="Ree5f9b07b2f24d1b" /><Relationship Type="http://schemas.openxmlformats.org/officeDocument/2006/relationships/slide" Target="/ppt/slides/slide8.xml" Id="R5f840ea551e141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e5f6a649e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2362b6efe340ba" /><Relationship Type="http://schemas.openxmlformats.org/officeDocument/2006/relationships/notesMaster" Target="/ppt/notesMasters/notesMaster1.xml" Id="R945feb40cd1a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ccd6589bb34cfa" /><Relationship Type="http://schemas.openxmlformats.org/officeDocument/2006/relationships/notesMaster" Target="/ppt/notesMasters/notesMaster1.xml" Id="Rc5cdb9d172e647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aeeec7ad394916" /><Relationship Type="http://schemas.openxmlformats.org/officeDocument/2006/relationships/notesMaster" Target="/ppt/notesMasters/notesMaster1.xml" Id="R2687dcb9cec0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b0459ffdf14b97" /><Relationship Type="http://schemas.openxmlformats.org/officeDocument/2006/relationships/notesMaster" Target="/ppt/notesMasters/notesMaster1.xml" Id="R192102e89fb041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58df57e53f48b9" /><Relationship Type="http://schemas.openxmlformats.org/officeDocument/2006/relationships/notesMaster" Target="/ppt/notesMasters/notesMaster1.xml" Id="R84fb87ba17dc49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28f29d0c94d8b" /><Relationship Type="http://schemas.openxmlformats.org/officeDocument/2006/relationships/notesMaster" Target="/ppt/notesMasters/notesMaster1.xml" Id="R200c1d45d6bd47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c81693c9d4e5d" /><Relationship Type="http://schemas.openxmlformats.org/officeDocument/2006/relationships/notesMaster" Target="/ppt/notesMasters/notesMaster1.xml" Id="Ra9ce744d05d74f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f8c64c2cc94658" /><Relationship Type="http://schemas.openxmlformats.org/officeDocument/2006/relationships/notesMaster" Target="/ppt/notesMasters/notesMaster1.xml" Id="Rb05c4fe9cf2e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b949903ee49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ab906ab8214382" /><Relationship Type="http://schemas.openxmlformats.org/officeDocument/2006/relationships/slideLayout" Target="/ppt/slideLayouts/slideLayout1.xml" Id="Rae74a7ba3dac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4a7ba3dac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14f03a74742d8" /><Relationship Type="http://schemas.openxmlformats.org/officeDocument/2006/relationships/image" Target="/ppt/media/image.png" Id="R21f785a21c104412" /><Relationship Type="http://schemas.openxmlformats.org/officeDocument/2006/relationships/image" Target="/ppt/media/image.svg" Id="Rcccca80ad5424938" /><Relationship Type="http://schemas.openxmlformats.org/officeDocument/2006/relationships/notesSlide" Target="/ppt/notesSlides/notesSlide1.xml" Id="R20337de51b09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98c69441e415a" /><Relationship Type="http://schemas.openxmlformats.org/officeDocument/2006/relationships/notesSlide" Target="/ppt/notesSlides/notesSlide2.xml" Id="Rb5f861249c93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dcde42c0849a9" /><Relationship Type="http://schemas.openxmlformats.org/officeDocument/2006/relationships/image" Target="/ppt/media/image2.png" Id="Rfb64f0af751f4a6d" /><Relationship Type="http://schemas.openxmlformats.org/officeDocument/2006/relationships/image" Target="/ppt/media/image2.svg" Id="R543b467bf0694aaf" /><Relationship Type="http://schemas.openxmlformats.org/officeDocument/2006/relationships/notesSlide" Target="/ppt/notesSlides/notesSlide3.xml" Id="R227e4d003e9744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e601d339b4d94" /><Relationship Type="http://schemas.openxmlformats.org/officeDocument/2006/relationships/notesSlide" Target="/ppt/notesSlides/notesSlide4.xml" Id="Re5be092b64c943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49436b2264f23" /><Relationship Type="http://schemas.openxmlformats.org/officeDocument/2006/relationships/notesSlide" Target="/ppt/notesSlides/notesSlide5.xml" Id="R9babb136efa9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9f97f439742f7" /><Relationship Type="http://schemas.openxmlformats.org/officeDocument/2006/relationships/notesSlide" Target="/ppt/notesSlides/notesSlide6.xml" Id="R1d43895701f9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6d24b241041a2" /><Relationship Type="http://schemas.openxmlformats.org/officeDocument/2006/relationships/image" Target="/ppt/media/image3.png" Id="Re7d5719e544e4f2e" /><Relationship Type="http://schemas.openxmlformats.org/officeDocument/2006/relationships/image" Target="/ppt/media/image3.svg" Id="R27b871ddcd024def" /><Relationship Type="http://schemas.openxmlformats.org/officeDocument/2006/relationships/notesSlide" Target="/ppt/notesSlides/notesSlide7.xml" Id="Re2ad36ab52f040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88884f6924ee6" /><Relationship Type="http://schemas.openxmlformats.org/officeDocument/2006/relationships/notesSlide" Target="/ppt/notesSlides/notesSlide8.xml" Id="R492d6803f82345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4B44E-9F0F-4C1B-B7C7-5C510F30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B40EB-BD92-462E-8DA5-C9E99C8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6F065-5D6F-48A8-B443-483BB310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CD7DE-C07D-4D47-A76C-0FE724E4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5BE0E-1A82-4B8B-921D-994226C4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715FB-5676-464A-9CEF-B6C0FECA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86D40-904F-4744-971B-7B608AA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Memory versus Monument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72B80-0CE7-4107-B225-14F5692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785a21c104412">
            <a:extLst>
              <a:ext uri="{96DAC541-7B7A-43D3-8B79-37D633B846F1}">
                <asvg:svgBlip xmlns:asvg="http://schemas.microsoft.com/office/drawing/2016/SVG/main" r:embed="Rcccca80ad54249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7B71F-4A99-46D5-930B-CF37AB0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E0046-F35E-4C5F-A9E8-26E19D52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BB30A-F07A-4068-AA98-1FC7B71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67A97-CC8B-4679-A1A8-3DFB921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Public memory and historical knowledge overlap, but they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are not the same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A97F6-2121-4010-B59E-7D8141E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DBB84-8053-4F0A-AB82-4014CD50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067FF-5384-42D1-9157-B80C70FB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B7B3F-0C5F-489A-A502-88C09EE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143447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0DB46-AF6A-4A2E-804B-F72D111D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E7984-61F6-469F-B9C2-BB042C7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B9F30-98BE-4A87-A0CD-27C7385D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A08FB-C592-42F3-8AA5-582B442C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52865-BE05-4DA4-91F8-F89DE76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442A7-9756-47E5-B471-71EA6AB1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760BC-927F-4587-A054-132BAC5C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1873C-3579-48A4-BFC5-9E479F59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37D06-0B78-4AB9-A3AB-BD9AF8F5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63020-ECE5-4C41-B0A3-BE845650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6B160-8E99-4FBA-8E0D-351E35A6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19550-B268-474C-9A41-8F61935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commemoration, memory, and historical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explanation.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Public memory and historical knowledge overlap, but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are not the same practice.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B1920-9E0A-4A52-8299-78AC5044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CEEAF-0073-4F06-A836-B1C4B10F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0F9AE-FF6A-4806-B045-28A1A6C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569CA-6C7F-49F5-AA04-BCD0B9D8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Image of a monument or memorial, short witness memory,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archive extract.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Comparison chart.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comparison chart: purpose, evidence, emotion,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omission, reliability.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Memory/history Venn diagram.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267F1-6B41-43FB-9BCF-F7BBF62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695371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2D1FC-9FF5-4A2F-857E-01BCC67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CE977-15D2-4763-A0C7-5E292681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59591-0CF4-48D2-8107-970EE17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CC539-F616-4FBE-8797-1757EEE0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E1B83-30AE-4150-9952-AD5CEFC9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097EC-0B81-4ACA-BC90-54328884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579F8-E1AC-44F3-9CF9-1494ABB9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D5410-704C-4FFC-B662-0D610C25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4f0af751f4a6d">
            <a:extLst>
              <a:ext uri="{96DAC541-7B7A-43D3-8B79-37D633B846F1}">
                <asvg:svgBlip xmlns:asvg="http://schemas.microsoft.com/office/drawing/2016/SVG/main" r:embed="R543b467bf0694a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BEDC-8F72-4591-A560-4607DE9E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7860F-FFCC-452B-85E4-55E6167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9341F-B5F4-4377-9ED3-A8A29C2F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811BD-569A-4A81-AB62-F43DB6B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Memory versus Monument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Fictional memorial: a plaque celebrating a former...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Memory versus Monument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Comparison prompt: What does each source ask the public...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6B397-7D8B-407D-AB7A-77917033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B7432-990D-4E43-934F-713F8CB6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0B898-F45C-440D-9228-9BE8682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3155C-8A48-49D9-9B88-85BFAD10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Memory versus Monument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Memory versus Monument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9951924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49AD3-CAEF-446A-96F3-20E3A966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D8FD3-6E75-4BBE-A34D-1E827DFD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D53F2-CA3C-4FBB-9C61-095173E9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AB1A1-7A62-4EA8-9A03-B57721BA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06DD6-2119-461C-ABA9-59CDC797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FC3AA-D521-4480-B755-07F4FCC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ABF36-DFD8-46C2-A9F2-22A204EB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4CDA8-BA11-4DBA-A8C8-0BB6B2A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0F46A-47F2-4078-BC3B-A6C3CA4F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3C74A-ACAD-4571-842E-025273B3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B12EF-E864-4D31-9A22-ED15DDE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C7072-44D0-4172-A37C-512C108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a memorial image and ask what knowledge it seems to communicate.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Give a personal memory and an archival source about the same event.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compare purpose, evidence, emotion, and omissions.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decide what each source helps us know and what it cannot settle.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the difference between remembering and explaining the past.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B7BCE-762D-4AE1-B285-272F54B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11461927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CCB2C-DCCF-4889-90BA-EBDCCE4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69C29-9B2B-4F64-AC9E-4ACD0B58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5E3A2-6425-4A07-9F92-0809EB75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A7D2B-AD85-4C30-8F0A-326E79F0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CC237-0CCF-4AAD-92AA-4E9FAAE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377D2-D5D6-4B78-87EB-19F709F8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9369-F99B-4AED-A2AA-4CD1F1CA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67AA4-171F-4BA4-9254-3F5A66A3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DF4A2-0496-475C-9CD7-113A358D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28C2E-9464-4E06-90F0-9DE87A2B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C18E2-9D84-447C-A404-BA731AD6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D4704-714E-4FDA-B92F-0ABC4B8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95971-6099-4A54-A8D0-FAA589E4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C0769-02A2-4FBD-A768-37BBF79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B421D-C532-4E5A-9251-C0DB9317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E7CAF-4D0D-4BD6-9EEA-39A04248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7412E-F2F3-4106-9F2C-DA4FCE1D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DBBE5-4CE3-4C69-AFBB-BD698415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0AD40-838E-4403-9A9D-E6B6AAB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A34C5-00BC-47D0-A7DD-534768D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A5DF2-6BB2-40BF-834C-9503B4C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3707E-F083-4609-AF91-C6FBB7A8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D62E3-D870-422B-A8EB-19BB0E91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C4904-504A-4077-B5C1-5C54ED74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EB610-22C8-40FF-B8AF-89913D8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0DD8F-8E5D-4584-8AA7-895308DC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6AFB86-00CD-4FA5-8913-098C7EBE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45CD7-929E-4BE8-9B3B-221B041B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529589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B5207-A5D6-4A9C-AFFB-35B0A6E3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4095D-97D5-4F3C-B9DC-C4EE66CE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2526B-EF21-4BD3-AC1B-27BEDA2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3FC85-2D0D-42F5-8E73-6549419F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01888-7C29-4F00-88B4-B2ED2603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95458-36A5-4FFD-B79D-AACE4A3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E87D3-C89E-49EE-942E-FDE8A18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554F7-6BE9-4D41-86B6-5569C7C1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25A92-61B0-4DCC-80B7-2F4D31E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8656C-56D3-43CC-A2ED-9269668E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F6729-75C6-49AA-A0D5-A7019D6A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AC9E5-610C-41F7-9E1D-78432339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is public memory different from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historical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monument be evidence, interpretation, and argument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at once?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Whose responsibility is it to revise public memory?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1748E-4349-4454-9CC2-6DE9FA3C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D447F-A293-4CD6-9F27-33C77DFB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61BAC-9246-45E5-80A2-48D69A5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82C47-A76E-42A8-85EC-284771A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is public memory different from historical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can monuments help us know and what can they hide?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emotion and evidence interact in history?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FE6D1-659F-4A39-8C06-4BBFF6AC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142751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4E0D6-BCF4-44D5-A613-076D8E68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3C458-8577-4FBC-A7F2-EE3501E3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924AD-264F-4FF1-A66D-1972EE4B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EBF29-15FD-4E64-8562-A3817B5A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DDA3F-D28D-4832-9AC0-7FC7031E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6DD0E-9CE9-4799-9281-E0EAA092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F5E4A-BA6B-4B90-962F-B8F4C02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3D87B-F7F2-41D7-9E64-FA222E3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49D5F-A045-494A-9F16-DA2BFF9C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A4EA0-2FBA-4995-937A-FC34EF0B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65B94-C21C-4F29-83A5-8EDEBFDD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0E733-88EC-4195-98FC-C1DF577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plaque communicated gratitude, while the archive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showed conflict and compromise.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memorial was evidence of values as much as evidence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event.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CE5FD-529B-4D37-AE37-A2AAEB6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90C7-7274-4EDC-B54F-E033A90E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F65BD-6CB2-4234-9859-19988E19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BF395-6CE3-4E8B-B69D-68C30497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design a revised plaque with a short note about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it includes and excludes.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debates about museums, statues, and national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memory.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5719e544e4f2e">
            <a:extLst>
              <a:ext uri="{96DAC541-7B7A-43D3-8B79-37D633B846F1}">
                <asvg:svgBlip xmlns:asvg="http://schemas.microsoft.com/office/drawing/2016/SVG/main" r:embed="R27b871ddcd024d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87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04ECC-A71B-4BC9-9722-3F44E6C4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81548-8839-4341-9402-94657BFC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B9EF3-038B-493F-99DE-9388337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696C3-8151-4E74-9219-91F576CB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7B2CB-2AEA-4A74-996F-745123CA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12E26-1860-4639-B2CB-9F44F365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BABA2-1289-449C-80FA-DFBCE99B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2B09D-9ED5-48E6-8CF7-645BE0F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77498-E0EF-4BE1-BE74-717CEFFF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7D236-E2D3-4C43-96F3-B1C0F0A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97693-040C-46B0-A369-5C4BA9DA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6D8E7-329C-47AF-8ECC-7902E796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photograph of a monument annotated for evidence, values,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and omissions.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0B656-F032-46CC-B63B-3C2AE88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A295D-E927-43BE-8467-AC20B66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2ACBC-2E96-4D23-B958-5F89B941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D5388-36D6-4E1A-9A2B-BBC6BE7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92452-9759-4AED-85D4-1A6E5503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329DA-0DE3-4139-A55A-38D9F33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233C0-C86F-48C3-9D17-79EC744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3430A-3379-4102-9E4E-4FCB1315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235EA-4495-4067-88BC-967093FA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10388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2026-06-20T10:31:39.0620000Z</dcterms:created>
  <dcterms:modified xsi:type="dcterms:W3CDTF">2026-06-20T10:31:39.0620000Z</dcterms:modified>
</coreProperties>
</file>