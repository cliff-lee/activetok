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096db99fc942cc" /><Relationship Type="http://schemas.openxmlformats.org/officeDocument/2006/relationships/extended-properties" Target="/docProps/app.xml" Id="Reee5248dde384688" /><Relationship Type="http://schemas.openxmlformats.org/officeDocument/2006/relationships/officeDocument" Target="/ppt/presentation.xml" Id="Ra9936e0b360f40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f20f9542bb46ad"/>
  </p:sldMasterIdLst>
  <p:notesMasterIdLst>
    <p:notesMasterId xmlns:r="http://schemas.openxmlformats.org/officeDocument/2006/relationships" r:id="Rafcb7e0c6bbf46cc"/>
  </p:notesMasterIdLst>
  <p:sldIdLst>
    <p:sldId xmlns:r="http://schemas.openxmlformats.org/officeDocument/2006/relationships" id="256" r:id="R7760a2486cbe4978"/>
    <p:sldId xmlns:r="http://schemas.openxmlformats.org/officeDocument/2006/relationships" id="257" r:id="Reb9973ab345d42b6"/>
    <p:sldId xmlns:r="http://schemas.openxmlformats.org/officeDocument/2006/relationships" id="258" r:id="Rd1ad9f7f691b4e67"/>
    <p:sldId xmlns:r="http://schemas.openxmlformats.org/officeDocument/2006/relationships" id="259" r:id="R4b3d1ef3c6f74c66"/>
    <p:sldId xmlns:r="http://schemas.openxmlformats.org/officeDocument/2006/relationships" id="260" r:id="R909294477a174c6c"/>
    <p:sldId xmlns:r="http://schemas.openxmlformats.org/officeDocument/2006/relationships" id="261" r:id="R4a44e6ee358441c8"/>
    <p:sldId xmlns:r="http://schemas.openxmlformats.org/officeDocument/2006/relationships" id="262" r:id="R6ea7641d07bf4d60"/>
    <p:sldId xmlns:r="http://schemas.openxmlformats.org/officeDocument/2006/relationships" id="263" r:id="R7addb584b89041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f935a54ef449f" /><Relationship Type="http://schemas.openxmlformats.org/officeDocument/2006/relationships/slideMaster" Target="/ppt/slideMasters/slideMaster1.xml" Id="R8df20f9542bb46ad" /><Relationship Type="http://schemas.openxmlformats.org/officeDocument/2006/relationships/notesMaster" Target="/ppt/notesMasters/notesMaster1.xml" Id="Rafcb7e0c6bbf46cc" /><Relationship Type="http://schemas.openxmlformats.org/officeDocument/2006/relationships/presProps" Target="/ppt/presProps.xml" Id="R07e5644117204bc1" /><Relationship Type="http://schemas.openxmlformats.org/officeDocument/2006/relationships/tableStyles" Target="/ppt/tableStyles.xml" Id="Re2a41d0f9786475f" /><Relationship Type="http://schemas.openxmlformats.org/officeDocument/2006/relationships/slide" Target="/ppt/slides/slide1.xml" Id="R7760a2486cbe4978" /><Relationship Type="http://schemas.openxmlformats.org/officeDocument/2006/relationships/slide" Target="/ppt/slides/slide2.xml" Id="Reb9973ab345d42b6" /><Relationship Type="http://schemas.openxmlformats.org/officeDocument/2006/relationships/slide" Target="/ppt/slides/slide3.xml" Id="Rd1ad9f7f691b4e67" /><Relationship Type="http://schemas.openxmlformats.org/officeDocument/2006/relationships/slide" Target="/ppt/slides/slide4.xml" Id="R4b3d1ef3c6f74c66" /><Relationship Type="http://schemas.openxmlformats.org/officeDocument/2006/relationships/slide" Target="/ppt/slides/slide5.xml" Id="R909294477a174c6c" /><Relationship Type="http://schemas.openxmlformats.org/officeDocument/2006/relationships/slide" Target="/ppt/slides/slide6.xml" Id="R4a44e6ee358441c8" /><Relationship Type="http://schemas.openxmlformats.org/officeDocument/2006/relationships/slide" Target="/ppt/slides/slide7.xml" Id="R6ea7641d07bf4d60" /><Relationship Type="http://schemas.openxmlformats.org/officeDocument/2006/relationships/slide" Target="/ppt/slides/slide8.xml" Id="R7addb584b890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70a1a6aa942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516449a744afb" /><Relationship Type="http://schemas.openxmlformats.org/officeDocument/2006/relationships/notesMaster" Target="/ppt/notesMasters/notesMaster1.xml" Id="Rfba38cc1872e49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44556b7768405b" /><Relationship Type="http://schemas.openxmlformats.org/officeDocument/2006/relationships/notesMaster" Target="/ppt/notesMasters/notesMaster1.xml" Id="Ra7073342526242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4b8076255f4033" /><Relationship Type="http://schemas.openxmlformats.org/officeDocument/2006/relationships/notesMaster" Target="/ppt/notesMasters/notesMaster1.xml" Id="R1296f4d3a9bb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6146a9e794ae6" /><Relationship Type="http://schemas.openxmlformats.org/officeDocument/2006/relationships/notesMaster" Target="/ppt/notesMasters/notesMaster1.xml" Id="R140b8556583e4b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27571ca3674827" /><Relationship Type="http://schemas.openxmlformats.org/officeDocument/2006/relationships/notesMaster" Target="/ppt/notesMasters/notesMaster1.xml" Id="Rb466826ba77a4a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a6ba137bfb4d85" /><Relationship Type="http://schemas.openxmlformats.org/officeDocument/2006/relationships/notesMaster" Target="/ppt/notesMasters/notesMaster1.xml" Id="R30f5e1d4f54b48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104a2a62434d38" /><Relationship Type="http://schemas.openxmlformats.org/officeDocument/2006/relationships/notesMaster" Target="/ppt/notesMasters/notesMaster1.xml" Id="R4e9ad40a80aa42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366271351f4886" /><Relationship Type="http://schemas.openxmlformats.org/officeDocument/2006/relationships/notesMaster" Target="/ppt/notesMasters/notesMaster1.xml" Id="Rd7fdf95d1a0240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0d9ee4275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00512633c941e5" /><Relationship Type="http://schemas.openxmlformats.org/officeDocument/2006/relationships/slideLayout" Target="/ppt/slideLayouts/slideLayout1.xml" Id="Rc4d7ac0a76b0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d7ac0a76b0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298ebf2c1400a" /><Relationship Type="http://schemas.openxmlformats.org/officeDocument/2006/relationships/image" Target="/ppt/media/image.png" Id="Rb42fe4e021274797" /><Relationship Type="http://schemas.openxmlformats.org/officeDocument/2006/relationships/image" Target="/ppt/media/image.svg" Id="Rc3230d2558f64d39" /><Relationship Type="http://schemas.openxmlformats.org/officeDocument/2006/relationships/notesSlide" Target="/ppt/notesSlides/notesSlide1.xml" Id="R80a735ce6a9546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2427c50754e4a" /><Relationship Type="http://schemas.openxmlformats.org/officeDocument/2006/relationships/notesSlide" Target="/ppt/notesSlides/notesSlide2.xml" Id="R6d22a560373143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32f94881545a3" /><Relationship Type="http://schemas.openxmlformats.org/officeDocument/2006/relationships/image" Target="/ppt/media/image2.png" Id="R0c447aee79144fed" /><Relationship Type="http://schemas.openxmlformats.org/officeDocument/2006/relationships/image" Target="/ppt/media/image2.svg" Id="Rb48cabed1f784069" /><Relationship Type="http://schemas.openxmlformats.org/officeDocument/2006/relationships/notesSlide" Target="/ppt/notesSlides/notesSlide3.xml" Id="Ra82c88165d4f4e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c784874b84a75" /><Relationship Type="http://schemas.openxmlformats.org/officeDocument/2006/relationships/notesSlide" Target="/ppt/notesSlides/notesSlide4.xml" Id="R73e47022a3854b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c55a3143b4696" /><Relationship Type="http://schemas.openxmlformats.org/officeDocument/2006/relationships/notesSlide" Target="/ppt/notesSlides/notesSlide5.xml" Id="R9eeb1f3a553641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575c954fc487c" /><Relationship Type="http://schemas.openxmlformats.org/officeDocument/2006/relationships/notesSlide" Target="/ppt/notesSlides/notesSlide6.xml" Id="Rb287ad3989fe4a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28d8317f04546" /><Relationship Type="http://schemas.openxmlformats.org/officeDocument/2006/relationships/image" Target="/ppt/media/image3.png" Id="R58915d7f09bc4a51" /><Relationship Type="http://schemas.openxmlformats.org/officeDocument/2006/relationships/image" Target="/ppt/media/image3.svg" Id="R8b646736898b40ad" /><Relationship Type="http://schemas.openxmlformats.org/officeDocument/2006/relationships/notesSlide" Target="/ppt/notesSlides/notesSlide7.xml" Id="R341ebe4375ca42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2f8bc37ca498a" /><Relationship Type="http://schemas.openxmlformats.org/officeDocument/2006/relationships/notesSlide" Target="/ppt/notesSlides/notesSlide8.xml" Id="R2ba06ee7c7a144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2560F-6477-4363-AA06-6FAD34D9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162B4-48AB-4ABC-B7E0-F05FD666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CB74D-3824-4581-BFDD-3F8CE749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28CC0-5465-4AF2-B6E3-EC96EAB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2DB0C-E81A-41D1-9159-A81EDE1B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6AE12-2A37-48E8-A48E-21C4D650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E5CDA-46C7-4173-8D90-C47ADFF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Search Engine Ranking Game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171C7-5A08-44E5-A67D-F14BCDB3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fe4e021274797">
            <a:extLst>
              <a:ext uri="{96DAC541-7B7A-43D3-8B79-37D633B846F1}">
                <asvg:svgBlip xmlns:asvg="http://schemas.microsoft.com/office/drawing/2016/SVG/main" r:embed="Rc3230d2558f64d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1B144-2228-44C5-AA8A-B97DF8B1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B5932-2859-49AA-AE94-8D8D3F5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10599-70F2-4EE4-85E6-64E864D0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957C3-BE26-4545-A24E-E66B3664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Visibility is not the same as reliability.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017E3-6177-4ABA-B5B3-91E4B973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37B92-ABEE-432D-8BDF-89EE74C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8F364-D426-4C8F-8A55-5806CE16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3A3CF-5007-4177-A61F-0CF2A36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7900377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E27F8-AFF0-4C04-BE4E-708ACC4C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6414A-AFE7-497E-9252-BCB435E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7982E-C20A-435C-9DB4-A82F34FA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EF994-78BD-4C8C-AEAA-0848CC1B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9C908-55EF-4112-8DE5-3AF62D1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81BB9-6B63-43BB-9D53-6E8DD43F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9B2CC-6895-4D18-BD75-77B8217A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DE7DC-7D97-45D3-AB49-E37151EB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079B5-9B98-4732-BEE8-B875F2E7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35A45-51EA-4189-A6D8-91621220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88328-22F1-4EF7-9B86-F565B82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8D3DD-7D01-4DE4-BE49-269CFD9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investigate how ranking affects what becomes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visible as knowledge.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Visibility is not the same as reliability.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549AF-2F31-4809-941B-15AABF12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859B3-07BC-4BD3-8755-28F24BE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2F888-431D-448A-96CA-E71406E7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B54EB-5A03-4AAF-A702-EE3D06D5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fake search results page with eight results of mixed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reliability.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1403B-6D4D-49BF-AE2C-71914AF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26553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A0FD4-19D5-4D62-BFC0-688E5624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5E0C8-F880-4F23-B1AA-2D4B9F9D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B0FEB-B0C4-4AB1-8D7F-E7FD1549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B33C2-5BB7-4116-A803-F3776A14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F913D-7E49-48BD-AEF6-CAEFFCF6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245C-32AC-4C67-BBC0-90A94EBD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8908-5EA3-42C0-808E-357AD3F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BFEA9-96FB-43D3-9EA6-571C88BB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47aee79144fed">
            <a:extLst>
              <a:ext uri="{96DAC541-7B7A-43D3-8B79-37D633B846F1}">
                <asvg:svgBlip xmlns:asvg="http://schemas.microsoft.com/office/drawing/2016/SVG/main" r:embed="Rb48cabed1f7840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CEF70-0DD8-44B4-815A-59612DBA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3F067-921F-455A-B02A-22E98ACC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C7529-C794-4462-ABFD-6974BC84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D48B0-05A5-4F3D-ABAE-C94014F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Result 1: Ad · PureGreen Cleanse Co.: "7-Day Celery Juice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Liver Detox — feel lighter fast."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Result 2: WellnessNow Blog: "I drank celery juice every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morning. Here's what changed."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D2BA7-0278-49DD-9608-14934BBF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3D3FA-73CA-4048-BA0A-B2149468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9F3CD-CE2C-452B-8FBF-2ECC34BF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6E534-3017-498D-A196-BE57641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result would you click first, and why?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result is most reliable for the query?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result might a popularity-based ranking put first?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0359560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141AF-B16F-41AD-8AE1-346C222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F349F-6610-48ED-B84D-7A464481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0F0D8-707D-4725-BE48-C801ECA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74814-8086-45A9-A198-A025E3E1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9238C-E7D4-4798-964A-34EB86F8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4B469-59AE-4579-BCB1-84051808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AF741-0630-4412-BFB9-FC1262E6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40DA7-B872-40A2-BB06-EF34A50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29D3-0BE7-4E40-B6F6-E4DABCB8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F1789-17F7-4E6F-B5B6-62974167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292FA-146D-4AFC-91EE-A3778F60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CF219-0B59-469F-B31F-75F3CCC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Present a question such as "Is homework effective?"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rank which results they would click first.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Reveal hidden information: sponsored result, old source, expert review, blog post,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advocacy group and research article.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redesign the search page to make reliability easier to judge.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A35A4-AC02-4EFB-80BC-7DB7A0D2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Query: Does drinking celery juice detox your liver? Rank all six results from most reliable to least reliable, then explain which signal shaped you...</a:t>
            </a:r>
          </a:p>
        </p:txBody>
      </p:sp>
    </p:spTree>
    <p:extLst>
      <p:ext uri="{BB962C8B-B14F-4D97-AF65-F5344CB8AC3E}">
        <p14:creationId xmlns:p14="http://schemas.microsoft.com/office/powerpoint/2010/main" val="2128516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6EBA96-A4F6-4F4A-8C15-4250B0FA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F0F44-C706-4FE3-9093-A377C6A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30067-C1DD-4786-B038-7F48171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39B7E-684F-4C82-9D96-CF375226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23DF4-DFD0-4A17-9884-040416A2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1819E-92FD-4E7D-BCD8-BA78B42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A31DD-D1B9-4AE8-A69C-35A69E96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663CD-D191-4F7A-B9C8-1B916BC5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A5F2C-1C00-4B12-8556-77D01C8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57123-1676-4027-9B76-278D574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05E43-1292-4811-8173-A3CF7702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B2786-FDC6-43DD-A554-0B24F854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49192-10A5-46DF-B70E-CC65CA60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CF82B-BAF2-4B52-AA42-B98EA65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FD597-522C-4FDE-9718-1C0E3660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65919-1702-47E9-841B-6B8E1A75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79F83-D2CC-4589-85E4-ED37B5B5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9B8EA-A078-4E6F-872C-7639DAA5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60270-395F-4F76-BE72-C69C9CE9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5AA9E-13B8-4A0A-8103-06173EE8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BE93D-61E3-4482-B215-AFBDF8A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E3D90-EE04-4473-8440-576610F6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CC5D9-76C4-49E0-9EE5-604DDBF1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08662-CF65-470F-B11C-FAD3804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1B904-0BCA-466B-A7CA-4D4BF8B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9E1F0-D7FF-4184-845A-7ACAE90C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0430A-1391-49B5-B562-DBB8ABE7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B821F-99CB-4D8D-95CC-9EFA792B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2785550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BAE705-CAB2-47E8-8305-428D6787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CFC25-62CF-4B4D-BFBA-C7C2AF04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E9D70-E6E1-4059-BFEB-CFE99D34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71453-BB10-4AEF-9830-F1AB087A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4E459-3DC5-4B19-BCDD-9B871A8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3A77C-C69B-4F53-BB8C-61D996B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EF48A-C7BD-4A30-B080-6A05764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0BBDC-F525-4D42-8A2D-0060B71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D51E1-A60C-4C2A-A466-3BBACAE1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2666F-647C-4674-A4AC-4DD13C5E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79658-DB92-4A54-AD13-F7DC6F4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C7958-149B-4F31-865D-665D107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visibility affect what people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accept as true?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the first answer usually the best answer?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search engines balance relevance, profit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public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A6905-814C-43F5-B8D8-E9D745A9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7172E-22B8-41A5-A7DA-C8844C0D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103F1-5A29-43AB-ADB7-9239BA3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D22FD-53C6-4966-A829-2DBA085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visibility affect what people accept as true?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the first answer usually the best answer?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search engines balance relevance, profit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public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F32FB-9EDF-42D0-94B3-9AE04A08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679358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7D829-31EF-4290-9A76-7CCDDE1A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08251-8140-4076-8E3E-F6AF7CB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F1849-42A5-4E03-AD47-40228B9E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9AAB7-38AA-4B32-8257-9B4590C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EC214-4278-463A-92CB-3EFEDD5F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A4029-AEE2-4E43-8BF1-4FD64DB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52252-5AF9-4F1F-B828-AFC70FC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F9770-38D8-4EED-A725-D41FD86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CC279-7E5F-460D-BFB1-505E6EC3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0DA49-7BC1-4CA3-9B4F-C11A7D7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B03A3-42CB-4EA8-BA5B-9D7135CD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8A1B-2D65-48AB-B2EA-A170E664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Search Engine Ranking Game: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646B6-5078-425C-A5B4-FADEC35A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F5FFA-C550-44AF-9543-ACECF666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A0A3B-6442-488C-98B4-33E0E27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F0FF9-3CF1-4D03-8003-5DB29D66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15d7f09bc4a51">
            <a:extLst>
              <a:ext uri="{96DAC541-7B7A-43D3-8B79-37D633B846F1}">
                <asvg:svgBlip xmlns:asvg="http://schemas.microsoft.com/office/drawing/2016/SVG/main" r:embed="R8b646736898b40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956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BE44D9-6A3C-48FD-A9DD-FBFC3D95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AD3FC-B680-4370-B3FE-51C087EF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CF17D-B5A0-4B9A-93A6-A4529B84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71183-92A6-4D0C-86AE-DA0C7FBE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C8301-E2F0-416C-B3A0-C2CE396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EC527-E79A-4995-B0EE-D27FA45E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C9EE7-1A3F-4AF6-B6AB-A3190B23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1B4B5-CE39-4D18-95FD-05A1A44A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DAF1B-CC61-43F8-BAB4-232F39B2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1606E-8751-4B5A-B2A7-55FB3989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E2787-BA16-438A-8301-D19EEFE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15359-4A8D-430B-B2AF-A5E8FA13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annotated search results page.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A7B57-81DD-428B-A6E0-34FF2B09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0DB8B-C81E-40A8-9120-B374FAA5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11D54-86C2-4876-AD9A-EE37A1FC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8EE10-9123-4D22-8AFA-048D4129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D1758-B1DD-43F4-9F81-49CD33D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9AD2F-1624-4F79-9FCE-ED267F83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9A1A8-2BE0-4369-8F55-406A3A71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89CC6-617C-4F25-952F-26AEDBCF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Hallucination Courtroom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Deepfake Detection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5B66E-7FCB-4E5B-8DC6-221CA243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706414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2026-06-20T10:31:34.4930000Z</dcterms:created>
  <dcterms:modified xsi:type="dcterms:W3CDTF">2026-06-20T10:31:34.4930000Z</dcterms:modified>
</coreProperties>
</file>