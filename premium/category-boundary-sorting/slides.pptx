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127a43fb2b4700" /><Relationship Type="http://schemas.openxmlformats.org/officeDocument/2006/relationships/extended-properties" Target="/docProps/app.xml" Id="Ra5cf70ca6f6a4fea" /><Relationship Type="http://schemas.openxmlformats.org/officeDocument/2006/relationships/officeDocument" Target="/ppt/presentation.xml" Id="R2492188a20a643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23a244bbec4328"/>
  </p:sldMasterIdLst>
  <p:notesMasterIdLst>
    <p:notesMasterId xmlns:r="http://schemas.openxmlformats.org/officeDocument/2006/relationships" r:id="R09d437c829384674"/>
  </p:notesMasterIdLst>
  <p:sldIdLst>
    <p:sldId xmlns:r="http://schemas.openxmlformats.org/officeDocument/2006/relationships" id="256" r:id="R1d1406844c2c4d42"/>
    <p:sldId xmlns:r="http://schemas.openxmlformats.org/officeDocument/2006/relationships" id="257" r:id="R0f0505d3c8cd4474"/>
    <p:sldId xmlns:r="http://schemas.openxmlformats.org/officeDocument/2006/relationships" id="258" r:id="R643468d600df4d6a"/>
    <p:sldId xmlns:r="http://schemas.openxmlformats.org/officeDocument/2006/relationships" id="259" r:id="R6f5199e9a5234b68"/>
    <p:sldId xmlns:r="http://schemas.openxmlformats.org/officeDocument/2006/relationships" id="260" r:id="R666fc81ad5584453"/>
    <p:sldId xmlns:r="http://schemas.openxmlformats.org/officeDocument/2006/relationships" id="261" r:id="R2b035f80009344ea"/>
    <p:sldId xmlns:r="http://schemas.openxmlformats.org/officeDocument/2006/relationships" id="262" r:id="Rff8d5c4e1c05457d"/>
    <p:sldId xmlns:r="http://schemas.openxmlformats.org/officeDocument/2006/relationships" id="263" r:id="Rc9d68bb68d1445d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49618571c64e8c" /><Relationship Type="http://schemas.openxmlformats.org/officeDocument/2006/relationships/slideMaster" Target="/ppt/slideMasters/slideMaster1.xml" Id="R0b23a244bbec4328" /><Relationship Type="http://schemas.openxmlformats.org/officeDocument/2006/relationships/notesMaster" Target="/ppt/notesMasters/notesMaster1.xml" Id="R09d437c829384674" /><Relationship Type="http://schemas.openxmlformats.org/officeDocument/2006/relationships/presProps" Target="/ppt/presProps.xml" Id="Ree9d03871bad4e39" /><Relationship Type="http://schemas.openxmlformats.org/officeDocument/2006/relationships/tableStyles" Target="/ppt/tableStyles.xml" Id="Rb1f04eade9364904" /><Relationship Type="http://schemas.openxmlformats.org/officeDocument/2006/relationships/slide" Target="/ppt/slides/slide1.xml" Id="R1d1406844c2c4d42" /><Relationship Type="http://schemas.openxmlformats.org/officeDocument/2006/relationships/slide" Target="/ppt/slides/slide2.xml" Id="R0f0505d3c8cd4474" /><Relationship Type="http://schemas.openxmlformats.org/officeDocument/2006/relationships/slide" Target="/ppt/slides/slide3.xml" Id="R643468d600df4d6a" /><Relationship Type="http://schemas.openxmlformats.org/officeDocument/2006/relationships/slide" Target="/ppt/slides/slide4.xml" Id="R6f5199e9a5234b68" /><Relationship Type="http://schemas.openxmlformats.org/officeDocument/2006/relationships/slide" Target="/ppt/slides/slide5.xml" Id="R666fc81ad5584453" /><Relationship Type="http://schemas.openxmlformats.org/officeDocument/2006/relationships/slide" Target="/ppt/slides/slide6.xml" Id="R2b035f80009344ea" /><Relationship Type="http://schemas.openxmlformats.org/officeDocument/2006/relationships/slide" Target="/ppt/slides/slide7.xml" Id="Rff8d5c4e1c05457d" /><Relationship Type="http://schemas.openxmlformats.org/officeDocument/2006/relationships/slide" Target="/ppt/slides/slide8.xml" Id="Rc9d68bb68d1445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caa6a1d8a646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94c75b9f674964" /><Relationship Type="http://schemas.openxmlformats.org/officeDocument/2006/relationships/notesMaster" Target="/ppt/notesMasters/notesMaster1.xml" Id="R3cc484160a4748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b44a04fc4f4438" /><Relationship Type="http://schemas.openxmlformats.org/officeDocument/2006/relationships/notesMaster" Target="/ppt/notesMasters/notesMaster1.xml" Id="Rcd0f266ccfed41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ae823cc38e4faf" /><Relationship Type="http://schemas.openxmlformats.org/officeDocument/2006/relationships/notesMaster" Target="/ppt/notesMasters/notesMaster1.xml" Id="Rcb65e20162414f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0751a325f64ee8" /><Relationship Type="http://schemas.openxmlformats.org/officeDocument/2006/relationships/notesMaster" Target="/ppt/notesMasters/notesMaster1.xml" Id="R4e5aad7cda0a44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260165399f44d0" /><Relationship Type="http://schemas.openxmlformats.org/officeDocument/2006/relationships/notesMaster" Target="/ppt/notesMasters/notesMaster1.xml" Id="R4d23849191874a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44e005833542ce" /><Relationship Type="http://schemas.openxmlformats.org/officeDocument/2006/relationships/notesMaster" Target="/ppt/notesMasters/notesMaster1.xml" Id="Rcccabf72d17f4a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338088099f48f5" /><Relationship Type="http://schemas.openxmlformats.org/officeDocument/2006/relationships/notesMaster" Target="/ppt/notesMasters/notesMaster1.xml" Id="R6abbcd554ea949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a9ed305fda4fea" /><Relationship Type="http://schemas.openxmlformats.org/officeDocument/2006/relationships/notesMaster" Target="/ppt/notesMasters/notesMaster1.xml" Id="Rb875ca08494841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cdf317892946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7a1b296a054302" /><Relationship Type="http://schemas.openxmlformats.org/officeDocument/2006/relationships/slideLayout" Target="/ppt/slideLayouts/slideLayout1.xml" Id="R20e1f506669343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e1f506669343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a7c6bea50456d" /><Relationship Type="http://schemas.openxmlformats.org/officeDocument/2006/relationships/image" Target="/ppt/media/image.png" Id="R2f66b5b5884c4db8" /><Relationship Type="http://schemas.openxmlformats.org/officeDocument/2006/relationships/image" Target="/ppt/media/image.svg" Id="R8092683a8db44608" /><Relationship Type="http://schemas.openxmlformats.org/officeDocument/2006/relationships/notesSlide" Target="/ppt/notesSlides/notesSlide1.xml" Id="R1543c89bc1c74e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12bc31b6d4515" /><Relationship Type="http://schemas.openxmlformats.org/officeDocument/2006/relationships/notesSlide" Target="/ppt/notesSlides/notesSlide2.xml" Id="R5da4c558593641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963311b774b33" /><Relationship Type="http://schemas.openxmlformats.org/officeDocument/2006/relationships/image" Target="/ppt/media/image2.png" Id="Re2d092613f1247e3" /><Relationship Type="http://schemas.openxmlformats.org/officeDocument/2006/relationships/image" Target="/ppt/media/image2.svg" Id="Rf9f5558d98c8432c" /><Relationship Type="http://schemas.openxmlformats.org/officeDocument/2006/relationships/notesSlide" Target="/ppt/notesSlides/notesSlide3.xml" Id="Rab28e3d0b4c04d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6419ef0ba4f52" /><Relationship Type="http://schemas.openxmlformats.org/officeDocument/2006/relationships/notesSlide" Target="/ppt/notesSlides/notesSlide4.xml" Id="R8bdbb3e02a734e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2ca7d37c34bb1" /><Relationship Type="http://schemas.openxmlformats.org/officeDocument/2006/relationships/notesSlide" Target="/ppt/notesSlides/notesSlide5.xml" Id="Rea9910b6ab1044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4e63a4bf34d14" /><Relationship Type="http://schemas.openxmlformats.org/officeDocument/2006/relationships/notesSlide" Target="/ppt/notesSlides/notesSlide6.xml" Id="R8ccb660f5d884b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8cf74b4f44ee3" /><Relationship Type="http://schemas.openxmlformats.org/officeDocument/2006/relationships/image" Target="/ppt/media/image3.png" Id="R9899f48304224fef" /><Relationship Type="http://schemas.openxmlformats.org/officeDocument/2006/relationships/image" Target="/ppt/media/image3.svg" Id="R233529a7f94e421c" /><Relationship Type="http://schemas.openxmlformats.org/officeDocument/2006/relationships/notesSlide" Target="/ppt/notesSlides/notesSlide7.xml" Id="R8c89f612c57641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7ed0c2bb1438f" /><Relationship Type="http://schemas.openxmlformats.org/officeDocument/2006/relationships/notesSlide" Target="/ppt/notesSlides/notesSlide8.xml" Id="R5c36219f99144f2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961BDC-A591-48E7-A245-5E46BC0C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0C604-7A12-490B-B696-C54DF395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AD2C6-FF59-4C90-9B9F-83CDB4DF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5D90C-60C8-4CE6-83A3-5CC33412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9CBBF-E53E-4CA2-98F7-8563AC72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A5041-20B1-43C0-B990-9831510F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89C13-2EA9-47E9-BE89-245E2185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Category Boundary Sorting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31B2D-C574-4A9F-9513-126557E9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6b5b5884c4db8">
            <a:extLst>
              <a:ext uri="{96DAC541-7B7A-43D3-8B79-37D633B846F1}">
                <asvg:svgBlip xmlns:asvg="http://schemas.microsoft.com/office/drawing/2016/SVG/main" r:embed="R8092683a8db446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83147C-E845-4197-AE30-E2AD84B0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25760-56DA-4F72-A543-C6D50334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D2D6CB-4AB0-4084-BF45-822B2E9C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E4E50-27D5-431C-9C0F-CA5BEA67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Categories are made for purposes.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8DE0B6-5E54-48A9-97CF-D173609B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819D45-9FFF-4553-94F8-0DA98DAB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03264A-99EA-4109-AA1D-A6A18887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2BD0BC-0EFC-4FF3-8351-D08B55D3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25-35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21259747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77B7DE-E102-4AC9-BAA1-10FF9FAD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EB6CF-5088-421F-8E03-7B7CA6A4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460F8-B1C5-4433-9EE1-FE7DDB54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63242-6C62-48C1-A985-BF2353E1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03ECA-17A6-4A5E-A709-A3CE8649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78E4C-B542-42C0-A1D6-03E7B61C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3D79E-E6A8-44C9-A988-EBBDE1F4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0F6BA-30C2-4956-897C-E35D8365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F8689-DF21-4820-A33D-7385C944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7196A-DF70-4D5C-84FB-762A0EAF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A1040-4495-45CA-AE0B-B2617DC4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4A76D-2CF9-4279-9A1B-B63C7E27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investigate how categories depend on criteria and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purposes.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Categories are made for purposes.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08049-BC54-4FBE-B80D-FE212340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31931-7361-4EA8-A834-42CE9B00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01DC76-FB93-4AAB-BC62-0BAC46DA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7F3F03-AD12-4069-A565-F86B6CC9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Prompt cards: Is a hot dog a sandwich? Is chess a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sport? Is photography art? Is a tomato a fruit? Is...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A3C11A-406F-42D1-9C3C-8F216A37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2560176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543320-FD9D-4AFA-8F70-693B1E9C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48485-FA42-4D90-9EC5-99C70D52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E2A65-F0B2-4B49-91F5-DE418593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8F7CD-8FAA-4F89-9FE4-9259E744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A148E-5771-40C6-B372-ABC2653C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BD723-B80D-498D-BA14-89FE50C3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4E577-E54A-4104-8992-432C8943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BBECC-3BB7-48AF-8742-D0804506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092613f1247e3">
            <a:extLst>
              <a:ext uri="{96DAC541-7B7A-43D3-8B79-37D633B846F1}">
                <asvg:svgBlip xmlns:asvg="http://schemas.microsoft.com/office/drawing/2016/SVG/main" r:embed="Rf9f5558d98c843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880B4-80E3-4C8B-9013-764F00B1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444CC-7B15-4E56-914A-73175B2A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F86E25-BEE7-4DA4-BF0E-2BA5D367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5F4FD-BF49-40D3-B82A-EF8E6838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Category Boundary Sorting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Cards such as game, sport, art, science,...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Category Boundary Sorting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Borderline cases that force students to define...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BBCC1-0EC3-41B4-8277-BD21AE8F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78B62-C070-4E0B-A042-2798DF4A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147A34-AA9B-4F77-9DCC-E2AF2DC0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2BF73B-1A4A-4ED5-B2EE-022FA0F6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Category Boundary Sorting Stimulus A,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what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Category Boundary Sorting Stimulus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200103616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69EF3D-BB98-40A0-8F0F-E5BF7870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47D32-DF76-4EE6-B0DF-B95E685C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6FC4E-2C8E-4356-A52E-493A7798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C7577-87B3-4622-8610-D5E30293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BB72E-348D-47C7-BE99-039C1856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1DABB-D0C0-4616-B037-69BCC160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D75BF-4A45-4866-BC8B-540F18F0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5671E-8465-49D0-AAC5-2A417BDA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993F82-E1BD-48F0-9690-0CA4E9FA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F20B-D39A-414B-8DE0-9FCEEC0D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B50C9-749F-4935-A077-F63EE197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B2023-A1C9-4BD2-AB13-D277738A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Groups sort prompts into yes, no and depends.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For each "depends", they must state the criterion.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Groups trade criteria and test them on borderline cases.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Discuss why different communities define the same term differently.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DED48D-468E-4F79-B827-056E7372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Knowledg...</a:t>
            </a:r>
          </a:p>
        </p:txBody>
      </p:sp>
    </p:spTree>
    <p:extLst>
      <p:ext uri="{BB962C8B-B14F-4D97-AF65-F5344CB8AC3E}">
        <p14:creationId xmlns:p14="http://schemas.microsoft.com/office/powerpoint/2010/main" val="6936207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0F584B-0EC5-4F94-A2A0-C7CB4DC0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EFAD6-35CE-4321-A1FC-19210DEE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48865-1F57-4A96-8544-9FF1A1F9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44783-6602-491E-9002-F360B73C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12F1D-826C-4B18-82A6-E9055F27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4C5E5-7EE5-44BF-8CFB-B86A9FC6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2E331-4643-4A5A-B9CD-C0D5DFA7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742BC-BE1B-4C1C-9D8D-27C9B569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EC3D5-5187-48F7-A41F-2F95DD3D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7FEA4-D468-4DEB-A6E6-4FFAFFB9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70440-E6F8-4FF1-93BA-54A33736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DDE81-5451-494F-BF9C-BB948C6B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888C7C-6B3F-43A6-B9CB-FDFFCAA6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44693-A355-4F1B-9129-1E16AFCC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02627B-3AE6-4B19-A652-7F11E57B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05301A-FAA1-4E7A-A695-0AB45CC4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1C81E-69B9-4E8B-8516-098259C3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4DF7FB-94B0-4747-8FB4-6817A8F3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B5B0D-6B65-4EF0-95CA-9DF066BB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8C3133-8657-48BF-B949-78A9221F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EA2A91-7B6E-42D8-96F0-3F27F027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83B0A1-F99A-4AAA-B126-DD19E685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F39E86-C027-4C32-A02A-6A666951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C4A222-56D8-4C59-A853-125C97FD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B090DF-610F-4895-A417-E46EBE85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AE4A80-6715-452C-8D6A-68B2D690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21E1B5-D881-42A7-B84A-D4C2804E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5A6695-2665-4628-B964-A1F025BE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338710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196B81-240F-46FD-B78A-DB716069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92639-DCD2-480B-AA9C-FF734A2C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CF5AB-3DF7-47D6-96B2-CD2409EE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A6274-4805-4E35-9664-912A43DC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BEE00-FD71-4DCE-BD0E-698501A7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33B10-5F5B-43E1-A235-5BBD851F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425F0B-6296-43D3-9EB1-5F8AEB44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92041-3A96-4C46-9F3F-7FFBBA31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6EBB7-2AFF-46FE-B303-933659B6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5B380-C6B1-41A6-9F4F-4A56C772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E8595-682F-4FA7-8C58-0CE54B74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A58D2B-B95C-4F4A-A529-60AC07FA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Do categories describe reality or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organise it?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Who has authority to define terms?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does disagreement about words become disagreement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about reality?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E9E18-E6B3-4140-B44C-8D23B1C9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367A8-CC5F-45D4-A32C-E429F093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6B123-74F3-489E-AE82-BA90C0EF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64F6E6-3C98-4324-AB2F-D70E8592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 categories describe reality or organise it?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Who has authority to define terms?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does disagreement about words become disagreement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about reality?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E4A02-5843-4A56-A846-904B989A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9613772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90E5E6-D477-435B-BAE4-9F1D17E8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88904-6045-4044-9275-3FFE3728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E8A25-14BB-47B2-8DEC-6D2247A7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A3501-69C9-4015-90CE-9AF455D4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B845E-F090-42ED-A30D-91EFE568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05ACB-B110-48CD-B62C-0A471BAC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47370-717A-421D-AC89-7E58279A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A91782-4223-4400-B17E-443FA6BA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758A7-5B09-46C5-8C04-0E0D2B0A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9A350-9F28-4359-9681-2A06BF7C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BA481E-17B1-4433-8731-89B3A5F4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93BE14-A2E8-4047-B60D-F74E829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Category Boundary Sorting: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"My first judgement felt obvious, but my evidence was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thinner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D0B3FA-E65A-45F0-8A46-C4611114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58D3A4-E0A8-434C-B672-4E096653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2AE77-A34F-46CC-AB2D-CBF82A9D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94DE47-44FE-4A71-9364-810DA456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9f48304224fef">
            <a:extLst>
              <a:ext uri="{96DAC541-7B7A-43D3-8B79-37D633B846F1}">
                <asvg:svgBlip xmlns:asvg="http://schemas.microsoft.com/office/drawing/2016/SVG/main" r:embed="R233529a7f94e421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8320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59BDBB-6D0A-4DE4-AD35-4C3092E6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5D9FF-BE58-47A6-8C22-0DD775FB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8BB51-1A92-4AFF-9004-DE29921B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7A00A-940B-4AB1-9648-DC7C14CA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4FF05-1720-4870-B680-EBBCD7D1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50B68-84C6-425D-8DF4-6E7811A6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DE481-B79C-4866-B9F5-42BB2275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03855D-1BA5-4F6C-942E-C5A863D5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9F0362-D952-4013-8D34-B8FE1ED5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82D5F-BE14-480B-B64C-B3BCD53A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2E75D6-0DFE-4A95-8AAA-84807F66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DC692-E95C-41B6-84E4-AE2F1FDE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category card with several competing criteria.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066F4-A546-4D55-898F-1BB49393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4FBD2-535E-4940-9811-687CFD91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D135F9-FF1F-4D6D-8C07-00EE4D1E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592AE-BC27-4D52-AF1D-76C5F698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D835E5-0819-4904-B4D6-C01A4B2B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D079D2-5081-4445-87FE-F05E077A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4AF73B-41E6-4FC4-91DD-388E42E8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0D18B4-F2A4-4E45-BF2D-E81616C9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Loaded Headline Laboratory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Metaphor Changes Policy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Translation Loss Game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8A69D4-3F2B-4343-9BF7-D91CB3CB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6011738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2026-06-20T10:31:35.3560000Z</dcterms:created>
  <dcterms:modified xsi:type="dcterms:W3CDTF">2026-06-20T10:31:35.3560000Z</dcterms:modified>
</coreProperties>
</file>