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359d1037c14701" /><Relationship Type="http://schemas.openxmlformats.org/officeDocument/2006/relationships/extended-properties" Target="/docProps/app.xml" Id="R9f73e72d318c4083" /><Relationship Type="http://schemas.openxmlformats.org/officeDocument/2006/relationships/officeDocument" Target="/ppt/presentation.xml" Id="R59d833d444cf42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d66c395b6a4a2f"/>
  </p:sldMasterIdLst>
  <p:notesMasterIdLst>
    <p:notesMasterId xmlns:r="http://schemas.openxmlformats.org/officeDocument/2006/relationships" r:id="Reeafe9418f984f27"/>
  </p:notesMasterIdLst>
  <p:sldIdLst>
    <p:sldId xmlns:r="http://schemas.openxmlformats.org/officeDocument/2006/relationships" id="256" r:id="R0c13bf2e4d2246ef"/>
    <p:sldId xmlns:r="http://schemas.openxmlformats.org/officeDocument/2006/relationships" id="257" r:id="R7f003f0904a341e9"/>
    <p:sldId xmlns:r="http://schemas.openxmlformats.org/officeDocument/2006/relationships" id="258" r:id="R6ad831e1764c4b08"/>
    <p:sldId xmlns:r="http://schemas.openxmlformats.org/officeDocument/2006/relationships" id="259" r:id="R0fef754244494b94"/>
    <p:sldId xmlns:r="http://schemas.openxmlformats.org/officeDocument/2006/relationships" id="260" r:id="Rcea1c2f5a2bf4c1d"/>
    <p:sldId xmlns:r="http://schemas.openxmlformats.org/officeDocument/2006/relationships" id="261" r:id="Rcd3a3a75cced43b5"/>
    <p:sldId xmlns:r="http://schemas.openxmlformats.org/officeDocument/2006/relationships" id="262" r:id="Rd846d830ed424982"/>
    <p:sldId xmlns:r="http://schemas.openxmlformats.org/officeDocument/2006/relationships" id="263" r:id="R5270be3a83ef4b5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68eb4bc0dc463b" /><Relationship Type="http://schemas.openxmlformats.org/officeDocument/2006/relationships/slideMaster" Target="/ppt/slideMasters/slideMaster1.xml" Id="R59d66c395b6a4a2f" /><Relationship Type="http://schemas.openxmlformats.org/officeDocument/2006/relationships/notesMaster" Target="/ppt/notesMasters/notesMaster1.xml" Id="Reeafe9418f984f27" /><Relationship Type="http://schemas.openxmlformats.org/officeDocument/2006/relationships/presProps" Target="/ppt/presProps.xml" Id="Rfa5cb29765194f5e" /><Relationship Type="http://schemas.openxmlformats.org/officeDocument/2006/relationships/tableStyles" Target="/ppt/tableStyles.xml" Id="R84a5140ae0664220" /><Relationship Type="http://schemas.openxmlformats.org/officeDocument/2006/relationships/slide" Target="/ppt/slides/slide1.xml" Id="R0c13bf2e4d2246ef" /><Relationship Type="http://schemas.openxmlformats.org/officeDocument/2006/relationships/slide" Target="/ppt/slides/slide2.xml" Id="R7f003f0904a341e9" /><Relationship Type="http://schemas.openxmlformats.org/officeDocument/2006/relationships/slide" Target="/ppt/slides/slide3.xml" Id="R6ad831e1764c4b08" /><Relationship Type="http://schemas.openxmlformats.org/officeDocument/2006/relationships/slide" Target="/ppt/slides/slide4.xml" Id="R0fef754244494b94" /><Relationship Type="http://schemas.openxmlformats.org/officeDocument/2006/relationships/slide" Target="/ppt/slides/slide5.xml" Id="Rcea1c2f5a2bf4c1d" /><Relationship Type="http://schemas.openxmlformats.org/officeDocument/2006/relationships/slide" Target="/ppt/slides/slide6.xml" Id="Rcd3a3a75cced43b5" /><Relationship Type="http://schemas.openxmlformats.org/officeDocument/2006/relationships/slide" Target="/ppt/slides/slide7.xml" Id="Rd846d830ed424982" /><Relationship Type="http://schemas.openxmlformats.org/officeDocument/2006/relationships/slide" Target="/ppt/slides/slide8.xml" Id="R5270be3a83ef4b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62dbdd530342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01f58bee954929" /><Relationship Type="http://schemas.openxmlformats.org/officeDocument/2006/relationships/notesMaster" Target="/ppt/notesMasters/notesMaster1.xml" Id="R61f166f77c864d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aff1a7a9b847b9" /><Relationship Type="http://schemas.openxmlformats.org/officeDocument/2006/relationships/notesMaster" Target="/ppt/notesMasters/notesMaster1.xml" Id="R111df18dac2545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e04a44fea64354" /><Relationship Type="http://schemas.openxmlformats.org/officeDocument/2006/relationships/notesMaster" Target="/ppt/notesMasters/notesMaster1.xml" Id="R6d44b43023384e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96a58a19a54db8" /><Relationship Type="http://schemas.openxmlformats.org/officeDocument/2006/relationships/notesMaster" Target="/ppt/notesMasters/notesMaster1.xml" Id="R907f486d818f48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a1cd633f8e478b" /><Relationship Type="http://schemas.openxmlformats.org/officeDocument/2006/relationships/notesMaster" Target="/ppt/notesMasters/notesMaster1.xml" Id="Ra931ffc0fb1f4d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2a890ec7af4c40" /><Relationship Type="http://schemas.openxmlformats.org/officeDocument/2006/relationships/notesMaster" Target="/ppt/notesMasters/notesMaster1.xml" Id="R99eaec8b81cc4d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52b7dcee1f497e" /><Relationship Type="http://schemas.openxmlformats.org/officeDocument/2006/relationships/notesMaster" Target="/ppt/notesMasters/notesMaster1.xml" Id="Rd1b3d725c1ff4c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b748934d22490b" /><Relationship Type="http://schemas.openxmlformats.org/officeDocument/2006/relationships/notesMaster" Target="/ppt/notesMasters/notesMaster1.xml" Id="R93887b638bf84c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9e0748e7ff40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5ba07344eb4963" /><Relationship Type="http://schemas.openxmlformats.org/officeDocument/2006/relationships/slideLayout" Target="/ppt/slideLayouts/slideLayout1.xml" Id="Radb26d22771d42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b26d22771d42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bfae65aa848ee" /><Relationship Type="http://schemas.openxmlformats.org/officeDocument/2006/relationships/image" Target="/ppt/media/image.png" Id="Rb2f5e1eee3774019" /><Relationship Type="http://schemas.openxmlformats.org/officeDocument/2006/relationships/image" Target="/ppt/media/image.svg" Id="R854bae0a26374c93" /><Relationship Type="http://schemas.openxmlformats.org/officeDocument/2006/relationships/notesSlide" Target="/ppt/notesSlides/notesSlide1.xml" Id="Rbf29a576d2fc49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316e9cba943a7" /><Relationship Type="http://schemas.openxmlformats.org/officeDocument/2006/relationships/notesSlide" Target="/ppt/notesSlides/notesSlide2.xml" Id="R41623ada706a46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00ab380ae48d4" /><Relationship Type="http://schemas.openxmlformats.org/officeDocument/2006/relationships/image" Target="/ppt/media/image2.png" Id="R0471f01581ae4c63" /><Relationship Type="http://schemas.openxmlformats.org/officeDocument/2006/relationships/image" Target="/ppt/media/image2.svg" Id="R765e1d34f7bd43b5" /><Relationship Type="http://schemas.openxmlformats.org/officeDocument/2006/relationships/notesSlide" Target="/ppt/notesSlides/notesSlide3.xml" Id="R5b421dada1ba4f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a8d3b4e31488f" /><Relationship Type="http://schemas.openxmlformats.org/officeDocument/2006/relationships/notesSlide" Target="/ppt/notesSlides/notesSlide4.xml" Id="R9b7a9a58575e4e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183af16884678" /><Relationship Type="http://schemas.openxmlformats.org/officeDocument/2006/relationships/notesSlide" Target="/ppt/notesSlides/notesSlide5.xml" Id="Rd27d6d58f7b64c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e8676d21e4035" /><Relationship Type="http://schemas.openxmlformats.org/officeDocument/2006/relationships/notesSlide" Target="/ppt/notesSlides/notesSlide6.xml" Id="R956fa5b903c94e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9aadbfc654f0d" /><Relationship Type="http://schemas.openxmlformats.org/officeDocument/2006/relationships/image" Target="/ppt/media/image3.png" Id="R39fa07f60fd348f3" /><Relationship Type="http://schemas.openxmlformats.org/officeDocument/2006/relationships/image" Target="/ppt/media/image3.svg" Id="R71471b34bafd44c6" /><Relationship Type="http://schemas.openxmlformats.org/officeDocument/2006/relationships/notesSlide" Target="/ppt/notesSlides/notesSlide7.xml" Id="R6e4a89dce65b4d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7f83341194ba6" /><Relationship Type="http://schemas.openxmlformats.org/officeDocument/2006/relationships/notesSlide" Target="/ppt/notesSlides/notesSlide8.xml" Id="Rc96a8a136b9841d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98636D-11D6-4768-B04A-0EA698D1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C26CA-B973-4F65-8CE3-760F701A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5098D-FD92-451F-B903-44B36D33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05E0D-E99E-46E3-B6CC-7A66AD31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C38CC-903C-40C0-91DF-49FAE7D5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A2DA3-1CD4-4CC9-8D01-76C057DF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BEFB1-A69B-449E-B094-DEA4088F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Deepfake Detection Challenge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C3DBE-EC86-4DAE-AFFD-99A79C72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5e1eee3774019">
            <a:extLst>
              <a:ext uri="{96DAC541-7B7A-43D3-8B79-37D633B846F1}">
                <asvg:svgBlip xmlns:asvg="http://schemas.microsoft.com/office/drawing/2016/SVG/main" r:embed="R854bae0a26374c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1C2DD-8E86-4465-8BAE-E1B2F85D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7D41B-A88D-4FBC-AC0B-45F8250A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F7A7E-331F-4A6A-8622-33C6558A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BB504-F0C8-427B-BC6F-493FC646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Evidence standards change when media is synthetic.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DDA42-499E-406C-BD67-674E0EDA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6F4D01-4FE3-44FC-BE9C-EECDA34F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675C1-D347-46FB-A1B6-C1E2A81C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544D74-6258-4709-8C10-D542E061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25-35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8413659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8EF0BB-2036-4D7C-B56C-82EA47CB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6C9BD-FA5D-423F-92FC-A54A1EE1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C94B0-E38E-4686-8DE6-E1CC0EC6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7EF58-26C3-47E8-A4E5-E8EC34FB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27293-02CA-4609-BB71-2216B9DD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78276-2892-4555-8F3D-3D5AA4DD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63DB5-D62C-4EE4-B4B4-5370614F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4B52F-9B90-4791-8207-5564F1A9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FA43A-5481-4E9E-8BD1-74AB2467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6D889-585A-4707-A990-48D96CD6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64BFD-27CE-4ACC-99BF-E65DF885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771665-2518-42D4-86D5-2D2911D9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consider how synthetic media changes evidence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standards.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Evidence standards change when media is synthetic.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BFF4B-037D-481F-8761-07657201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5B2EAC-AC37-4293-A297-F4DD6CAD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384AE-6527-4DE8-A4D8-A79CB1D0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020193-9306-4D5F-B850-25D9BA2D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Teacher-made image examples, screenshots, or a curated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set of real and manipulated media.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02883-9706-4372-A496-1BF6228F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6540715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92299F-13BC-4C06-B01F-6FA80817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B1784-6D7A-4706-B684-9256CF50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6769F-C1AE-484E-87B0-9B501FC2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FE2F0-2352-4928-82E7-E111D626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4E2DF-0DDB-4817-A4B6-8ABA4EBC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41D1C-34FD-411C-AAEA-9868DA2F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1161B-1E2E-4729-8C51-BA5E5D3E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4E248-918E-4463-AD5E-17ACC3B6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1f01581ae4c63">
            <a:extLst>
              <a:ext uri="{96DAC541-7B7A-43D3-8B79-37D633B846F1}">
                <asvg:svgBlip xmlns:asvg="http://schemas.microsoft.com/office/drawing/2016/SVG/main" r:embed="R765e1d34f7bd43b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7D36C-0203-4228-9DCA-0407D3C3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5B37A3-99EA-485E-8725-46502F31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D6804-1A98-42EB-A240-65EED707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6C0AF-908D-4D13-9B34-F37B40FE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Deepfake Detection Challenge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Three image descriptions: authentic-looking,...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Deepfake Detection Challenge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A checklist for source, context, lighting,...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454F21-9739-48C0-8EC4-66C0A040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C83E1-F90B-450A-96E2-872DD3F6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7055A-7D2B-49F7-8F2F-465DB926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8958F5-8543-49A5-AF08-1B8C3F56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Deepfake Detection Challenge Stimulus A,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Deepfake Detection Challenge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9294000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9791D2-51A5-42DE-87FE-ACCB6320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480FF-9E05-48AA-9B07-E5E9CECE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FD4BE-F8CC-4083-A840-5B2BBF40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2FF90-40C5-44DE-AB4E-DF48A0EE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7E47F-572C-4BA9-BAAE-8DE76CF6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95AE6-F8C0-4466-8BB7-05633C57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19339-4118-4DB5-9FC9-8F554D2A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C27FC-A1BB-438C-B6CB-95ADD272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4C099-9E2C-420A-98E8-F959DC93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69272-4820-44B5-ADC5-9994647E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7BB3E-0540-4111-99C7-20584697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6E892-3703-4A9B-A465-68714749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Show several media examples without revealing which are manipulated.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Students create a checklist: source, metadata, shadows, hands, audio mismatch, reverse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image search, corroboration.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Reveal answers or uncertainty.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Students discuss how much trust should change in a synthetic media environment.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59568-7CB0-47FB-AB8E-7DE5591E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4340224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CE77AB-B503-4856-9956-46A82C8A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9A6F4-289E-429D-BCA0-005ABDC8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6BFE2-0A86-400A-87FF-5292C267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63F3B-D7FB-4635-8818-A9700DDE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18681-8136-4A2C-9331-5FCF54F9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81CA8-AD09-4CF4-BC82-294DC4E8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36EBB-F7B4-4A59-9468-87617C5B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F08E0-5D00-4186-AFB1-27B8147E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D3C25-B992-4E01-B4B6-9BAD9758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D2762-1228-4A49-BA9B-455575C5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AD982-B658-47CB-8672-372D818F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6C12C-A2BD-401D-BD14-52D04FA4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03F42-4713-48BA-B60A-F1D8765C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29FE0-86A7-40CF-B7E2-8C68E804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13A22-4DF5-429F-8C05-3337119E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0FC255-D66E-42BF-8C41-92EF86C1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64CB91-B8A1-4721-A56B-2D354646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014688-805B-4EB1-B5BE-8402D15E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D019E0-E8E0-4BFC-9828-B843C991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FC0417-E566-4368-846C-247CD24C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8A0BC7-7A07-4047-BE86-54AAC3A1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5CE444-317B-427F-B3C2-E4FCD39E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34874F-E8B9-4870-9A04-CFA42582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C1DA55-14D1-4E31-8677-D061406D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46A932-E480-4765-9CD5-F3FFA3DC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715460-78EE-412F-A386-0ABC1752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DE21A3-B74B-43D5-BE9A-E69CCD01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BD09F5-4E1C-4843-8A33-F0DE07B8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4868731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19CC59-31AB-4B71-B679-3447FFCF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1182B-10B5-4B5C-AEE1-1CD5D50B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7A921-1210-4000-98CC-E19C1151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D16F8-DC7F-4592-92E3-8304C897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3AE6E-3FBF-426F-BECB-D1B19BE5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A47ED-BCC2-4D52-9CD4-A0C655CE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88431-478C-4D43-B1AF-6B6F1FBE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D69B8-AED7-4F35-B1E2-175CC875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79F4C-5AE4-424C-B57C-E0743AD2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F9448-78F6-4223-B640-AEF4CC64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382CD-973E-45F0-A595-6CC9A175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5FB560-8548-4C70-93CC-5598F54B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What happens to knowledge when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evidence can be easily fabricated?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 new technologies require new standards of proof?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"seeing is believing" still defensible?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0DB978-0AC3-4983-912D-2DD7F272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97EC5-DE08-4E34-8CEB-00133DAE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5567D-B418-4181-BC68-4C302D0C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913910-CEFB-4B0F-977B-1436BF96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happens to knowledge when evidence can be easily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fabricated?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 new technologies require new standards of proof?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"seeing is believing" still defensible?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66EE47-584B-4BB4-ADD8-BB4DFFE8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2848970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688804-8976-4BE3-87D6-EE57796E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C8478-0295-481C-91CD-8B59DC2B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0271A-EA53-441C-8CDC-5255469A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3E132-123C-4927-8703-268AA715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57B8E-BFA1-425C-8392-BC9982D3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99660-07DA-43D2-B8D2-FB4DD09D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A66A3-DDB3-4355-A769-9FEB2958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02E79-5881-4EA2-BC0A-28E6593B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77E19-D2C3-46BF-AD20-0DD2E628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357DB-FD32-4714-8210-C27CB16C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3E8AD-4193-4B70-B8C7-0EA76E53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C3ACBA-D61F-4A35-A8E0-02495BA0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Deepfake Detection Challenge: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"My first judgement felt obvious, but my evidence was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thinner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1B658-68E6-48CB-AD53-F333F0A3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F7985F-B8FF-462C-BDF9-120E0F7B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87DFE-DAF6-4249-9CC1-24FA7B10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030E36-23D8-45F8-A092-FEEA76E4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a07f60fd348f3">
            <a:extLst>
              <a:ext uri="{96DAC541-7B7A-43D3-8B79-37D633B846F1}">
                <asvg:svgBlip xmlns:asvg="http://schemas.microsoft.com/office/drawing/2016/SVG/main" r:embed="R71471b34bafd44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756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CA8ECD-C545-4CEC-B849-20C53E13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68C73-09B4-4B11-94A5-A0286873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18A76-01A4-477D-9AC5-CB3592D0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AFC2F-AB30-4277-BBB5-D4C358B2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0B51F-E754-41E6-B335-C865EDD0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A9A79-003E-46F0-A2EF-E304E1F2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D6DC2-1B95-461A-8D09-55C532DE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81312-209E-48E1-8EA1-03234EED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8FDAF-D715-4798-AA12-AEA74FD2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1A899-F1D3-425F-8183-146B9BEE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C8E21-AAB6-475F-915C-0506029E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862A0-9CFB-4767-BE53-81DAA321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deepfake detection checklist.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7CA3F-9AF2-4431-A4CE-BE2981F2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4C3529-0FBF-417C-902C-D597F404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6C3AF-2128-4FD9-A188-E997BC2F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5F406-6CB8-4CE5-BE57-D38D4EC2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7F9C9-B3CD-40E6-B238-320546A4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9BF808-7F0E-4B3C-AC56-08C3D6E5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DB5328-8607-433E-AA98-A7410F0E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EF1BA-5D82-4DD5-844D-78CAE0E3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Algorithmic Feed Simulation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Search Engine Ranking Game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AI Hallucination Courtroom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40589F-5BAF-41BB-82AD-26216FBE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870243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2026-06-20T10:31:34.7010000Z</dcterms:created>
  <dcterms:modified xsi:type="dcterms:W3CDTF">2026-06-20T10:31:34.7010000Z</dcterms:modified>
</coreProperties>
</file>