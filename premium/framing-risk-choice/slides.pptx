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dfffe3119c64596" /><Relationship Type="http://schemas.openxmlformats.org/officeDocument/2006/relationships/extended-properties" Target="/docProps/app.xml" Id="R1b9cbcfb159b47e3" /><Relationship Type="http://schemas.openxmlformats.org/officeDocument/2006/relationships/officeDocument" Target="/ppt/presentation.xml" Id="Rd1342baef0db413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7a6e279a86a4e6c"/>
  </p:sldMasterIdLst>
  <p:notesMasterIdLst>
    <p:notesMasterId xmlns:r="http://schemas.openxmlformats.org/officeDocument/2006/relationships" r:id="Rd92c4fb8901e4595"/>
  </p:notesMasterIdLst>
  <p:sldIdLst>
    <p:sldId xmlns:r="http://schemas.openxmlformats.org/officeDocument/2006/relationships" id="256" r:id="R7bab45e6cfbf4816"/>
    <p:sldId xmlns:r="http://schemas.openxmlformats.org/officeDocument/2006/relationships" id="257" r:id="R543ce490c6e54eb5"/>
    <p:sldId xmlns:r="http://schemas.openxmlformats.org/officeDocument/2006/relationships" id="258" r:id="R58ee90ddb1a2453f"/>
    <p:sldId xmlns:r="http://schemas.openxmlformats.org/officeDocument/2006/relationships" id="259" r:id="Rf4388866b56d417e"/>
    <p:sldId xmlns:r="http://schemas.openxmlformats.org/officeDocument/2006/relationships" id="260" r:id="Rcfa1286881844f95"/>
    <p:sldId xmlns:r="http://schemas.openxmlformats.org/officeDocument/2006/relationships" id="261" r:id="Red570b6a279440c2"/>
    <p:sldId xmlns:r="http://schemas.openxmlformats.org/officeDocument/2006/relationships" id="262" r:id="Rd1be2a225566410f"/>
    <p:sldId xmlns:r="http://schemas.openxmlformats.org/officeDocument/2006/relationships" id="263" r:id="Rd295899d7592456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34c97bc47f3425a" /><Relationship Type="http://schemas.openxmlformats.org/officeDocument/2006/relationships/slideMaster" Target="/ppt/slideMasters/slideMaster1.xml" Id="R77a6e279a86a4e6c" /><Relationship Type="http://schemas.openxmlformats.org/officeDocument/2006/relationships/notesMaster" Target="/ppt/notesMasters/notesMaster1.xml" Id="Rd92c4fb8901e4595" /><Relationship Type="http://schemas.openxmlformats.org/officeDocument/2006/relationships/presProps" Target="/ppt/presProps.xml" Id="R5e58fbcec9e0409a" /><Relationship Type="http://schemas.openxmlformats.org/officeDocument/2006/relationships/tableStyles" Target="/ppt/tableStyles.xml" Id="Rcfdbe10c5609444d" /><Relationship Type="http://schemas.openxmlformats.org/officeDocument/2006/relationships/slide" Target="/ppt/slides/slide1.xml" Id="R7bab45e6cfbf4816" /><Relationship Type="http://schemas.openxmlformats.org/officeDocument/2006/relationships/slide" Target="/ppt/slides/slide2.xml" Id="R543ce490c6e54eb5" /><Relationship Type="http://schemas.openxmlformats.org/officeDocument/2006/relationships/slide" Target="/ppt/slides/slide3.xml" Id="R58ee90ddb1a2453f" /><Relationship Type="http://schemas.openxmlformats.org/officeDocument/2006/relationships/slide" Target="/ppt/slides/slide4.xml" Id="Rf4388866b56d417e" /><Relationship Type="http://schemas.openxmlformats.org/officeDocument/2006/relationships/slide" Target="/ppt/slides/slide5.xml" Id="Rcfa1286881844f95" /><Relationship Type="http://schemas.openxmlformats.org/officeDocument/2006/relationships/slide" Target="/ppt/slides/slide6.xml" Id="Red570b6a279440c2" /><Relationship Type="http://schemas.openxmlformats.org/officeDocument/2006/relationships/slide" Target="/ppt/slides/slide7.xml" Id="Rd1be2a225566410f" /><Relationship Type="http://schemas.openxmlformats.org/officeDocument/2006/relationships/slide" Target="/ppt/slides/slide8.xml" Id="Rd295899d7592456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06576aa00324ec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dfbc2cfad2b4aa9" /><Relationship Type="http://schemas.openxmlformats.org/officeDocument/2006/relationships/notesMaster" Target="/ppt/notesMasters/notesMaster1.xml" Id="R496fe926aa7c4cd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1835e6a41fd48e0" /><Relationship Type="http://schemas.openxmlformats.org/officeDocument/2006/relationships/notesMaster" Target="/ppt/notesMasters/notesMaster1.xml" Id="R4986dfe483ef44a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b3952eb7adc482b" /><Relationship Type="http://schemas.openxmlformats.org/officeDocument/2006/relationships/notesMaster" Target="/ppt/notesMasters/notesMaster1.xml" Id="R65fcc6baeb114e0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70dc9cb4a134129" /><Relationship Type="http://schemas.openxmlformats.org/officeDocument/2006/relationships/notesMaster" Target="/ppt/notesMasters/notesMaster1.xml" Id="Ra0d94452bf3d4d8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03f95c7e8c24e32" /><Relationship Type="http://schemas.openxmlformats.org/officeDocument/2006/relationships/notesMaster" Target="/ppt/notesMasters/notesMaster1.xml" Id="Rb593e00ab78141d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0214864c7b24bac" /><Relationship Type="http://schemas.openxmlformats.org/officeDocument/2006/relationships/notesMaster" Target="/ppt/notesMasters/notesMaster1.xml" Id="R4f99b65ca009490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d382c4cf13a45ac" /><Relationship Type="http://schemas.openxmlformats.org/officeDocument/2006/relationships/notesMaster" Target="/ppt/notesMasters/notesMaster1.xml" Id="R5039ae7a32374ca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5bbb30d6b3847cb" /><Relationship Type="http://schemas.openxmlformats.org/officeDocument/2006/relationships/notesMaster" Target="/ppt/notesMasters/notesMaster1.xml" Id="Rd42aeb59ba664ae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93e01f680e450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53b9ed92656459e" /><Relationship Type="http://schemas.openxmlformats.org/officeDocument/2006/relationships/slideLayout" Target="/ppt/slideLayouts/slideLayout1.xml" Id="R8091b45063864e4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091b45063864e4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8c4e4a694a4966" /><Relationship Type="http://schemas.openxmlformats.org/officeDocument/2006/relationships/image" Target="/ppt/media/image.png" Id="R0ab40ad5045d4e10" /><Relationship Type="http://schemas.openxmlformats.org/officeDocument/2006/relationships/image" Target="/ppt/media/image.svg" Id="R828860dc1dd64a5a" /><Relationship Type="http://schemas.openxmlformats.org/officeDocument/2006/relationships/notesSlide" Target="/ppt/notesSlides/notesSlide1.xml" Id="R0f1a537263ae4c5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0055d5afcf4dde" /><Relationship Type="http://schemas.openxmlformats.org/officeDocument/2006/relationships/notesSlide" Target="/ppt/notesSlides/notesSlide2.xml" Id="Rffbb5f938c4a49d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8d142b98d042fc" /><Relationship Type="http://schemas.openxmlformats.org/officeDocument/2006/relationships/image" Target="/ppt/media/image2.png" Id="Re86e644576814790" /><Relationship Type="http://schemas.openxmlformats.org/officeDocument/2006/relationships/image" Target="/ppt/media/image2.svg" Id="R90d1bbb05e0b4fbe" /><Relationship Type="http://schemas.openxmlformats.org/officeDocument/2006/relationships/notesSlide" Target="/ppt/notesSlides/notesSlide3.xml" Id="R2cc3ff1fd6454ae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e3197225d4489a" /><Relationship Type="http://schemas.openxmlformats.org/officeDocument/2006/relationships/notesSlide" Target="/ppt/notesSlides/notesSlide4.xml" Id="R2931465cf6f04cc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ff731ab9ba4a89" /><Relationship Type="http://schemas.openxmlformats.org/officeDocument/2006/relationships/notesSlide" Target="/ppt/notesSlides/notesSlide5.xml" Id="R69324aed0afd409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353823db894ec6" /><Relationship Type="http://schemas.openxmlformats.org/officeDocument/2006/relationships/notesSlide" Target="/ppt/notesSlides/notesSlide6.xml" Id="Reef078bc3c664d7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d148744e8c4ef0" /><Relationship Type="http://schemas.openxmlformats.org/officeDocument/2006/relationships/image" Target="/ppt/media/image3.png" Id="R9fdc2a342ee94f84" /><Relationship Type="http://schemas.openxmlformats.org/officeDocument/2006/relationships/image" Target="/ppt/media/image3.svg" Id="R7e02b4bf6fd84cb3" /><Relationship Type="http://schemas.openxmlformats.org/officeDocument/2006/relationships/notesSlide" Target="/ppt/notesSlides/notesSlide7.xml" Id="R0f77c2ee26334d2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ce6d0c579143ed" /><Relationship Type="http://schemas.openxmlformats.org/officeDocument/2006/relationships/notesSlide" Target="/ppt/notesSlides/notesSlide8.xml" Id="Rabd88e6029414ea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9731FD2-B7D6-4C8A-8B21-1DDE7CB9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6AAC50-590D-4864-A827-2825693F8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2CEF41-3CAC-43A6-A995-4C485E5AD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F21CE2-7AF4-4A53-9AC0-00464364B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82928F-3CAF-49D7-86FC-10386D4FA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1/8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C58951-1B51-40DD-B358-2FB4D9827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Human Sciences  |  20-30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0E7D5E-E85E-49BE-9AFD-266A5636B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685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Framing Risk Choice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C1A298-04C0-4332-A772-C728749F8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838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Student-facing slide deck draft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b40ad5045d4e10">
            <a:extLst>
              <a:ext uri="{96DAC541-7B7A-43D3-8B79-37D633B846F1}">
                <asvg:svgBlip xmlns:asvg="http://schemas.microsoft.com/office/drawing/2016/SVG/main" r:embed="R828860dc1dd64a5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953375" y="1028700"/>
            <a:ext cx="3143250" cy="19526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5A9D54-E8F4-45CF-94FA-2B773685B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6191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A33874-FAEB-4FDD-9D1B-F75C60014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A4D926-B388-4849-B559-0A6B3D212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52800"/>
            <a:ext cx="573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Big Idea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B91D86-3349-4AA1-A238-8BD8440FF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56959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The same evidence can lead to different choices when</a:t>
            </a:r>
          </a:p>
          <a:p xmlns:a="http://schemas.openxmlformats.org/drawingml/2006/main">
            <a:pPr algn="l">
              <a:defRPr sz="19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framed as gain or loss.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7AB640-0833-4703-B7AE-AA119D5F2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3810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56CB7E-37BC-4513-9BA0-9E275B5B1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AEFCBA-624D-40C7-975C-6AA1A301E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352800"/>
            <a:ext cx="3352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Use In Class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60D278-7FF0-48DA-8EA8-9503E2706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752850"/>
            <a:ext cx="3314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Time: 20-30 min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Difficulty: Easy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Resource: free now</a:t>
            </a:r>
          </a:p>
        </p:txBody>
      </p:sp>
    </p:spTree>
    <p:extLst>
      <p:ext uri="{BB962C8B-B14F-4D97-AF65-F5344CB8AC3E}">
        <p14:creationId xmlns:p14="http://schemas.microsoft.com/office/powerpoint/2010/main" val="103307409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10B773-A666-47EB-ADE0-AD3648A91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F7C54D-CB15-4D39-B16D-E814BBD1A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C751AD-AA40-4265-81C7-CD4E5A223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0811A8-0BA2-4DAF-A9F7-22BB9E024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98B198-B29B-40B3-89E3-5795159B6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2/8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CF152C-7491-44B1-BE67-9E2F606D1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Human Sciences  |  20-30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13329B-DD3C-496F-9878-F70181AB4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Purpose &amp;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419352-411E-4B74-A8BB-02F4D5BD2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this before students move into TOK analysis.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6B3C92-24E9-4912-A107-DA5D2E0CB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143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208BA9-E4D3-4FB1-8833-956B32447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6002AF-46A3-4B95-A9E2-815E276D5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Learning Focus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762286-FA47-432F-8834-EBA863AE6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464820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Students experience framing effects in decision-making.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The same evidence can lead to different choices when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framed as gain or loss.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85F7D8-56DF-47F6-9687-2381C945B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9053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8D94A7-3D3C-4E8C-8CE8-9B7E7254C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C1F770-3E4B-4BE8-AD37-905B8277C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6217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Materials &amp; Run Kit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DBAC60-783E-4C56-AA1A-53A67F186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62225"/>
            <a:ext cx="441007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Two versions of a risk-choice scenario: gain frame and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loss frame.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Anonymous response slips and class tally table.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Two scenario sheets with equivalent outcomes and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different wording.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Class tally table comparing safe/risky choices under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each frame.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DB9230-97FB-4DD4-AFCF-B97F74A96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382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2F865F"/>
            </a:solidFill>
            <a:prstDash val="solid"/>
          </a:ln>
        </p:spPr>
        <p:txBody>
          <a:bodyPr xmlns:a="http://schemas.openxmlformats.org/drawingml/2006/main" lIns="171450" tIns="95250" rIns="171450" bIns="762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Teacher move: ask for a private first judgement before discussion so students can notice how knowledge is formed, revised, and justified.</a:t>
            </a:r>
          </a:p>
        </p:txBody>
      </p:sp>
    </p:spTree>
    <p:extLst>
      <p:ext uri="{BB962C8B-B14F-4D97-AF65-F5344CB8AC3E}">
        <p14:creationId xmlns:p14="http://schemas.microsoft.com/office/powerpoint/2010/main" val="138524273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4CDF522-CBA3-4226-B0EF-E2EA24EC2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A392B7-FFEB-4E86-BBAB-494EC828D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7E9AAC-B955-48D6-AAD2-D3A8BDC63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0178A8-C14F-4DE6-8BE1-D0DEEB636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E6D14A-3708-48CD-8290-97C712C15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3/8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00320D-0871-4DE1-876E-FA71D5C5A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Human Sciences  |  20-30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EABF7C-01E4-4787-9113-0459B3256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Use The Actual Stimulus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ED4E0F-FF28-42F5-B94E-7E1F7E38B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Students inspect this before abstract TOK language.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6e644576814790">
            <a:extLst>
              <a:ext uri="{96DAC541-7B7A-43D3-8B79-37D633B846F1}">
                <asvg:svgBlip xmlns:asvg="http://schemas.microsoft.com/office/drawing/2016/SVG/main" r:embed="R90d1bbb05e0b4fb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1762125"/>
            <a:ext cx="5143500" cy="35814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937057-8918-4121-AAFA-E997831E5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49053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859850-F20C-4562-8FB0-921679595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762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7A9F6E-DDDD-44DB-864D-5646C095E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Stimulus Packet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98226F-96F7-4609-8645-BE95DE2DA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00300"/>
            <a:ext cx="44100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Framing Risk Choice Stimulus A: Student-facing stimulus 1: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Gain frame: 200 of 600 people will be saved for sure, or a...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Framing Risk Choice Stimulus B: Student-facing stimulus 2: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Loss frame: 400 of 600 people will die for sure, or a...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CF2FE0-63B7-4D2C-A836-98C5E28D4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490537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5A400C-63DF-48D4-944A-ABCAE0065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762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6A5003-6E12-4CB8-B0D8-369643EBB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433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Lesson Questions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F2AD9A-FFE5-4C1B-B7AB-3B5B39570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43400"/>
            <a:ext cx="441007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After inspecting Framing Risk Choice Stimulus A, what is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your first knowledge claim?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Which exact detail from Framing Risk Choice Stimulus A did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you use as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did you infer beyond the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</p:spTree>
    <p:extLst>
      <p:ext uri="{BB962C8B-B14F-4D97-AF65-F5344CB8AC3E}">
        <p14:creationId xmlns:p14="http://schemas.microsoft.com/office/powerpoint/2010/main" val="37264075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D5DD8B1-9394-4EB7-8D00-2B9B061E8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8D10D7-54F1-42D7-B36A-823FFBB9B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FEC01E-F4F3-42AF-9678-46912A65A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FDB324-9ED7-4BFD-B932-5A8AC12F9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AF059B-E515-44FA-BF0E-17214D781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4/8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704F8C-E823-4C93-A24B-D72679D2D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Human Sciences  |  20-30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FBFC8B-58B1-456F-B71D-C3CA89ECA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Run The Activity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6FF1EF-E77A-449E-8E74-978372D4F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Keep the experience concrete before naming the TOK issue.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ADF070-10FC-4C49-BE6C-FBE8E3B2D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410825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D893FE-41CC-42E7-8D70-915F2EB8F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620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44A5EC-08DF-491C-999D-7C9175D56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1930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Student-Facing Procedure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6F33A2-9969-4898-A99F-2033DB18F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9915525" cy="2847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1. Randomly give half the class a gain-framed version and half a loss-framed version.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2. Students choose between a certain option and a risky option.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3. Collect anonymous choices and compare class patterns by frame.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4. Reveal that the underlying outcomes were equivalent.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5. Debrief how framing can shape judgement without changing facts.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60E8E1-120B-4A26-8F20-617C79FF0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 task: Use the stimulus cards to complete the observation/inference/evidence/confidence grid, then answer one TOK knowledge question connected to Human Sc...</a:t>
            </a:r>
          </a:p>
        </p:txBody>
      </p:sp>
    </p:spTree>
    <p:extLst>
      <p:ext uri="{BB962C8B-B14F-4D97-AF65-F5344CB8AC3E}">
        <p14:creationId xmlns:p14="http://schemas.microsoft.com/office/powerpoint/2010/main" val="84174308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EA27B54-22C4-40C7-8386-06417C133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614430-1A86-41A4-9258-D2EBAB043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6BFAF4-1C39-404C-97B8-D2383D990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0D1E64-7E36-4D34-9B77-BC896BF35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1E56C6-EF94-4481-859C-1B8B80E7F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5/8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6F7C85-962E-43E1-9BC7-A441529B3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Human Sciences  |  20-30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7B217A-52CC-4CDC-AC25-AC8F221D5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Thinking Record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D40C7C-14DD-45F9-8FC8-F04968CD3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Separate what students noticed from what they inferred.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424660-8846-42B2-9120-EF60235BE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0CF8E9-A8AF-4B2B-BBB7-53E070595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FCA604-EBD0-460D-9C58-40154080F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noticed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027661-038F-4CD6-B6EE-DB0AF8013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Observable details, data, words, actions, or results.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14284C-0F8F-48BD-B0F7-71AC50229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508C00-58A4-4747-8184-27630C2A9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C8D05F-F635-4ED1-8540-1D2D0537F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inferred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448B2E-69AD-4D02-8271-1B3A4E4B0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The meaning or explanation I added.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D2B63E-C079-495C-A3F5-EF0CCE1AF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CE766B-0A5F-4FC6-BD62-C8B2B4EE2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C2F4D8-E927-42A0-B256-7E8D4443B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57D731-63A8-4773-A694-AF5992269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What supports my inference? What is missing?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E2E342-B75A-4901-9374-135A786BF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CD1A7E-894F-49E7-B4A1-215156284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FD4BFB-4752-454D-8523-19920FFDF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Confidence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E26C22-CDF1-42D3-9C89-82BF2E6BC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How sure am I, and why?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F436CB-4CFB-4A21-8078-CB8C2CCA5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4108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E3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D9802B-7383-46F5-9039-3195A3DBD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9BBABB-8713-44FE-B105-4574F93AB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672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Pair Share Prompt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9D7499F-E679-40E3-B0B8-6464BF010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67300"/>
            <a:ext cx="99155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Compare one place where your first judgement changed. What caused the change: new evidence, another perspective, better language, or a revised method?</a:t>
            </a:r>
          </a:p>
        </p:txBody>
      </p:sp>
    </p:spTree>
    <p:extLst>
      <p:ext uri="{BB962C8B-B14F-4D97-AF65-F5344CB8AC3E}">
        <p14:creationId xmlns:p14="http://schemas.microsoft.com/office/powerpoint/2010/main" val="178758492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51345D2-BBE7-4477-BBDE-E6589EB83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7B95C0-0F64-4852-87B9-6D2A3DED5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4C4948-E02E-42FC-8F5A-3ABE7EC56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3773C4-138F-4A1A-B3A7-C40DCDCC8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E0973A-0059-493A-9026-FC8D952DE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6/8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3F553A-5394-4314-82EB-E82473044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Human Sciences  |  20-30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8EE056-5E5B-4594-A80A-10449173B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TOK Debrief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23AF80-5A61-4C8D-A584-059CA6799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Move from the activity result to a knowledge question.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F38D5C-7B36-468D-B2DE-8F9F75735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E4E4C6-F8B0-494F-95F2-79B8427FA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3F5BEB-A571-4DB9-B28F-58D4B1ABE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Debrief Questions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2A44B6-8631-411B-84C0-18716CC08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Knowledge question: Are choices based on evidence,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framing, or both?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Can a rational decision be separated from how options are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described?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How do human scientists study hidden influences on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judgement?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4F2285-3D53-4C3C-8875-92D9BD908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277683-D7E0-4AFF-AE1C-4B7BD45E7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E0916F-E428-4D99-A3BD-12A80B130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Knowledge Questions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F43D60-1DA2-4662-A80E-AE751FCFA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Are decisions based on evidence, framing, or both?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How does language shape human judgement?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does experimental evidence reveal about rationality?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4CC887-9E85-4DA5-8467-0819A123C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Best discussion move: ask students to name a criterion for reliability, not just say “it depends.”</a:t>
            </a:r>
          </a:p>
        </p:txBody>
      </p:sp>
    </p:spTree>
    <p:extLst>
      <p:ext uri="{BB962C8B-B14F-4D97-AF65-F5344CB8AC3E}">
        <p14:creationId xmlns:p14="http://schemas.microsoft.com/office/powerpoint/2010/main" val="61647384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930FADD-4716-4E0B-977A-7ED926963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73616E-3442-4AE3-842D-577BEF935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529BFB-BEEB-4778-91C3-2BCA0EE93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F37997-44E9-4306-8C2B-D978C172D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0E3A45-9479-447F-8269-897312F7B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7/8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E44831-C2EF-4D25-AD36-7C1AC36A7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Human Sciences  |  20-30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A59EA4-EE9A-4B64-8762-8E07B4EA5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Adapt &amp; Extend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9076A7-F93D-4B3D-87BB-219830515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the same core activity with different support levels.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58BC18-83A1-4FCC-A83E-EACF3C0FD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B180A3-FA79-4C01-92F2-02C8ED51C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2CE9FF-037C-4E7D-9474-CD9BD1855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Sample Student Output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98C22B-F0C8-4D14-BABC-991FEE37B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I chose the safe option when it was framed as saving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people but risked more when it was framed as deaths.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The same data felt different because the loss frame made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inaction feel worse.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84F760-0342-4F33-9D78-A6A69BE1A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929A47-D4F4-4018-8EF9-00AB425D5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C9225B-7CC7-4C2A-99FD-48A08B02F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4810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Extensions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E73A9A-82CF-474A-A23D-0BD29837F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Students identify gain/loss framing in public health,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climate, or school policy messages.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Design a more transparent risk communication statement.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dc2a342ee94f84">
            <a:extLst>
              <a:ext uri="{96DAC541-7B7A-43D3-8B79-37D633B846F1}">
                <asvg:svgBlip xmlns:asvg="http://schemas.microsoft.com/office/drawing/2016/SVG/main" r:embed="R7e02b4bf6fd84cb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34125" y="1790700"/>
            <a:ext cx="4667250" cy="3429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88940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FCA369-B05B-4625-8647-F7D91AB09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7040B8-F738-428A-96D7-A838A7167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9406CE-8353-4BD4-B140-83C4A0AEE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63CC03-A474-4B1C-89CC-C7CAD761B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5E14B0-E9D0-481D-B30A-FD90F1F84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8/8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A712CC-20D3-45CA-BD3C-44CFE82F3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Human Sciences  |  20-30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9B384E-7F2F-43EF-A0F9-1CE4F53D1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Exhibition &amp; Exit Ticket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7E9910-DDC1-46EB-A3C3-3829E55B1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Turn the classroom moment into transferable TOK thinking.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4CB7B6-9F9C-4552-BBB9-0D76626E7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1435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03A95F-59A4-43A7-BCC5-5DC057CFA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A87077-9126-4FCD-89F0-67AEAAC9C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Exhibition Object Idea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86CB75-C115-4974-A098-0721CC245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6482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Two equivalent risk scenarios, one framed as lives saved and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one as lives lost.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FD621D-6D50-427E-93CF-A3061593E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49053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144C90-234C-49F7-A007-F03CB2F7A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0476B5-B62F-4F6F-959F-669D99C38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6692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Exit Ticket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A9B4EA-E248-485F-B492-701ABB002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66975"/>
            <a:ext cx="4410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Before this activity, I assumed...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The activity challenged that because...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better knowledge question is...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B91F75-78DB-4BDB-891D-2DE21BFF8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4108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61DFAE-4989-4A81-B0F7-AFCB6C821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FA5582-12A5-4BB1-B245-D29FE693B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100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Related Activities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E84A58-3357-4FE4-A07A-217990265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10100"/>
            <a:ext cx="9915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Anchoring Price Experiment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Survey Wording Experiment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Ultimatum Game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451DE7-3AB7-452D-B034-68F1F97BF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38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Free while the library is being built. Designed for future premium teacher packs.</a:t>
            </a:r>
          </a:p>
        </p:txBody>
      </p:sp>
    </p:spTree>
    <p:extLst>
      <p:ext uri="{BB962C8B-B14F-4D97-AF65-F5344CB8AC3E}">
        <p14:creationId xmlns:p14="http://schemas.microsoft.com/office/powerpoint/2010/main" val="2574060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2026-06-20T10:31:40.1740000Z</dcterms:created>
  <dcterms:modified xsi:type="dcterms:W3CDTF">2026-06-20T10:31:40.1740000Z</dcterms:modified>
</coreProperties>
</file>