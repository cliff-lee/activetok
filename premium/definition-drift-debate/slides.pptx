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c3cb1348564bdb" /><Relationship Type="http://schemas.openxmlformats.org/officeDocument/2006/relationships/extended-properties" Target="/docProps/app.xml" Id="Rd944e7c2d31d456d" /><Relationship Type="http://schemas.openxmlformats.org/officeDocument/2006/relationships/officeDocument" Target="/ppt/presentation.xml" Id="R39e41becbcb147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816782699742e4"/>
  </p:sldMasterIdLst>
  <p:notesMasterIdLst>
    <p:notesMasterId xmlns:r="http://schemas.openxmlformats.org/officeDocument/2006/relationships" r:id="R61a5831968ab4e5c"/>
  </p:notesMasterIdLst>
  <p:sldIdLst>
    <p:sldId xmlns:r="http://schemas.openxmlformats.org/officeDocument/2006/relationships" id="256" r:id="R9cfc50730d6e4faa"/>
    <p:sldId xmlns:r="http://schemas.openxmlformats.org/officeDocument/2006/relationships" id="257" r:id="R15f1807604e341a8"/>
    <p:sldId xmlns:r="http://schemas.openxmlformats.org/officeDocument/2006/relationships" id="258" r:id="R4fd70978443240b0"/>
    <p:sldId xmlns:r="http://schemas.openxmlformats.org/officeDocument/2006/relationships" id="259" r:id="R668c4627863b4d3d"/>
    <p:sldId xmlns:r="http://schemas.openxmlformats.org/officeDocument/2006/relationships" id="260" r:id="R94ce87f018224022"/>
    <p:sldId xmlns:r="http://schemas.openxmlformats.org/officeDocument/2006/relationships" id="261" r:id="R5fec923a8d3e4dc2"/>
    <p:sldId xmlns:r="http://schemas.openxmlformats.org/officeDocument/2006/relationships" id="262" r:id="Rb8291ca5dad943fc"/>
    <p:sldId xmlns:r="http://schemas.openxmlformats.org/officeDocument/2006/relationships" id="263" r:id="R3fe12771403a4a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eb5aac22164df7" /><Relationship Type="http://schemas.openxmlformats.org/officeDocument/2006/relationships/slideMaster" Target="/ppt/slideMasters/slideMaster1.xml" Id="Rd5816782699742e4" /><Relationship Type="http://schemas.openxmlformats.org/officeDocument/2006/relationships/notesMaster" Target="/ppt/notesMasters/notesMaster1.xml" Id="R61a5831968ab4e5c" /><Relationship Type="http://schemas.openxmlformats.org/officeDocument/2006/relationships/presProps" Target="/ppt/presProps.xml" Id="R222ceb0f03bb4b4b" /><Relationship Type="http://schemas.openxmlformats.org/officeDocument/2006/relationships/tableStyles" Target="/ppt/tableStyles.xml" Id="R9a8323dfe86f4432" /><Relationship Type="http://schemas.openxmlformats.org/officeDocument/2006/relationships/slide" Target="/ppt/slides/slide1.xml" Id="R9cfc50730d6e4faa" /><Relationship Type="http://schemas.openxmlformats.org/officeDocument/2006/relationships/slide" Target="/ppt/slides/slide2.xml" Id="R15f1807604e341a8" /><Relationship Type="http://schemas.openxmlformats.org/officeDocument/2006/relationships/slide" Target="/ppt/slides/slide3.xml" Id="R4fd70978443240b0" /><Relationship Type="http://schemas.openxmlformats.org/officeDocument/2006/relationships/slide" Target="/ppt/slides/slide4.xml" Id="R668c4627863b4d3d" /><Relationship Type="http://schemas.openxmlformats.org/officeDocument/2006/relationships/slide" Target="/ppt/slides/slide5.xml" Id="R94ce87f018224022" /><Relationship Type="http://schemas.openxmlformats.org/officeDocument/2006/relationships/slide" Target="/ppt/slides/slide6.xml" Id="R5fec923a8d3e4dc2" /><Relationship Type="http://schemas.openxmlformats.org/officeDocument/2006/relationships/slide" Target="/ppt/slides/slide7.xml" Id="Rb8291ca5dad943fc" /><Relationship Type="http://schemas.openxmlformats.org/officeDocument/2006/relationships/slide" Target="/ppt/slides/slide8.xml" Id="R3fe12771403a4a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0b378004d64a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81f5793dc34dea" /><Relationship Type="http://schemas.openxmlformats.org/officeDocument/2006/relationships/notesMaster" Target="/ppt/notesMasters/notesMaster1.xml" Id="R61c89c3f892347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408d208fab4857" /><Relationship Type="http://schemas.openxmlformats.org/officeDocument/2006/relationships/notesMaster" Target="/ppt/notesMasters/notesMaster1.xml" Id="R3d0c657f70424c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17de19fe9d40f0" /><Relationship Type="http://schemas.openxmlformats.org/officeDocument/2006/relationships/notesMaster" Target="/ppt/notesMasters/notesMaster1.xml" Id="Rda734c5bddcf4e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7cd7428c844774" /><Relationship Type="http://schemas.openxmlformats.org/officeDocument/2006/relationships/notesMaster" Target="/ppt/notesMasters/notesMaster1.xml" Id="Ra076b50883cc49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0eacdb11924f20" /><Relationship Type="http://schemas.openxmlformats.org/officeDocument/2006/relationships/notesMaster" Target="/ppt/notesMasters/notesMaster1.xml" Id="Ra81f7bd940d744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2899f098d049fc" /><Relationship Type="http://schemas.openxmlformats.org/officeDocument/2006/relationships/notesMaster" Target="/ppt/notesMasters/notesMaster1.xml" Id="R83ac3992cbbc48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76229fa9c24dda" /><Relationship Type="http://schemas.openxmlformats.org/officeDocument/2006/relationships/notesMaster" Target="/ppt/notesMasters/notesMaster1.xml" Id="R4961d22182ca4a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08249ac45e4d7f" /><Relationship Type="http://schemas.openxmlformats.org/officeDocument/2006/relationships/notesMaster" Target="/ppt/notesMasters/notesMaster1.xml" Id="R84fcb859482a44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25ff9ecb642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93a89702694ae5" /><Relationship Type="http://schemas.openxmlformats.org/officeDocument/2006/relationships/slideLayout" Target="/ppt/slideLayouts/slideLayout1.xml" Id="R2343acb246904f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43acb246904f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15fdabbb7422e" /><Relationship Type="http://schemas.openxmlformats.org/officeDocument/2006/relationships/image" Target="/ppt/media/image.png" Id="Rc966da5ae9084d78" /><Relationship Type="http://schemas.openxmlformats.org/officeDocument/2006/relationships/image" Target="/ppt/media/image.svg" Id="R4651bb4f82cc4f9b" /><Relationship Type="http://schemas.openxmlformats.org/officeDocument/2006/relationships/notesSlide" Target="/ppt/notesSlides/notesSlide1.xml" Id="R5a336392f6b743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3dcf7f71f4ad4" /><Relationship Type="http://schemas.openxmlformats.org/officeDocument/2006/relationships/notesSlide" Target="/ppt/notesSlides/notesSlide2.xml" Id="R8d3b979dae8045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2581fa055499f" /><Relationship Type="http://schemas.openxmlformats.org/officeDocument/2006/relationships/image" Target="/ppt/media/image2.png" Id="R3890686e0d47482b" /><Relationship Type="http://schemas.openxmlformats.org/officeDocument/2006/relationships/image" Target="/ppt/media/image2.svg" Id="R66e4a13c7c694e17" /><Relationship Type="http://schemas.openxmlformats.org/officeDocument/2006/relationships/notesSlide" Target="/ppt/notesSlides/notesSlide3.xml" Id="R4de66bc5b67448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b81508ff84e06" /><Relationship Type="http://schemas.openxmlformats.org/officeDocument/2006/relationships/notesSlide" Target="/ppt/notesSlides/notesSlide4.xml" Id="R955f75bee4944b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4a281012146fb" /><Relationship Type="http://schemas.openxmlformats.org/officeDocument/2006/relationships/notesSlide" Target="/ppt/notesSlides/notesSlide5.xml" Id="R008483aef57742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f3da6360c4568" /><Relationship Type="http://schemas.openxmlformats.org/officeDocument/2006/relationships/notesSlide" Target="/ppt/notesSlides/notesSlide6.xml" Id="R75f18d6df7d84e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5d7b737f64afa" /><Relationship Type="http://schemas.openxmlformats.org/officeDocument/2006/relationships/image" Target="/ppt/media/image3.png" Id="R25c9729fbb2842a1" /><Relationship Type="http://schemas.openxmlformats.org/officeDocument/2006/relationships/image" Target="/ppt/media/image3.svg" Id="R93b49a82301b46fc" /><Relationship Type="http://schemas.openxmlformats.org/officeDocument/2006/relationships/notesSlide" Target="/ppt/notesSlides/notesSlide7.xml" Id="R8b67b45efb2042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e348615e5405a" /><Relationship Type="http://schemas.openxmlformats.org/officeDocument/2006/relationships/notesSlide" Target="/ppt/notesSlides/notesSlide8.xml" Id="R385a1e2630e94d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92429C-A47B-4317-95CB-3370B094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EABB9-F532-4293-8D49-CCD56B4D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83508-25C4-4A19-8EF0-8350121D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78C4E-FE74-48AA-B168-053EC937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5775D-CDC7-4128-98F5-CE000376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0EB34-8571-4BCD-8086-EDFCD118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ED36D-31F4-4143-B6EE-F036E32D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Definition Drift Debate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12511-FB91-45C0-A2DD-D9142D23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6da5ae9084d78">
            <a:extLst>
              <a:ext uri="{96DAC541-7B7A-43D3-8B79-37D633B846F1}">
                <asvg:svgBlip xmlns:asvg="http://schemas.microsoft.com/office/drawing/2016/SVG/main" r:embed="R4651bb4f82cc4f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A6DD8-60EC-464D-B672-1B8CAE79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F3FF0-5758-4F99-902A-1D559545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48A69-12AB-4568-9811-9112B94E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68FC0-F46E-4C12-8F40-E7908B4E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Definitions stabilize inquiry, but they can also shift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with purpose, power, and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2D47D-F638-4863-864F-6CEBA1B4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B3783-756E-40B6-A0DA-F58BE8A2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0339D-0DDF-4D31-B5B3-88BE5F22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E7590-B4AE-46FC-82A6-AA1CC4ED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216981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642D7D-5545-4855-B6AB-46CEEEB7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8B6CB-715A-4F15-916A-54F671D0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12623-520D-4051-A4F8-D03C19A5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CFDE5-A466-4971-9419-54D4B3E8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6EE14-4440-46E7-BDE2-28DB72E3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62894-CF15-4C31-8625-0561B6DE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01167-00DC-4177-8602-42A07426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D2CD6-C2FC-4E6A-8A9C-1F7DBE01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E6D21-35B5-48CC-9549-3B871D1F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B2AEB-DED5-46D7-BCC5-A0FF29EB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FCD03-A4FB-44F7-83E6-52D8CE9F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957F0-2554-4075-AF11-106FB59F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examine how definitions shape disagreement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 standards.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Definitions stabilize inquiry, but they can also shift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with purpose, power, and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A1C9F-76C6-4021-B512-C172B699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CAB75-9DBB-4D6A-BD4D-995ED46C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84F06-C14E-4612-BA10-CD4CDC62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BC611-050C-4D9A-9DBD-B401C082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Definition cards for one term across dictionaries,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institutions, everyday use, and specialist fields.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Debate role cards.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Definition comparison table: includes, excludes,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 needed, who benefits.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Borderline case cards that test each definition.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C7029-B73E-49CC-9ADF-5069D151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9271162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6A6E48-08B2-4A38-AADC-97EE9D48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19858-2F25-4561-B33E-31BF323A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CDD09-3AFD-4481-8079-B7DEF602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9E5D9-E3F1-4E5C-A3A9-436AAEAF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937EF-7B73-4FF9-8C35-44D4E148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F0C02-6AEF-45DC-894E-003B1BF7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479D8-3C59-4FA1-A9A3-1A0DA96C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7ADC8-C25B-4DB7-AD39-9231059B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0686e0d47482b">
            <a:extLst>
              <a:ext uri="{96DAC541-7B7A-43D3-8B79-37D633B846F1}">
                <asvg:svgBlip xmlns:asvg="http://schemas.microsoft.com/office/drawing/2016/SVG/main" r:embed="R66e4a13c7c694e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36203-0D90-47E6-8EAA-7852CBC4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24E28-FF81-42AC-A7B5-146BD6CA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9BE76-9610-4CFC-93B4-9A1823AC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28274-A4F2-4E5D-8296-BB433B1A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Definition Drift Debate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Term: intelligence; definitions from test...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Definition Drift Debate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Term: art; definitions from intention,...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A4AB2-5473-41C4-AEEE-56BDE436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19ADC-0E8B-4743-93FD-28D8CD7B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D277D-ED7B-4CB3-B51F-7B39948B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6D8A3-32C1-4D29-945E-09902A7D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Definition Drift Debate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Definition Drift Debate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0522955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BA9AAC-6DF8-4B7B-B40D-1D979623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2B79A-1340-401A-A5DD-8C51D7EB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B1589-B248-40A1-B6C4-9C453892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32B68-E141-41DC-BB61-2C8FBDFD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03973-8B7D-4BBF-88B4-855B5013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726EB-A763-43F8-A26C-53BB6421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569F6-7D4D-4B8F-B3F2-EF30EDAD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AC17A-3A58-44BC-A55C-4F51DAF6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924C0-E4C1-4CB3-B6B9-B56A4092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95FEB-258E-4837-A03C-2DDFB923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8C840-0436-48BC-B4CE-89206499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04F1A-0BBC-43AE-BF98-9BD5B962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Choose a term such as intelligence, health, art, risk, fairness, or success.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receive different definitions and list what each definition includes and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excludes.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apply each definition to borderline examples.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debate which definition is most useful for a specific purpose.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how definitions can shape what evidence counts.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76610-B857-434E-817A-C7B4B484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9723924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FE191E-517D-41D1-8D1F-D4986964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1B23C-3F9B-4719-9E10-ED6ECE70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92AC0-135C-4598-AEAF-AE389239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0FE42-E938-465F-A868-5E88E5E8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2B243-A810-4091-A399-4D025E4A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2DE3C-2745-4EA1-AD07-43474E4D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4559B-2DB2-4196-A071-EAF8FDEC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59008-3BD2-427B-9143-B77E5E83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F6D35-DC76-42AF-BC94-9F6C152C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222B6-A60F-4906-8707-2A91BE65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1E10D-F272-473C-BF36-2696C975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6B0CB-E9EF-4EA9-AB22-BA1EB855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FA42F-9302-49CE-AE26-AB1DEC11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AC449-683E-4775-A79D-07E7E67B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7CD32-6050-458A-9E46-8145AC59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39F67-0A53-4B3C-ADA8-D2A99B61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CF97D-5588-4220-8F77-55C513B8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86E0C-1C17-47A8-95B1-834C77D9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37EC6-4A95-4F23-A6AF-095067A1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6E115-3C30-4929-96D2-25E05CFB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8E296-2491-4F59-9120-B25223F2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22B3D-F84B-407C-AB13-372E69C2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FF4AE-D7DC-47D1-B8FE-67D74400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13A09E-C202-446D-B26A-AC77D01A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85D59A-B2D1-4373-AEC9-61217BAC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7D59E3-A949-4EA5-A637-819DC35A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124773-1363-40CE-9D5D-72BF88FD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236547-49BB-4EB3-924E-03130F94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7660954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8645AC-8227-4E93-A2D3-BBA648B6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DA83E-5DE5-46D6-BCBD-780A7CCA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F1947-C25B-4448-80FD-2507F3AB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90A63-4A7B-41BB-A5FD-0EB15706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113E1-EA80-491B-B53D-7DF75063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C093C-6589-4296-AA43-FD8700E5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36493-BBA8-40DA-8C92-DFE291A8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D96B1-D3E6-4B9F-8138-AC626408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568DF-5788-4DE0-B785-07F341CD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F2F54-10DA-40E6-ACD8-E360A597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0A3FE-AB8E-4345-94FC-658100E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F930A-A576-4E1E-BE97-4D6E27FD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Do definitions describe reality or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help construct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should have authority to define contested terms?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changing a definition improve knowledge and when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does it manipulate it?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248B6-868D-4CF5-BCD3-D6578EE8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D43B3-07D6-4BC2-835D-37634555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E0297-EA91-473C-AB3E-07360A51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AF15C-18BB-4330-BFED-49D0AE4E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 definitions describe reality or help construct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definitions shape evidence and disagreement?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has authority over shared meanings?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12191-35F9-4ADB-A7BB-2BF36166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5778851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7E4E45-E99F-44D2-A8E0-58D7424B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5AF6D-4C28-4458-A5C2-E53C6FA6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87B53-0E4B-48CC-90C5-FF1818FE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BAE35-44BB-40B7-ADF4-F34371B2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5E145-F0CB-49BB-AFCD-0BB1D392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08799-8681-4D78-876C-EA77ACF8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CE308-B45E-4878-9D21-F86322BF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AD337-C708-4E26-B28D-5EBC20EF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EBB9F-DAE9-4E9B-9278-F7B5756F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087A7-7BB4-411B-B3BA-43B7A71B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58DCB-78C9-424C-9DF0-493B90F5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8853C-0D73-4842-B016-437D1D3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test-score definition made measurement easy but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excluded creativity.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definition changed what evidence counted as relevant.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3FCE1-3881-4961-BE1C-21E709ED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4DCDA-EFE6-4CF8-A430-BFF2F4A8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BCC9A-35EA-49D2-A133-1EA74221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65187-2AA7-450F-9C0A-3A96C419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write a definition with a clear purpose and a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named limitation.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definitions across two languages or institutions.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9729fbb2842a1">
            <a:extLst>
              <a:ext uri="{96DAC541-7B7A-43D3-8B79-37D633B846F1}">
                <asvg:svgBlip xmlns:asvg="http://schemas.microsoft.com/office/drawing/2016/SVG/main" r:embed="R93b49a82301b46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9598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056AA4-C9B3-43E0-B017-8A33D30A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7CEFE-D299-45FF-8366-C13CE0A3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EE86E-869E-44EE-83F8-B8C47B55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4F3CE-EBCC-4B8B-867D-ACEFB4E9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952F2-A0AA-48C6-95F9-DD58DCAC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3D65-6202-4C1C-A10C-7C5DB8B7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7C0FF-38B4-4D80-BC2B-F7C58858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F963B-44DD-4D7D-86DA-288C36E0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0B9D9-7EB8-44C1-AE7E-C7EB1210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A3565-D50B-495D-B0C9-D1962701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938DB-D0C1-45D9-A636-ABEAE40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1876C-1E44-4491-9799-81FD696F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set of competing definition cards for one contested term.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84B8D-52EA-4F28-B1BC-B09C5317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F6E5D-1B52-4C4D-B087-CD6FFD8C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63F09-A23C-484B-8CB0-19135B70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551F6-E7A6-457D-A441-AED8BB1A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E3686-17C4-49EC-9140-E76427C0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E3D2F-BDE8-4872-BEC4-B9D5813F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75897D-696F-4CCE-BCD0-3ABE2DA9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CA3D8-01A1-48CD-98C1-77E59582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Category Boundary Sorting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Translation Loss Game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Loaded Headline Laboratory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8DF5C-C96C-4DA4-B4F5-EC56FCC4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683393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2026-06-20T10:31:38.3030000Z</dcterms:created>
  <dcterms:modified xsi:type="dcterms:W3CDTF">2026-06-20T10:31:38.3030000Z</dcterms:modified>
</coreProperties>
</file>